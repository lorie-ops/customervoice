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40"/>
  </p:notesMasterIdLst>
  <p:sldIdLst>
    <p:sldId id="393" r:id="rId5"/>
    <p:sldId id="443" r:id="rId6"/>
    <p:sldId id="458" r:id="rId7"/>
    <p:sldId id="418" r:id="rId8"/>
    <p:sldId id="2147379593" r:id="rId9"/>
    <p:sldId id="2147379608" r:id="rId10"/>
    <p:sldId id="463" r:id="rId11"/>
    <p:sldId id="2147379523" r:id="rId12"/>
    <p:sldId id="2147379564" r:id="rId13"/>
    <p:sldId id="2147379594" r:id="rId14"/>
    <p:sldId id="464" r:id="rId15"/>
    <p:sldId id="2147379609" r:id="rId16"/>
    <p:sldId id="2147379610" r:id="rId17"/>
    <p:sldId id="2147379601" r:id="rId18"/>
    <p:sldId id="2147379595" r:id="rId19"/>
    <p:sldId id="465" r:id="rId20"/>
    <p:sldId id="2147379611" r:id="rId21"/>
    <p:sldId id="2147379612" r:id="rId22"/>
    <p:sldId id="2147379553" r:id="rId23"/>
    <p:sldId id="2147379596" r:id="rId24"/>
    <p:sldId id="466" r:id="rId25"/>
    <p:sldId id="2147379613" r:id="rId26"/>
    <p:sldId id="2147379614" r:id="rId27"/>
    <p:sldId id="2147379615" r:id="rId28"/>
    <p:sldId id="2147379597" r:id="rId29"/>
    <p:sldId id="2147379559" r:id="rId30"/>
    <p:sldId id="2147379616" r:id="rId31"/>
    <p:sldId id="2147379617" r:id="rId32"/>
    <p:sldId id="2147379576" r:id="rId33"/>
    <p:sldId id="2147379599" r:id="rId34"/>
    <p:sldId id="2147379618" r:id="rId35"/>
    <p:sldId id="2147379619" r:id="rId36"/>
    <p:sldId id="2147379620" r:id="rId37"/>
    <p:sldId id="2147379621" r:id="rId38"/>
    <p:sldId id="2147379622" r:id="rId39"/>
  </p:sldIdLst>
  <p:sldSz cx="12192000" cy="6858000"/>
  <p:notesSz cx="6797675" cy="987266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845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9B9B9"/>
    <a:srgbClr val="FFFFFF"/>
    <a:srgbClr val="045E51"/>
    <a:srgbClr val="B1EDA6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14EC0-B755-44FC-A7E5-DF58ED4DF2C7}" v="33" dt="2026-08-10T15:27:02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orient="horz" pos="845"/>
        <p:guide pos="38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len, Alex" userId="e7d590a6-81bc-42e3-9071-2a183816e6eb" providerId="ADAL" clId="{264753DF-7CD5-429D-8185-D26D664BF172}"/>
    <pc:docChg chg="undo custSel addSld modSld">
      <pc:chgData name="Beelen, Alex" userId="e7d590a6-81bc-42e3-9071-2a183816e6eb" providerId="ADAL" clId="{264753DF-7CD5-429D-8185-D26D664BF172}" dt="2026-07-17T13:59:06.800" v="405"/>
      <pc:docMkLst>
        <pc:docMk/>
      </pc:docMkLst>
    </pc:docChg>
  </pc:docChgLst>
  <pc:docChgLst>
    <pc:chgData name="Beelen, Alex" userId="S::alex.beelen@groupepvcp.com::e7d590a6-81bc-42e3-9071-2a183816e6eb" providerId="AD" clId="Web-{144443BD-DEA6-F321-4C4A-DB94F76DF9C5}"/>
    <pc:docChg chg="addSld modSld sldOrd">
      <pc:chgData name="Beelen, Alex" userId="S::alex.beelen@groupepvcp.com::e7d590a6-81bc-42e3-9071-2a183816e6eb" providerId="AD" clId="Web-{144443BD-DEA6-F321-4C4A-DB94F76DF9C5}" dt="2026-07-17T13:32:36.398" v="1090" actId="20577"/>
      <pc:docMkLst>
        <pc:docMk/>
      </pc:docMkLst>
      <pc:sldChg chg="modSp add replId">
        <pc:chgData name="Beelen, Alex" userId="S::alex.beelen@groupepvcp.com::e7d590a6-81bc-42e3-9071-2a183816e6eb" providerId="AD" clId="Web-{144443BD-DEA6-F321-4C4A-DB94F76DF9C5}" dt="2026-07-17T12:29:11.511" v="570" actId="20577"/>
        <pc:sldMkLst>
          <pc:docMk/>
          <pc:sldMk cId="2862096762" sldId="2147379601"/>
        </pc:sldMkLst>
      </pc:sldChg>
    </pc:docChg>
  </pc:docChgLst>
  <pc:docChgLst>
    <pc:chgData name="Chevallier, Erwan" userId="41829133-4082-412e-b87b-fa41cba82c87" providerId="ADAL" clId="{E5B812EE-EA4B-4FE8-ADA6-053A96E5111C}"/>
    <pc:docChg chg="undo redo custSel addSld delSld modSld sldOrd">
      <pc:chgData name="Chevallier, Erwan" userId="41829133-4082-412e-b87b-fa41cba82c87" providerId="ADAL" clId="{E5B812EE-EA4B-4FE8-ADA6-053A96E5111C}" dt="2026-08-11T08:14:32.594" v="9144" actId="20577"/>
      <pc:docMkLst>
        <pc:docMk/>
      </pc:docMkLst>
      <pc:sldChg chg="modSp mod">
        <pc:chgData name="Chevallier, Erwan" userId="41829133-4082-412e-b87b-fa41cba82c87" providerId="ADAL" clId="{E5B812EE-EA4B-4FE8-ADA6-053A96E5111C}" dt="2026-08-10T15:28:29.064" v="9061" actId="27918"/>
        <pc:sldMkLst>
          <pc:docMk/>
          <pc:sldMk cId="2646789000" sldId="418"/>
        </pc:sldMkLst>
        <pc:spChg chg="mod">
          <ac:chgData name="Chevallier, Erwan" userId="41829133-4082-412e-b87b-fa41cba82c87" providerId="ADAL" clId="{E5B812EE-EA4B-4FE8-ADA6-053A96E5111C}" dt="2026-08-10T08:28:32.915" v="7002" actId="20577"/>
          <ac:spMkLst>
            <pc:docMk/>
            <pc:sldMk cId="2646789000" sldId="418"/>
            <ac:spMk id="3" creationId="{BE0E902F-4042-1687-F413-58522D9D916E}"/>
          </ac:spMkLst>
        </pc:spChg>
      </pc:sldChg>
      <pc:sldChg chg="del">
        <pc:chgData name="Chevallier, Erwan" userId="41829133-4082-412e-b87b-fa41cba82c87" providerId="ADAL" clId="{E5B812EE-EA4B-4FE8-ADA6-053A96E5111C}" dt="2026-08-10T09:46:35.911" v="7426" actId="47"/>
        <pc:sldMkLst>
          <pc:docMk/>
          <pc:sldMk cId="2500045085" sldId="425"/>
        </pc:sldMkLst>
      </pc:sldChg>
      <pc:sldChg chg="del">
        <pc:chgData name="Chevallier, Erwan" userId="41829133-4082-412e-b87b-fa41cba82c87" providerId="ADAL" clId="{E5B812EE-EA4B-4FE8-ADA6-053A96E5111C}" dt="2026-08-10T12:37:11.181" v="7566" actId="47"/>
        <pc:sldMkLst>
          <pc:docMk/>
          <pc:sldMk cId="3383491193" sldId="428"/>
        </pc:sldMkLst>
      </pc:sldChg>
      <pc:sldChg chg="addSp delSp modSp mod">
        <pc:chgData name="Chevallier, Erwan" userId="41829133-4082-412e-b87b-fa41cba82c87" providerId="ADAL" clId="{E5B812EE-EA4B-4FE8-ADA6-053A96E5111C}" dt="2026-08-10T08:19:02.249" v="6956" actId="20577"/>
        <pc:sldMkLst>
          <pc:docMk/>
          <pc:sldMk cId="2304790539" sldId="443"/>
        </pc:sldMkLst>
        <pc:spChg chg="mod">
          <ac:chgData name="Chevallier, Erwan" userId="41829133-4082-412e-b87b-fa41cba82c87" providerId="ADAL" clId="{E5B812EE-EA4B-4FE8-ADA6-053A96E5111C}" dt="2026-08-10T08:17:53.079" v="6936" actId="20577"/>
          <ac:spMkLst>
            <pc:docMk/>
            <pc:sldMk cId="2304790539" sldId="443"/>
            <ac:spMk id="17" creationId="{442838B2-B6CE-5260-DFFE-25EEAEB05B89}"/>
          </ac:spMkLst>
        </pc:spChg>
        <pc:spChg chg="mod">
          <ac:chgData name="Chevallier, Erwan" userId="41829133-4082-412e-b87b-fa41cba82c87" providerId="ADAL" clId="{E5B812EE-EA4B-4FE8-ADA6-053A96E5111C}" dt="2026-08-10T08:19:02.249" v="6956" actId="20577"/>
          <ac:spMkLst>
            <pc:docMk/>
            <pc:sldMk cId="2304790539" sldId="443"/>
            <ac:spMk id="22" creationId="{EF6A5B1F-595C-F734-F559-7C3939136C90}"/>
          </ac:spMkLst>
        </pc:spChg>
        <pc:picChg chg="add del mod">
          <ac:chgData name="Chevallier, Erwan" userId="41829133-4082-412e-b87b-fa41cba82c87" providerId="ADAL" clId="{E5B812EE-EA4B-4FE8-ADA6-053A96E5111C}" dt="2026-08-10T08:17:31.920" v="6921" actId="478"/>
          <ac:picMkLst>
            <pc:docMk/>
            <pc:sldMk cId="2304790539" sldId="443"/>
            <ac:picMk id="4" creationId="{F208B959-5795-F6A4-9CD9-7CEAE97F04A0}"/>
          </ac:picMkLst>
        </pc:picChg>
        <pc:picChg chg="add mod">
          <ac:chgData name="Chevallier, Erwan" userId="41829133-4082-412e-b87b-fa41cba82c87" providerId="ADAL" clId="{E5B812EE-EA4B-4FE8-ADA6-053A96E5111C}" dt="2026-08-10T08:18:29.903" v="6943" actId="14100"/>
          <ac:picMkLst>
            <pc:docMk/>
            <pc:sldMk cId="2304790539" sldId="443"/>
            <ac:picMk id="6" creationId="{8A51A498-57F2-575E-B67D-AFDFDBD6A21A}"/>
          </ac:picMkLst>
        </pc:picChg>
        <pc:picChg chg="add del mod">
          <ac:chgData name="Chevallier, Erwan" userId="41829133-4082-412e-b87b-fa41cba82c87" providerId="ADAL" clId="{E5B812EE-EA4B-4FE8-ADA6-053A96E5111C}" dt="2026-08-10T08:17:32.404" v="6922" actId="478"/>
          <ac:picMkLst>
            <pc:docMk/>
            <pc:sldMk cId="2304790539" sldId="443"/>
            <ac:picMk id="8" creationId="{3476E957-B21A-07B8-C093-EABF0CB6B4E3}"/>
          </ac:picMkLst>
        </pc:picChg>
        <pc:picChg chg="add mod">
          <ac:chgData name="Chevallier, Erwan" userId="41829133-4082-412e-b87b-fa41cba82c87" providerId="ADAL" clId="{E5B812EE-EA4B-4FE8-ADA6-053A96E5111C}" dt="2026-08-10T08:18:13.391" v="6940" actId="1076"/>
          <ac:picMkLst>
            <pc:docMk/>
            <pc:sldMk cId="2304790539" sldId="443"/>
            <ac:picMk id="10" creationId="{80628728-11FE-3362-C7E7-E308F1F84673}"/>
          </ac:picMkLst>
        </pc:picChg>
        <pc:picChg chg="add del mod">
          <ac:chgData name="Chevallier, Erwan" userId="41829133-4082-412e-b87b-fa41cba82c87" providerId="ADAL" clId="{E5B812EE-EA4B-4FE8-ADA6-053A96E5111C}" dt="2026-08-10T08:17:33.381" v="6924" actId="478"/>
          <ac:picMkLst>
            <pc:docMk/>
            <pc:sldMk cId="2304790539" sldId="443"/>
            <ac:picMk id="14" creationId="{418F7637-EA75-A608-D08E-CCF266082B2B}"/>
          </ac:picMkLst>
        </pc:picChg>
        <pc:picChg chg="add mod">
          <ac:chgData name="Chevallier, Erwan" userId="41829133-4082-412e-b87b-fa41cba82c87" providerId="ADAL" clId="{E5B812EE-EA4B-4FE8-ADA6-053A96E5111C}" dt="2026-08-10T08:18:35.408" v="6945" actId="1076"/>
          <ac:picMkLst>
            <pc:docMk/>
            <pc:sldMk cId="2304790539" sldId="443"/>
            <ac:picMk id="15" creationId="{1D1A5B48-09F0-A166-0470-D4963195EE22}"/>
          </ac:picMkLst>
        </pc:picChg>
        <pc:picChg chg="add del mod">
          <ac:chgData name="Chevallier, Erwan" userId="41829133-4082-412e-b87b-fa41cba82c87" providerId="ADAL" clId="{E5B812EE-EA4B-4FE8-ADA6-053A96E5111C}" dt="2026-08-10T08:17:32.819" v="6923" actId="478"/>
          <ac:picMkLst>
            <pc:docMk/>
            <pc:sldMk cId="2304790539" sldId="443"/>
            <ac:picMk id="18" creationId="{EA475E02-9054-CEFA-3BD2-3F3D136D40D1}"/>
          </ac:picMkLst>
        </pc:picChg>
        <pc:picChg chg="add mod">
          <ac:chgData name="Chevallier, Erwan" userId="41829133-4082-412e-b87b-fa41cba82c87" providerId="ADAL" clId="{E5B812EE-EA4B-4FE8-ADA6-053A96E5111C}" dt="2026-08-10T08:18:57.806" v="6951" actId="1076"/>
          <ac:picMkLst>
            <pc:docMk/>
            <pc:sldMk cId="2304790539" sldId="443"/>
            <ac:picMk id="19" creationId="{613011EF-F5BC-16CA-1640-59EF8FE52B26}"/>
          </ac:picMkLst>
        </pc:picChg>
      </pc:sldChg>
      <pc:sldChg chg="addSp delSp modSp mod ord">
        <pc:chgData name="Chevallier, Erwan" userId="41829133-4082-412e-b87b-fa41cba82c87" providerId="ADAL" clId="{E5B812EE-EA4B-4FE8-ADA6-053A96E5111C}" dt="2026-08-11T08:14:32.594" v="9144" actId="20577"/>
        <pc:sldMkLst>
          <pc:docMk/>
          <pc:sldMk cId="34769885" sldId="458"/>
        </pc:sldMkLst>
        <pc:spChg chg="mod">
          <ac:chgData name="Chevallier, Erwan" userId="41829133-4082-412e-b87b-fa41cba82c87" providerId="ADAL" clId="{E5B812EE-EA4B-4FE8-ADA6-053A96E5111C}" dt="2026-08-10T15:27:30.479" v="9022" actId="20577"/>
          <ac:spMkLst>
            <pc:docMk/>
            <pc:sldMk cId="34769885" sldId="458"/>
            <ac:spMk id="4" creationId="{2CC5B7F8-5D0C-BF7A-75AB-751E1E4722FE}"/>
          </ac:spMkLst>
        </pc:spChg>
        <pc:spChg chg="add del">
          <ac:chgData name="Chevallier, Erwan" userId="41829133-4082-412e-b87b-fa41cba82c87" providerId="ADAL" clId="{E5B812EE-EA4B-4FE8-ADA6-053A96E5111C}" dt="2026-08-10T15:22:47.393" v="8864" actId="478"/>
          <ac:spMkLst>
            <pc:docMk/>
            <pc:sldMk cId="34769885" sldId="458"/>
            <ac:spMk id="6" creationId="{1DCB56F4-E098-EB60-3687-1BD6A643190E}"/>
          </ac:spMkLst>
        </pc:spChg>
        <pc:spChg chg="mod">
          <ac:chgData name="Chevallier, Erwan" userId="41829133-4082-412e-b87b-fa41cba82c87" providerId="ADAL" clId="{E5B812EE-EA4B-4FE8-ADA6-053A96E5111C}" dt="2026-08-11T08:14:32.594" v="9144" actId="20577"/>
          <ac:spMkLst>
            <pc:docMk/>
            <pc:sldMk cId="34769885" sldId="458"/>
            <ac:spMk id="9" creationId="{264875CA-A4F9-4E5B-A319-0E83CE0E2797}"/>
          </ac:spMkLst>
        </pc:spChg>
      </pc:sldChg>
      <pc:sldChg chg="delSp del mod">
        <pc:chgData name="Chevallier, Erwan" userId="41829133-4082-412e-b87b-fa41cba82c87" providerId="ADAL" clId="{E5B812EE-EA4B-4FE8-ADA6-053A96E5111C}" dt="2026-08-10T08:50:27.579" v="7195" actId="47"/>
        <pc:sldMkLst>
          <pc:docMk/>
          <pc:sldMk cId="3383049087" sldId="459"/>
        </pc:sldMkLst>
        <pc:picChg chg="del">
          <ac:chgData name="Chevallier, Erwan" userId="41829133-4082-412e-b87b-fa41cba82c87" providerId="ADAL" clId="{E5B812EE-EA4B-4FE8-ADA6-053A96E5111C}" dt="2026-08-10T08:47:00.367" v="7188" actId="478"/>
          <ac:picMkLst>
            <pc:docMk/>
            <pc:sldMk cId="3383049087" sldId="459"/>
            <ac:picMk id="6" creationId="{E81B5657-825F-AE77-1C32-E3CB15658764}"/>
          </ac:picMkLst>
        </pc:picChg>
        <pc:picChg chg="del">
          <ac:chgData name="Chevallier, Erwan" userId="41829133-4082-412e-b87b-fa41cba82c87" providerId="ADAL" clId="{E5B812EE-EA4B-4FE8-ADA6-053A96E5111C}" dt="2026-08-10T08:47:00.913" v="7189" actId="478"/>
          <ac:picMkLst>
            <pc:docMk/>
            <pc:sldMk cId="3383049087" sldId="459"/>
            <ac:picMk id="9" creationId="{FDDE1102-8E19-6773-34D1-EC5E9FAD293B}"/>
          </ac:picMkLst>
        </pc:picChg>
        <pc:picChg chg="del">
          <ac:chgData name="Chevallier, Erwan" userId="41829133-4082-412e-b87b-fa41cba82c87" providerId="ADAL" clId="{E5B812EE-EA4B-4FE8-ADA6-053A96E5111C}" dt="2026-08-10T08:50:21.792" v="7191" actId="478"/>
          <ac:picMkLst>
            <pc:docMk/>
            <pc:sldMk cId="3383049087" sldId="459"/>
            <ac:picMk id="11" creationId="{CFAED372-B137-85ED-BB1C-A306BFD4FD9B}"/>
          </ac:picMkLst>
        </pc:picChg>
        <pc:picChg chg="del">
          <ac:chgData name="Chevallier, Erwan" userId="41829133-4082-412e-b87b-fa41cba82c87" providerId="ADAL" clId="{E5B812EE-EA4B-4FE8-ADA6-053A96E5111C}" dt="2026-08-10T08:47:01.718" v="7190" actId="478"/>
          <ac:picMkLst>
            <pc:docMk/>
            <pc:sldMk cId="3383049087" sldId="459"/>
            <ac:picMk id="12" creationId="{6009F821-1B34-477F-8900-FF2CABB86ABA}"/>
          </ac:picMkLst>
        </pc:picChg>
        <pc:picChg chg="del">
          <ac:chgData name="Chevallier, Erwan" userId="41829133-4082-412e-b87b-fa41cba82c87" providerId="ADAL" clId="{E5B812EE-EA4B-4FE8-ADA6-053A96E5111C}" dt="2026-08-10T08:50:22.132" v="7192" actId="478"/>
          <ac:picMkLst>
            <pc:docMk/>
            <pc:sldMk cId="3383049087" sldId="459"/>
            <ac:picMk id="13" creationId="{665677D2-3D8A-BFC1-C952-26C0EAC36484}"/>
          </ac:picMkLst>
        </pc:picChg>
        <pc:picChg chg="del">
          <ac:chgData name="Chevallier, Erwan" userId="41829133-4082-412e-b87b-fa41cba82c87" providerId="ADAL" clId="{E5B812EE-EA4B-4FE8-ADA6-053A96E5111C}" dt="2026-08-10T08:50:22.657" v="7193" actId="478"/>
          <ac:picMkLst>
            <pc:docMk/>
            <pc:sldMk cId="3383049087" sldId="459"/>
            <ac:picMk id="19" creationId="{77811E37-C7C9-7A63-5FD1-D9A2FEE43040}"/>
          </ac:picMkLst>
        </pc:picChg>
      </pc:sldChg>
      <pc:sldChg chg="del">
        <pc:chgData name="Chevallier, Erwan" userId="41829133-4082-412e-b87b-fa41cba82c87" providerId="ADAL" clId="{E5B812EE-EA4B-4FE8-ADA6-053A96E5111C}" dt="2026-08-10T09:46:36.462" v="7427" actId="47"/>
        <pc:sldMkLst>
          <pc:docMk/>
          <pc:sldMk cId="1968207742" sldId="460"/>
        </pc:sldMkLst>
      </pc:sldChg>
      <pc:sldChg chg="del">
        <pc:chgData name="Chevallier, Erwan" userId="41829133-4082-412e-b87b-fa41cba82c87" providerId="ADAL" clId="{E5B812EE-EA4B-4FE8-ADA6-053A96E5111C}" dt="2026-08-10T12:47:41.047" v="7590" actId="47"/>
        <pc:sldMkLst>
          <pc:docMk/>
          <pc:sldMk cId="2692734288" sldId="461"/>
        </pc:sldMkLst>
      </pc:sldChg>
      <pc:sldChg chg="del">
        <pc:chgData name="Chevallier, Erwan" userId="41829133-4082-412e-b87b-fa41cba82c87" providerId="ADAL" clId="{E5B812EE-EA4B-4FE8-ADA6-053A96E5111C}" dt="2026-08-10T12:49:47.065" v="7626" actId="47"/>
        <pc:sldMkLst>
          <pc:docMk/>
          <pc:sldMk cId="1115662762" sldId="462"/>
        </pc:sldMkLst>
      </pc:sldChg>
      <pc:sldChg chg="addSp delSp modSp mod ord">
        <pc:chgData name="Chevallier, Erwan" userId="41829133-4082-412e-b87b-fa41cba82c87" providerId="ADAL" clId="{E5B812EE-EA4B-4FE8-ADA6-053A96E5111C}" dt="2026-08-10T09:28:05.609" v="7241" actId="20577"/>
        <pc:sldMkLst>
          <pc:docMk/>
          <pc:sldMk cId="4100671031" sldId="463"/>
        </pc:sldMkLst>
        <pc:spChg chg="mod">
          <ac:chgData name="Chevallier, Erwan" userId="41829133-4082-412e-b87b-fa41cba82c87" providerId="ADAL" clId="{E5B812EE-EA4B-4FE8-ADA6-053A96E5111C}" dt="2026-08-10T08:36:46.232" v="7053" actId="20577"/>
          <ac:spMkLst>
            <pc:docMk/>
            <pc:sldMk cId="4100671031" sldId="463"/>
            <ac:spMk id="6" creationId="{D6EF746D-BB7A-CBEA-D9F9-7D0A191DAD9C}"/>
          </ac:spMkLst>
        </pc:spChg>
        <pc:spChg chg="del mod">
          <ac:chgData name="Chevallier, Erwan" userId="41829133-4082-412e-b87b-fa41cba82c87" providerId="ADAL" clId="{E5B812EE-EA4B-4FE8-ADA6-053A96E5111C}" dt="2026-08-10T08:50:39.452" v="7200" actId="478"/>
          <ac:spMkLst>
            <pc:docMk/>
            <pc:sldMk cId="4100671031" sldId="463"/>
            <ac:spMk id="7" creationId="{ED11692F-C39D-65A7-5AEB-A9E371A4F830}"/>
          </ac:spMkLst>
        </pc:spChg>
        <pc:spChg chg="mod">
          <ac:chgData name="Chevallier, Erwan" userId="41829133-4082-412e-b87b-fa41cba82c87" providerId="ADAL" clId="{E5B812EE-EA4B-4FE8-ADA6-053A96E5111C}" dt="2026-08-10T08:37:23.524" v="7062" actId="20577"/>
          <ac:spMkLst>
            <pc:docMk/>
            <pc:sldMk cId="4100671031" sldId="463"/>
            <ac:spMk id="10" creationId="{4C8A52A1-F228-4861-C98E-5303B503B873}"/>
          </ac:spMkLst>
        </pc:spChg>
        <pc:spChg chg="mod">
          <ac:chgData name="Chevallier, Erwan" userId="41829133-4082-412e-b87b-fa41cba82c87" providerId="ADAL" clId="{E5B812EE-EA4B-4FE8-ADA6-053A96E5111C}" dt="2026-08-10T09:28:05.609" v="7241" actId="20577"/>
          <ac:spMkLst>
            <pc:docMk/>
            <pc:sldMk cId="4100671031" sldId="463"/>
            <ac:spMk id="22" creationId="{52DF0AFF-718A-6F1B-C866-E82F2CABFECC}"/>
          </ac:spMkLst>
        </pc:spChg>
        <pc:picChg chg="add del mod">
          <ac:chgData name="Chevallier, Erwan" userId="41829133-4082-412e-b87b-fa41cba82c87" providerId="ADAL" clId="{E5B812EE-EA4B-4FE8-ADA6-053A96E5111C}" dt="2026-08-10T08:50:36.399" v="7196" actId="478"/>
          <ac:picMkLst>
            <pc:docMk/>
            <pc:sldMk cId="4100671031" sldId="463"/>
            <ac:picMk id="8" creationId="{94B0BCD9-A0BB-E273-892F-58F8F33575DC}"/>
          </ac:picMkLst>
        </pc:picChg>
        <pc:picChg chg="del">
          <ac:chgData name="Chevallier, Erwan" userId="41829133-4082-412e-b87b-fa41cba82c87" providerId="ADAL" clId="{E5B812EE-EA4B-4FE8-ADA6-053A96E5111C}" dt="2026-08-10T08:35:48.154" v="7038" actId="478"/>
          <ac:picMkLst>
            <pc:docMk/>
            <pc:sldMk cId="4100671031" sldId="463"/>
            <ac:picMk id="11" creationId="{FB7FB6E9-F9E0-CBAC-ED84-EA67422A39C2}"/>
          </ac:picMkLst>
        </pc:picChg>
        <pc:picChg chg="add del mod">
          <ac:chgData name="Chevallier, Erwan" userId="41829133-4082-412e-b87b-fa41cba82c87" providerId="ADAL" clId="{E5B812EE-EA4B-4FE8-ADA6-053A96E5111C}" dt="2026-08-10T08:50:36.757" v="7197" actId="478"/>
          <ac:picMkLst>
            <pc:docMk/>
            <pc:sldMk cId="4100671031" sldId="463"/>
            <ac:picMk id="14" creationId="{8B8340AE-E194-BBC2-6102-0F030D574067}"/>
          </ac:picMkLst>
        </pc:picChg>
        <pc:picChg chg="del">
          <ac:chgData name="Chevallier, Erwan" userId="41829133-4082-412e-b87b-fa41cba82c87" providerId="ADAL" clId="{E5B812EE-EA4B-4FE8-ADA6-053A96E5111C}" dt="2026-08-10T08:35:48.154" v="7038" actId="478"/>
          <ac:picMkLst>
            <pc:docMk/>
            <pc:sldMk cId="4100671031" sldId="463"/>
            <ac:picMk id="15" creationId="{6AF99E7B-89BF-5866-C49B-92343BF3B689}"/>
          </ac:picMkLst>
        </pc:picChg>
        <pc:picChg chg="add del mod">
          <ac:chgData name="Chevallier, Erwan" userId="41829133-4082-412e-b87b-fa41cba82c87" providerId="ADAL" clId="{E5B812EE-EA4B-4FE8-ADA6-053A96E5111C}" dt="2026-08-10T08:50:37.602" v="7199" actId="478"/>
          <ac:picMkLst>
            <pc:docMk/>
            <pc:sldMk cId="4100671031" sldId="463"/>
            <ac:picMk id="17" creationId="{92681787-3D01-E9A7-9452-737B69096512}"/>
          </ac:picMkLst>
        </pc:picChg>
        <pc:picChg chg="add del mod">
          <ac:chgData name="Chevallier, Erwan" userId="41829133-4082-412e-b87b-fa41cba82c87" providerId="ADAL" clId="{E5B812EE-EA4B-4FE8-ADA6-053A96E5111C}" dt="2026-08-10T08:50:37.168" v="7198" actId="478"/>
          <ac:picMkLst>
            <pc:docMk/>
            <pc:sldMk cId="4100671031" sldId="463"/>
            <ac:picMk id="19" creationId="{F14E4817-0FC1-39B2-BB9B-60A1415C7149}"/>
          </ac:picMkLst>
        </pc:picChg>
        <pc:picChg chg="del">
          <ac:chgData name="Chevallier, Erwan" userId="41829133-4082-412e-b87b-fa41cba82c87" providerId="ADAL" clId="{E5B812EE-EA4B-4FE8-ADA6-053A96E5111C}" dt="2026-08-10T08:35:52.047" v="7040" actId="478"/>
          <ac:picMkLst>
            <pc:docMk/>
            <pc:sldMk cId="4100671031" sldId="463"/>
            <ac:picMk id="21" creationId="{245DB78D-07BE-F81C-118A-7D91902F7F01}"/>
          </ac:picMkLst>
        </pc:picChg>
        <pc:picChg chg="add del mod">
          <ac:chgData name="Chevallier, Erwan" userId="41829133-4082-412e-b87b-fa41cba82c87" providerId="ADAL" clId="{E5B812EE-EA4B-4FE8-ADA6-053A96E5111C}" dt="2026-08-10T09:26:08.122" v="7220" actId="478"/>
          <ac:picMkLst>
            <pc:docMk/>
            <pc:sldMk cId="4100671031" sldId="463"/>
            <ac:picMk id="23" creationId="{6A22A0B0-66FB-6FD6-5FBA-4A5AAA45AFA1}"/>
          </ac:picMkLst>
        </pc:picChg>
        <pc:picChg chg="del">
          <ac:chgData name="Chevallier, Erwan" userId="41829133-4082-412e-b87b-fa41cba82c87" providerId="ADAL" clId="{E5B812EE-EA4B-4FE8-ADA6-053A96E5111C}" dt="2026-08-10T08:35:50.695" v="7039" actId="478"/>
          <ac:picMkLst>
            <pc:docMk/>
            <pc:sldMk cId="4100671031" sldId="463"/>
            <ac:picMk id="24" creationId="{CEBB6C32-82B9-6B4B-6152-F997E21906A4}"/>
          </ac:picMkLst>
        </pc:picChg>
        <pc:picChg chg="add del mod">
          <ac:chgData name="Chevallier, Erwan" userId="41829133-4082-412e-b87b-fa41cba82c87" providerId="ADAL" clId="{E5B812EE-EA4B-4FE8-ADA6-053A96E5111C}" dt="2026-08-10T09:26:07.776" v="7219" actId="478"/>
          <ac:picMkLst>
            <pc:docMk/>
            <pc:sldMk cId="4100671031" sldId="463"/>
            <ac:picMk id="26" creationId="{82925F19-39CC-D4F4-200E-06401B22CB60}"/>
          </ac:picMkLst>
        </pc:picChg>
        <pc:picChg chg="add mod">
          <ac:chgData name="Chevallier, Erwan" userId="41829133-4082-412e-b87b-fa41cba82c87" providerId="ADAL" clId="{E5B812EE-EA4B-4FE8-ADA6-053A96E5111C}" dt="2026-08-10T09:27:36.552" v="7227" actId="14100"/>
          <ac:picMkLst>
            <pc:docMk/>
            <pc:sldMk cId="4100671031" sldId="463"/>
            <ac:picMk id="28" creationId="{89083A1B-D711-0C66-41C0-5FB152D2590B}"/>
          </ac:picMkLst>
        </pc:picChg>
        <pc:picChg chg="add mod">
          <ac:chgData name="Chevallier, Erwan" userId="41829133-4082-412e-b87b-fa41cba82c87" providerId="ADAL" clId="{E5B812EE-EA4B-4FE8-ADA6-053A96E5111C}" dt="2026-08-10T09:27:38.840" v="7228" actId="1076"/>
          <ac:picMkLst>
            <pc:docMk/>
            <pc:sldMk cId="4100671031" sldId="463"/>
            <ac:picMk id="30" creationId="{1885CF20-21E0-74BC-EF74-FCC1A37B4395}"/>
          </ac:picMkLst>
        </pc:picChg>
        <pc:picChg chg="add mod">
          <ac:chgData name="Chevallier, Erwan" userId="41829133-4082-412e-b87b-fa41cba82c87" providerId="ADAL" clId="{E5B812EE-EA4B-4FE8-ADA6-053A96E5111C}" dt="2026-08-10T09:27:43.026" v="7231" actId="1076"/>
          <ac:picMkLst>
            <pc:docMk/>
            <pc:sldMk cId="4100671031" sldId="463"/>
            <ac:picMk id="32" creationId="{D732B2DC-121A-EE58-46DB-8052FF365A55}"/>
          </ac:picMkLst>
        </pc:picChg>
        <pc:picChg chg="add mod">
          <ac:chgData name="Chevallier, Erwan" userId="41829133-4082-412e-b87b-fa41cba82c87" providerId="ADAL" clId="{E5B812EE-EA4B-4FE8-ADA6-053A96E5111C}" dt="2026-08-10T09:28:02.471" v="7236" actId="1076"/>
          <ac:picMkLst>
            <pc:docMk/>
            <pc:sldMk cId="4100671031" sldId="463"/>
            <ac:picMk id="34" creationId="{21297869-A810-F91B-2317-408FCD85BFE9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5:20:19.992" v="8750" actId="20577"/>
        <pc:sldMkLst>
          <pc:docMk/>
          <pc:sldMk cId="492532189" sldId="464"/>
        </pc:sldMkLst>
        <pc:spChg chg="mod">
          <ac:chgData name="Chevallier, Erwan" userId="41829133-4082-412e-b87b-fa41cba82c87" providerId="ADAL" clId="{E5B812EE-EA4B-4FE8-ADA6-053A96E5111C}" dt="2026-08-10T09:32:42.080" v="7294" actId="20577"/>
          <ac:spMkLst>
            <pc:docMk/>
            <pc:sldMk cId="492532189" sldId="464"/>
            <ac:spMk id="6" creationId="{16CB5E1E-B9AE-F13A-0D44-B0DE5FA65A14}"/>
          </ac:spMkLst>
        </pc:spChg>
        <pc:spChg chg="mod">
          <ac:chgData name="Chevallier, Erwan" userId="41829133-4082-412e-b87b-fa41cba82c87" providerId="ADAL" clId="{E5B812EE-EA4B-4FE8-ADA6-053A96E5111C}" dt="2026-08-10T09:32:44.773" v="7298" actId="20577"/>
          <ac:spMkLst>
            <pc:docMk/>
            <pc:sldMk cId="492532189" sldId="464"/>
            <ac:spMk id="10" creationId="{80CF7AC3-96DC-48F2-7F61-E6D7521EE740}"/>
          </ac:spMkLst>
        </pc:spChg>
        <pc:spChg chg="mod">
          <ac:chgData name="Chevallier, Erwan" userId="41829133-4082-412e-b87b-fa41cba82c87" providerId="ADAL" clId="{E5B812EE-EA4B-4FE8-ADA6-053A96E5111C}" dt="2026-08-10T15:20:19.992" v="8750" actId="20577"/>
          <ac:spMkLst>
            <pc:docMk/>
            <pc:sldMk cId="492532189" sldId="464"/>
            <ac:spMk id="11" creationId="{233FFDD7-2B57-17C2-FBED-F57E6EC55813}"/>
          </ac:spMkLst>
        </pc:spChg>
        <pc:picChg chg="del">
          <ac:chgData name="Chevallier, Erwan" userId="41829133-4082-412e-b87b-fa41cba82c87" providerId="ADAL" clId="{E5B812EE-EA4B-4FE8-ADA6-053A96E5111C}" dt="2026-08-10T09:32:34.481" v="7281" actId="478"/>
          <ac:picMkLst>
            <pc:docMk/>
            <pc:sldMk cId="492532189" sldId="464"/>
            <ac:picMk id="3" creationId="{2DCED7C4-6B92-E259-5BDF-18B36E621DB6}"/>
          </ac:picMkLst>
        </pc:picChg>
        <pc:picChg chg="del">
          <ac:chgData name="Chevallier, Erwan" userId="41829133-4082-412e-b87b-fa41cba82c87" providerId="ADAL" clId="{E5B812EE-EA4B-4FE8-ADA6-053A96E5111C}" dt="2026-08-10T09:32:35.445" v="7283" actId="478"/>
          <ac:picMkLst>
            <pc:docMk/>
            <pc:sldMk cId="492532189" sldId="464"/>
            <ac:picMk id="7" creationId="{79B868AA-9DDA-C399-06A7-118FC7D81A7A}"/>
          </ac:picMkLst>
        </pc:picChg>
        <pc:picChg chg="del">
          <ac:chgData name="Chevallier, Erwan" userId="41829133-4082-412e-b87b-fa41cba82c87" providerId="ADAL" clId="{E5B812EE-EA4B-4FE8-ADA6-053A96E5111C}" dt="2026-08-10T09:32:35.060" v="7282" actId="478"/>
          <ac:picMkLst>
            <pc:docMk/>
            <pc:sldMk cId="492532189" sldId="464"/>
            <ac:picMk id="12" creationId="{99D1EC1A-A743-E65B-E429-A8AA5B0A74AF}"/>
          </ac:picMkLst>
        </pc:picChg>
        <pc:picChg chg="add mod">
          <ac:chgData name="Chevallier, Erwan" userId="41829133-4082-412e-b87b-fa41cba82c87" providerId="ADAL" clId="{E5B812EE-EA4B-4FE8-ADA6-053A96E5111C}" dt="2026-08-10T09:33:51.329" v="7318" actId="1076"/>
          <ac:picMkLst>
            <pc:docMk/>
            <pc:sldMk cId="492532189" sldId="464"/>
            <ac:picMk id="15" creationId="{04249A4D-5379-477C-1A3B-254FAFD1F3E0}"/>
          </ac:picMkLst>
        </pc:picChg>
        <pc:picChg chg="del">
          <ac:chgData name="Chevallier, Erwan" userId="41829133-4082-412e-b87b-fa41cba82c87" providerId="ADAL" clId="{E5B812EE-EA4B-4FE8-ADA6-053A96E5111C}" dt="2026-08-10T09:32:35.837" v="7284" actId="478"/>
          <ac:picMkLst>
            <pc:docMk/>
            <pc:sldMk cId="492532189" sldId="464"/>
            <ac:picMk id="16" creationId="{7E15CC60-1D57-07F7-E7F1-4CF4884F1CB5}"/>
          </ac:picMkLst>
        </pc:picChg>
        <pc:picChg chg="add mod">
          <ac:chgData name="Chevallier, Erwan" userId="41829133-4082-412e-b87b-fa41cba82c87" providerId="ADAL" clId="{E5B812EE-EA4B-4FE8-ADA6-053A96E5111C}" dt="2026-08-10T09:34:09.454" v="7321" actId="14100"/>
          <ac:picMkLst>
            <pc:docMk/>
            <pc:sldMk cId="492532189" sldId="464"/>
            <ac:picMk id="18" creationId="{4A80B972-E561-C443-EA77-093C5DEFFC72}"/>
          </ac:picMkLst>
        </pc:picChg>
        <pc:picChg chg="del">
          <ac:chgData name="Chevallier, Erwan" userId="41829133-4082-412e-b87b-fa41cba82c87" providerId="ADAL" clId="{E5B812EE-EA4B-4FE8-ADA6-053A96E5111C}" dt="2026-08-10T09:32:36.545" v="7286" actId="478"/>
          <ac:picMkLst>
            <pc:docMk/>
            <pc:sldMk cId="492532189" sldId="464"/>
            <ac:picMk id="19" creationId="{8F2CF412-2486-F7DF-10F4-1872E1248AF7}"/>
          </ac:picMkLst>
        </pc:picChg>
        <pc:picChg chg="add mod">
          <ac:chgData name="Chevallier, Erwan" userId="41829133-4082-412e-b87b-fa41cba82c87" providerId="ADAL" clId="{E5B812EE-EA4B-4FE8-ADA6-053A96E5111C}" dt="2026-08-10T09:39:35.324" v="7395" actId="1076"/>
          <ac:picMkLst>
            <pc:docMk/>
            <pc:sldMk cId="492532189" sldId="464"/>
            <ac:picMk id="21" creationId="{167AD0D1-C74A-4BCA-5A7C-6A7F9FCAB01D}"/>
          </ac:picMkLst>
        </pc:picChg>
        <pc:picChg chg="del">
          <ac:chgData name="Chevallier, Erwan" userId="41829133-4082-412e-b87b-fa41cba82c87" providerId="ADAL" clId="{E5B812EE-EA4B-4FE8-ADA6-053A96E5111C}" dt="2026-08-10T09:32:36.229" v="7285" actId="478"/>
          <ac:picMkLst>
            <pc:docMk/>
            <pc:sldMk cId="492532189" sldId="464"/>
            <ac:picMk id="22" creationId="{48354E54-01ED-F27A-46BA-C963813678B4}"/>
          </ac:picMkLst>
        </pc:picChg>
        <pc:picChg chg="add mod">
          <ac:chgData name="Chevallier, Erwan" userId="41829133-4082-412e-b87b-fa41cba82c87" providerId="ADAL" clId="{E5B812EE-EA4B-4FE8-ADA6-053A96E5111C}" dt="2026-08-10T09:39:35.324" v="7395" actId="1076"/>
          <ac:picMkLst>
            <pc:docMk/>
            <pc:sldMk cId="492532189" sldId="464"/>
            <ac:picMk id="25" creationId="{CF90C16B-66F4-EE42-0BD5-20CA90E0AF52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5:18:18.706" v="8625" actId="20577"/>
        <pc:sldMkLst>
          <pc:docMk/>
          <pc:sldMk cId="796808421" sldId="465"/>
        </pc:sldMkLst>
        <pc:spChg chg="mod">
          <ac:chgData name="Chevallier, Erwan" userId="41829133-4082-412e-b87b-fa41cba82c87" providerId="ADAL" clId="{E5B812EE-EA4B-4FE8-ADA6-053A96E5111C}" dt="2026-08-10T09:50:01.773" v="7509" actId="20577"/>
          <ac:spMkLst>
            <pc:docMk/>
            <pc:sldMk cId="796808421" sldId="465"/>
            <ac:spMk id="4" creationId="{FB5F53BD-C4FD-D96E-9277-7B7EBAD2EC0B}"/>
          </ac:spMkLst>
        </pc:spChg>
        <pc:spChg chg="mod">
          <ac:chgData name="Chevallier, Erwan" userId="41829133-4082-412e-b87b-fa41cba82c87" providerId="ADAL" clId="{E5B812EE-EA4B-4FE8-ADA6-053A96E5111C}" dt="2026-08-10T09:50:04.555" v="7513" actId="20577"/>
          <ac:spMkLst>
            <pc:docMk/>
            <pc:sldMk cId="796808421" sldId="465"/>
            <ac:spMk id="11" creationId="{06D31CA2-2169-5BCB-0933-F44392E44846}"/>
          </ac:spMkLst>
        </pc:spChg>
        <pc:spChg chg="mod">
          <ac:chgData name="Chevallier, Erwan" userId="41829133-4082-412e-b87b-fa41cba82c87" providerId="ADAL" clId="{E5B812EE-EA4B-4FE8-ADA6-053A96E5111C}" dt="2026-08-10T15:18:18.706" v="8625" actId="20577"/>
          <ac:spMkLst>
            <pc:docMk/>
            <pc:sldMk cId="796808421" sldId="465"/>
            <ac:spMk id="13" creationId="{BAEB4E97-1305-0838-FE06-319774D227D0}"/>
          </ac:spMkLst>
        </pc:spChg>
        <pc:spChg chg="mod">
          <ac:chgData name="Chevallier, Erwan" userId="41829133-4082-412e-b87b-fa41cba82c87" providerId="ADAL" clId="{E5B812EE-EA4B-4FE8-ADA6-053A96E5111C}" dt="2026-08-10T09:50:10.154" v="7519" actId="20577"/>
          <ac:spMkLst>
            <pc:docMk/>
            <pc:sldMk cId="796808421" sldId="465"/>
            <ac:spMk id="25" creationId="{B4343909-D5C8-55D2-8330-9404DAED9712}"/>
          </ac:spMkLst>
        </pc:spChg>
        <pc:picChg chg="add mod">
          <ac:chgData name="Chevallier, Erwan" userId="41829133-4082-412e-b87b-fa41cba82c87" providerId="ADAL" clId="{E5B812EE-EA4B-4FE8-ADA6-053A96E5111C}" dt="2026-08-10T09:50:44.036" v="7527" actId="14100"/>
          <ac:picMkLst>
            <pc:docMk/>
            <pc:sldMk cId="796808421" sldId="465"/>
            <ac:picMk id="9" creationId="{C9B3E01C-E727-4CCF-5D38-1B91DC1C8297}"/>
          </ac:picMkLst>
        </pc:picChg>
        <pc:picChg chg="del">
          <ac:chgData name="Chevallier, Erwan" userId="41829133-4082-412e-b87b-fa41cba82c87" providerId="ADAL" clId="{E5B812EE-EA4B-4FE8-ADA6-053A96E5111C}" dt="2026-08-10T09:49:12.334" v="7498" actId="478"/>
          <ac:picMkLst>
            <pc:docMk/>
            <pc:sldMk cId="796808421" sldId="465"/>
            <ac:picMk id="12" creationId="{AEFD5DB8-FC26-8E6A-0CBA-CD4BD3B9F778}"/>
          </ac:picMkLst>
        </pc:picChg>
        <pc:picChg chg="add mod">
          <ac:chgData name="Chevallier, Erwan" userId="41829133-4082-412e-b87b-fa41cba82c87" providerId="ADAL" clId="{E5B812EE-EA4B-4FE8-ADA6-053A96E5111C}" dt="2026-08-10T09:50:48.591" v="7529" actId="14100"/>
          <ac:picMkLst>
            <pc:docMk/>
            <pc:sldMk cId="796808421" sldId="465"/>
            <ac:picMk id="16" creationId="{6298C188-D0AE-4ED2-3DE1-3AD0DD415311}"/>
          </ac:picMkLst>
        </pc:picChg>
        <pc:picChg chg="del">
          <ac:chgData name="Chevallier, Erwan" userId="41829133-4082-412e-b87b-fa41cba82c87" providerId="ADAL" clId="{E5B812EE-EA4B-4FE8-ADA6-053A96E5111C}" dt="2026-08-10T09:49:12.944" v="7499" actId="478"/>
          <ac:picMkLst>
            <pc:docMk/>
            <pc:sldMk cId="796808421" sldId="465"/>
            <ac:picMk id="17" creationId="{1B51922B-2AAB-F5E7-94D6-2699C94FF179}"/>
          </ac:picMkLst>
        </pc:picChg>
        <pc:picChg chg="add mod">
          <ac:chgData name="Chevallier, Erwan" userId="41829133-4082-412e-b87b-fa41cba82c87" providerId="ADAL" clId="{E5B812EE-EA4B-4FE8-ADA6-053A96E5111C}" dt="2026-08-10T12:36:43.946" v="7561" actId="1076"/>
          <ac:picMkLst>
            <pc:docMk/>
            <pc:sldMk cId="796808421" sldId="465"/>
            <ac:picMk id="19" creationId="{A782B3F1-E920-D04E-A765-C1C8F7B720DB}"/>
          </ac:picMkLst>
        </pc:picChg>
        <pc:picChg chg="del">
          <ac:chgData name="Chevallier, Erwan" userId="41829133-4082-412e-b87b-fa41cba82c87" providerId="ADAL" clId="{E5B812EE-EA4B-4FE8-ADA6-053A96E5111C}" dt="2026-08-10T09:49:13.466" v="7501" actId="478"/>
          <ac:picMkLst>
            <pc:docMk/>
            <pc:sldMk cId="796808421" sldId="465"/>
            <ac:picMk id="20" creationId="{F904A8D8-8528-C98C-7F1C-A577AA4A05C0}"/>
          </ac:picMkLst>
        </pc:picChg>
        <pc:picChg chg="add mod">
          <ac:chgData name="Chevallier, Erwan" userId="41829133-4082-412e-b87b-fa41cba82c87" providerId="ADAL" clId="{E5B812EE-EA4B-4FE8-ADA6-053A96E5111C}" dt="2026-08-10T12:37:01.545" v="7564" actId="14100"/>
          <ac:picMkLst>
            <pc:docMk/>
            <pc:sldMk cId="796808421" sldId="465"/>
            <ac:picMk id="22" creationId="{3D5D67F1-E161-A1B4-6F5C-AD2825375733}"/>
          </ac:picMkLst>
        </pc:picChg>
        <pc:picChg chg="del">
          <ac:chgData name="Chevallier, Erwan" userId="41829133-4082-412e-b87b-fa41cba82c87" providerId="ADAL" clId="{E5B812EE-EA4B-4FE8-ADA6-053A96E5111C}" dt="2026-08-10T09:49:13.271" v="7500" actId="478"/>
          <ac:picMkLst>
            <pc:docMk/>
            <pc:sldMk cId="796808421" sldId="465"/>
            <ac:picMk id="23" creationId="{3FBACA50-1ED6-2E51-D44D-BBD03037DDBD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5:15:32.294" v="8497" actId="20577"/>
        <pc:sldMkLst>
          <pc:docMk/>
          <pc:sldMk cId="1438491580" sldId="466"/>
        </pc:sldMkLst>
        <pc:spChg chg="mod">
          <ac:chgData name="Chevallier, Erwan" userId="41829133-4082-412e-b87b-fa41cba82c87" providerId="ADAL" clId="{E5B812EE-EA4B-4FE8-ADA6-053A96E5111C}" dt="2026-08-10T12:51:20.372" v="7666" actId="20577"/>
          <ac:spMkLst>
            <pc:docMk/>
            <pc:sldMk cId="1438491580" sldId="466"/>
            <ac:spMk id="7" creationId="{25594F85-1370-788A-13DF-7F592515E900}"/>
          </ac:spMkLst>
        </pc:spChg>
        <pc:spChg chg="mod">
          <ac:chgData name="Chevallier, Erwan" userId="41829133-4082-412e-b87b-fa41cba82c87" providerId="ADAL" clId="{E5B812EE-EA4B-4FE8-ADA6-053A96E5111C}" dt="2026-08-10T12:51:12.996" v="7658" actId="20577"/>
          <ac:spMkLst>
            <pc:docMk/>
            <pc:sldMk cId="1438491580" sldId="466"/>
            <ac:spMk id="11" creationId="{D784FF91-BBCF-F9D5-A860-DBA7476C8D21}"/>
          </ac:spMkLst>
        </pc:spChg>
        <pc:spChg chg="mod">
          <ac:chgData name="Chevallier, Erwan" userId="41829133-4082-412e-b87b-fa41cba82c87" providerId="ADAL" clId="{E5B812EE-EA4B-4FE8-ADA6-053A96E5111C}" dt="2026-08-10T15:15:32.294" v="8497" actId="20577"/>
          <ac:spMkLst>
            <pc:docMk/>
            <pc:sldMk cId="1438491580" sldId="466"/>
            <ac:spMk id="14" creationId="{3D72BC28-C49F-EB30-15B4-CFC3F180FC57}"/>
          </ac:spMkLst>
        </pc:spChg>
        <pc:spChg chg="mod">
          <ac:chgData name="Chevallier, Erwan" userId="41829133-4082-412e-b87b-fa41cba82c87" providerId="ADAL" clId="{E5B812EE-EA4B-4FE8-ADA6-053A96E5111C}" dt="2026-08-10T12:58:06.119" v="7714" actId="20577"/>
          <ac:spMkLst>
            <pc:docMk/>
            <pc:sldMk cId="1438491580" sldId="466"/>
            <ac:spMk id="25" creationId="{8F4F587E-AD22-145D-1A99-AAEAAB7394ED}"/>
          </ac:spMkLst>
        </pc:spChg>
        <pc:picChg chg="add mod">
          <ac:chgData name="Chevallier, Erwan" userId="41829133-4082-412e-b87b-fa41cba82c87" providerId="ADAL" clId="{E5B812EE-EA4B-4FE8-ADA6-053A96E5111C}" dt="2026-08-10T12:54:14.772" v="7696" actId="14100"/>
          <ac:picMkLst>
            <pc:docMk/>
            <pc:sldMk cId="1438491580" sldId="466"/>
            <ac:picMk id="4" creationId="{CDAC47A1-267C-82EC-3147-36AA66EF742F}"/>
          </ac:picMkLst>
        </pc:picChg>
        <pc:picChg chg="del">
          <ac:chgData name="Chevallier, Erwan" userId="41829133-4082-412e-b87b-fa41cba82c87" providerId="ADAL" clId="{E5B812EE-EA4B-4FE8-ADA6-053A96E5111C}" dt="2026-08-10T12:49:37.726" v="7621" actId="478"/>
          <ac:picMkLst>
            <pc:docMk/>
            <pc:sldMk cId="1438491580" sldId="466"/>
            <ac:picMk id="9" creationId="{2828D9AF-2E20-485D-58BB-1B6BABB43D45}"/>
          </ac:picMkLst>
        </pc:picChg>
        <pc:picChg chg="add mod">
          <ac:chgData name="Chevallier, Erwan" userId="41829133-4082-412e-b87b-fa41cba82c87" providerId="ADAL" clId="{E5B812EE-EA4B-4FE8-ADA6-053A96E5111C}" dt="2026-08-10T12:54:21.828" v="7698" actId="1076"/>
          <ac:picMkLst>
            <pc:docMk/>
            <pc:sldMk cId="1438491580" sldId="466"/>
            <ac:picMk id="16" creationId="{A337E2EB-F6BD-5ED3-AC95-DCE7848947BB}"/>
          </ac:picMkLst>
        </pc:picChg>
        <pc:picChg chg="del">
          <ac:chgData name="Chevallier, Erwan" userId="41829133-4082-412e-b87b-fa41cba82c87" providerId="ADAL" clId="{E5B812EE-EA4B-4FE8-ADA6-053A96E5111C}" dt="2026-08-10T12:49:38.050" v="7622" actId="478"/>
          <ac:picMkLst>
            <pc:docMk/>
            <pc:sldMk cId="1438491580" sldId="466"/>
            <ac:picMk id="17" creationId="{E2361BAC-1C2C-809C-43C9-8F6F36966C7B}"/>
          </ac:picMkLst>
        </pc:picChg>
        <pc:picChg chg="add mod">
          <ac:chgData name="Chevallier, Erwan" userId="41829133-4082-412e-b87b-fa41cba82c87" providerId="ADAL" clId="{E5B812EE-EA4B-4FE8-ADA6-053A96E5111C}" dt="2026-08-10T12:54:25.159" v="7699" actId="1076"/>
          <ac:picMkLst>
            <pc:docMk/>
            <pc:sldMk cId="1438491580" sldId="466"/>
            <ac:picMk id="19" creationId="{47F42F26-B2B4-D3EC-C85E-24B7908D16C2}"/>
          </ac:picMkLst>
        </pc:picChg>
        <pc:picChg chg="del">
          <ac:chgData name="Chevallier, Erwan" userId="41829133-4082-412e-b87b-fa41cba82c87" providerId="ADAL" clId="{E5B812EE-EA4B-4FE8-ADA6-053A96E5111C}" dt="2026-08-10T12:49:37.407" v="7620" actId="478"/>
          <ac:picMkLst>
            <pc:docMk/>
            <pc:sldMk cId="1438491580" sldId="466"/>
            <ac:picMk id="20" creationId="{1BB03875-BEA8-5D87-2DD1-E18634B7CBF3}"/>
          </ac:picMkLst>
        </pc:picChg>
        <pc:picChg chg="add mod">
          <ac:chgData name="Chevallier, Erwan" userId="41829133-4082-412e-b87b-fa41cba82c87" providerId="ADAL" clId="{E5B812EE-EA4B-4FE8-ADA6-053A96E5111C}" dt="2026-08-10T12:54:42.375" v="7702" actId="14100"/>
          <ac:picMkLst>
            <pc:docMk/>
            <pc:sldMk cId="1438491580" sldId="466"/>
            <ac:picMk id="22" creationId="{5EF406C1-599A-3F5B-861E-B157394B780A}"/>
          </ac:picMkLst>
        </pc:picChg>
        <pc:picChg chg="del">
          <ac:chgData name="Chevallier, Erwan" userId="41829133-4082-412e-b87b-fa41cba82c87" providerId="ADAL" clId="{E5B812EE-EA4B-4FE8-ADA6-053A96E5111C}" dt="2026-08-10T12:49:38.334" v="7623" actId="478"/>
          <ac:picMkLst>
            <pc:docMk/>
            <pc:sldMk cId="1438491580" sldId="466"/>
            <ac:picMk id="23" creationId="{E065AB26-9478-A34F-F964-4953893C7456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08:46:48.107" v="7187" actId="1076"/>
        <pc:sldMkLst>
          <pc:docMk/>
          <pc:sldMk cId="4072701860" sldId="2147379523"/>
        </pc:sldMkLst>
        <pc:spChg chg="del">
          <ac:chgData name="Chevallier, Erwan" userId="41829133-4082-412e-b87b-fa41cba82c87" providerId="ADAL" clId="{E5B812EE-EA4B-4FE8-ADA6-053A96E5111C}" dt="2026-08-10T08:40:09.704" v="7092" actId="478"/>
          <ac:spMkLst>
            <pc:docMk/>
            <pc:sldMk cId="4072701860" sldId="2147379523"/>
            <ac:spMk id="4" creationId="{739D820D-90BE-5496-1141-F92AAC38EF1C}"/>
          </ac:spMkLst>
        </pc:spChg>
        <pc:spChg chg="mod">
          <ac:chgData name="Chevallier, Erwan" userId="41829133-4082-412e-b87b-fa41cba82c87" providerId="ADAL" clId="{E5B812EE-EA4B-4FE8-ADA6-053A96E5111C}" dt="2026-08-10T08:46:48.107" v="7187" actId="1076"/>
          <ac:spMkLst>
            <pc:docMk/>
            <pc:sldMk cId="4072701860" sldId="2147379523"/>
            <ac:spMk id="6" creationId="{425803ED-38C3-76C0-63A8-1839F0230604}"/>
          </ac:spMkLst>
        </pc:spChg>
        <pc:spChg chg="mod">
          <ac:chgData name="Chevallier, Erwan" userId="41829133-4082-412e-b87b-fa41cba82c87" providerId="ADAL" clId="{E5B812EE-EA4B-4FE8-ADA6-053A96E5111C}" dt="2026-08-10T08:40:14.148" v="7097" actId="20577"/>
          <ac:spMkLst>
            <pc:docMk/>
            <pc:sldMk cId="4072701860" sldId="2147379523"/>
            <ac:spMk id="10" creationId="{34E5B409-2F25-C56C-B9C0-1B8ED740FDE3}"/>
          </ac:spMkLst>
        </pc:spChg>
        <pc:picChg chg="add del mod">
          <ac:chgData name="Chevallier, Erwan" userId="41829133-4082-412e-b87b-fa41cba82c87" providerId="ADAL" clId="{E5B812EE-EA4B-4FE8-ADA6-053A96E5111C}" dt="2026-08-10T08:45:32.683" v="7167" actId="478"/>
          <ac:picMkLst>
            <pc:docMk/>
            <pc:sldMk cId="4072701860" sldId="2147379523"/>
            <ac:picMk id="7" creationId="{E485593A-11DA-EC37-67CC-89B6C6278967}"/>
          </ac:picMkLst>
        </pc:picChg>
        <pc:picChg chg="del">
          <ac:chgData name="Chevallier, Erwan" userId="41829133-4082-412e-b87b-fa41cba82c87" providerId="ADAL" clId="{E5B812EE-EA4B-4FE8-ADA6-053A96E5111C}" dt="2026-08-10T08:40:00.168" v="7089" actId="478"/>
          <ac:picMkLst>
            <pc:docMk/>
            <pc:sldMk cId="4072701860" sldId="2147379523"/>
            <ac:picMk id="8" creationId="{0E522582-146A-E7B1-4506-E4B67FB270EE}"/>
          </ac:picMkLst>
        </pc:picChg>
        <pc:picChg chg="add del mod">
          <ac:chgData name="Chevallier, Erwan" userId="41829133-4082-412e-b87b-fa41cba82c87" providerId="ADAL" clId="{E5B812EE-EA4B-4FE8-ADA6-053A96E5111C}" dt="2026-08-10T08:45:31.516" v="7166" actId="478"/>
          <ac:picMkLst>
            <pc:docMk/>
            <pc:sldMk cId="4072701860" sldId="2147379523"/>
            <ac:picMk id="11" creationId="{7966B512-70F5-BEB5-96A8-B9519D1C52FB}"/>
          </ac:picMkLst>
        </pc:picChg>
        <pc:picChg chg="add del mod">
          <ac:chgData name="Chevallier, Erwan" userId="41829133-4082-412e-b87b-fa41cba82c87" providerId="ADAL" clId="{E5B812EE-EA4B-4FE8-ADA6-053A96E5111C}" dt="2026-08-10T08:45:31.001" v="7165" actId="478"/>
          <ac:picMkLst>
            <pc:docMk/>
            <pc:sldMk cId="4072701860" sldId="2147379523"/>
            <ac:picMk id="13" creationId="{FC07F1E1-EF04-B4CD-4DC6-164F68AC4347}"/>
          </ac:picMkLst>
        </pc:picChg>
        <pc:picChg chg="add del mod">
          <ac:chgData name="Chevallier, Erwan" userId="41829133-4082-412e-b87b-fa41cba82c87" providerId="ADAL" clId="{E5B812EE-EA4B-4FE8-ADA6-053A96E5111C}" dt="2026-08-10T08:45:30.581" v="7164" actId="478"/>
          <ac:picMkLst>
            <pc:docMk/>
            <pc:sldMk cId="4072701860" sldId="2147379523"/>
            <ac:picMk id="15" creationId="{1C72D233-CA60-1790-49A3-029DDFA14CAE}"/>
          </ac:picMkLst>
        </pc:picChg>
        <pc:picChg chg="add mod">
          <ac:chgData name="Chevallier, Erwan" userId="41829133-4082-412e-b87b-fa41cba82c87" providerId="ADAL" clId="{E5B812EE-EA4B-4FE8-ADA6-053A96E5111C}" dt="2026-08-10T08:46:25.339" v="7181" actId="14100"/>
          <ac:picMkLst>
            <pc:docMk/>
            <pc:sldMk cId="4072701860" sldId="2147379523"/>
            <ac:picMk id="17" creationId="{C0C2B8FB-5839-175D-41C4-5BA15A0A7241}"/>
          </ac:picMkLst>
        </pc:picChg>
        <pc:picChg chg="add mod">
          <ac:chgData name="Chevallier, Erwan" userId="41829133-4082-412e-b87b-fa41cba82c87" providerId="ADAL" clId="{E5B812EE-EA4B-4FE8-ADA6-053A96E5111C}" dt="2026-08-10T08:46:27.644" v="7183" actId="14100"/>
          <ac:picMkLst>
            <pc:docMk/>
            <pc:sldMk cId="4072701860" sldId="2147379523"/>
            <ac:picMk id="19" creationId="{28722ADE-E5CC-068E-2BCB-82A3D71CAFF8}"/>
          </ac:picMkLst>
        </pc:picChg>
        <pc:picChg chg="add mod">
          <ac:chgData name="Chevallier, Erwan" userId="41829133-4082-412e-b87b-fa41cba82c87" providerId="ADAL" clId="{E5B812EE-EA4B-4FE8-ADA6-053A96E5111C}" dt="2026-08-10T08:46:31.237" v="7185" actId="14100"/>
          <ac:picMkLst>
            <pc:docMk/>
            <pc:sldMk cId="4072701860" sldId="2147379523"/>
            <ac:picMk id="21" creationId="{78C482D3-CD6D-F8DA-6EC7-4CE48BCA0DF1}"/>
          </ac:picMkLst>
        </pc:picChg>
        <pc:picChg chg="add mod">
          <ac:chgData name="Chevallier, Erwan" userId="41829133-4082-412e-b87b-fa41cba82c87" providerId="ADAL" clId="{E5B812EE-EA4B-4FE8-ADA6-053A96E5111C}" dt="2026-08-10T08:46:34.188" v="7186" actId="14100"/>
          <ac:picMkLst>
            <pc:docMk/>
            <pc:sldMk cId="4072701860" sldId="2147379523"/>
            <ac:picMk id="23" creationId="{A4178FB8-02F6-81B3-7A51-3053C71076ED}"/>
          </ac:picMkLst>
        </pc:picChg>
      </pc:sldChg>
      <pc:sldChg chg="del">
        <pc:chgData name="Chevallier, Erwan" userId="41829133-4082-412e-b87b-fa41cba82c87" providerId="ADAL" clId="{E5B812EE-EA4B-4FE8-ADA6-053A96E5111C}" dt="2026-08-10T12:50:01.302" v="7638" actId="47"/>
        <pc:sldMkLst>
          <pc:docMk/>
          <pc:sldMk cId="1616148279" sldId="2147379554"/>
        </pc:sldMkLst>
      </pc:sldChg>
      <pc:sldChg chg="addSp delSp modSp mod">
        <pc:chgData name="Chevallier, Erwan" userId="41829133-4082-412e-b87b-fa41cba82c87" providerId="ADAL" clId="{E5B812EE-EA4B-4FE8-ADA6-053A96E5111C}" dt="2026-08-10T15:12:34.083" v="8287" actId="20577"/>
        <pc:sldMkLst>
          <pc:docMk/>
          <pc:sldMk cId="1357072641" sldId="2147379559"/>
        </pc:sldMkLst>
        <pc:spChg chg="mod">
          <ac:chgData name="Chevallier, Erwan" userId="41829133-4082-412e-b87b-fa41cba82c87" providerId="ADAL" clId="{E5B812EE-EA4B-4FE8-ADA6-053A96E5111C}" dt="2026-08-10T13:32:37.278" v="7797" actId="20577"/>
          <ac:spMkLst>
            <pc:docMk/>
            <pc:sldMk cId="1357072641" sldId="2147379559"/>
            <ac:spMk id="7" creationId="{D6BE0DBB-4AE2-3B27-F71A-CF6F4C7A6203}"/>
          </ac:spMkLst>
        </pc:spChg>
        <pc:spChg chg="mod">
          <ac:chgData name="Chevallier, Erwan" userId="41829133-4082-412e-b87b-fa41cba82c87" providerId="ADAL" clId="{E5B812EE-EA4B-4FE8-ADA6-053A96E5111C}" dt="2026-08-10T13:32:41.810" v="7801" actId="20577"/>
          <ac:spMkLst>
            <pc:docMk/>
            <pc:sldMk cId="1357072641" sldId="2147379559"/>
            <ac:spMk id="11" creationId="{53CD2659-3DB5-C905-8129-C4A46E2B2DFC}"/>
          </ac:spMkLst>
        </pc:spChg>
        <pc:spChg chg="mod">
          <ac:chgData name="Chevallier, Erwan" userId="41829133-4082-412e-b87b-fa41cba82c87" providerId="ADAL" clId="{E5B812EE-EA4B-4FE8-ADA6-053A96E5111C}" dt="2026-08-10T15:12:34.083" v="8287" actId="20577"/>
          <ac:spMkLst>
            <pc:docMk/>
            <pc:sldMk cId="1357072641" sldId="2147379559"/>
            <ac:spMk id="14" creationId="{509705D8-8EFA-D2EE-91FB-DDA6702FAB9D}"/>
          </ac:spMkLst>
        </pc:spChg>
        <pc:spChg chg="mod">
          <ac:chgData name="Chevallier, Erwan" userId="41829133-4082-412e-b87b-fa41cba82c87" providerId="ADAL" clId="{E5B812EE-EA4B-4FE8-ADA6-053A96E5111C}" dt="2026-08-10T13:28:38.384" v="7785" actId="20577"/>
          <ac:spMkLst>
            <pc:docMk/>
            <pc:sldMk cId="1357072641" sldId="2147379559"/>
            <ac:spMk id="25" creationId="{767CDB27-8D72-BA18-D674-5FC9EA9D0E64}"/>
          </ac:spMkLst>
        </pc:spChg>
        <pc:picChg chg="add mod">
          <ac:chgData name="Chevallier, Erwan" userId="41829133-4082-412e-b87b-fa41cba82c87" providerId="ADAL" clId="{E5B812EE-EA4B-4FE8-ADA6-053A96E5111C}" dt="2026-08-10T13:32:59.617" v="7804" actId="14100"/>
          <ac:picMkLst>
            <pc:docMk/>
            <pc:sldMk cId="1357072641" sldId="2147379559"/>
            <ac:picMk id="4" creationId="{A289AA8F-B836-5C40-9DA3-F2A40BED262A}"/>
          </ac:picMkLst>
        </pc:picChg>
        <pc:picChg chg="del">
          <ac:chgData name="Chevallier, Erwan" userId="41829133-4082-412e-b87b-fa41cba82c87" providerId="ADAL" clId="{E5B812EE-EA4B-4FE8-ADA6-053A96E5111C}" dt="2026-08-10T13:28:31.391" v="7779" actId="478"/>
          <ac:picMkLst>
            <pc:docMk/>
            <pc:sldMk cId="1357072641" sldId="2147379559"/>
            <ac:picMk id="9" creationId="{DE97E8B9-16CE-0F4F-9D35-5E6E682047B8}"/>
          </ac:picMkLst>
        </pc:picChg>
        <pc:picChg chg="del">
          <ac:chgData name="Chevallier, Erwan" userId="41829133-4082-412e-b87b-fa41cba82c87" providerId="ADAL" clId="{E5B812EE-EA4B-4FE8-ADA6-053A96E5111C}" dt="2026-08-10T13:28:31.078" v="7778" actId="478"/>
          <ac:picMkLst>
            <pc:docMk/>
            <pc:sldMk cId="1357072641" sldId="2147379559"/>
            <ac:picMk id="16" creationId="{E4E79E52-2F9C-D9B2-3A54-D43B1D84DA71}"/>
          </ac:picMkLst>
        </pc:picChg>
        <pc:picChg chg="add mod">
          <ac:chgData name="Chevallier, Erwan" userId="41829133-4082-412e-b87b-fa41cba82c87" providerId="ADAL" clId="{E5B812EE-EA4B-4FE8-ADA6-053A96E5111C}" dt="2026-08-10T13:33:05.056" v="7807" actId="1076"/>
          <ac:picMkLst>
            <pc:docMk/>
            <pc:sldMk cId="1357072641" sldId="2147379559"/>
            <ac:picMk id="17" creationId="{34438DBC-1888-3122-0AE0-D42FC771F5EB}"/>
          </ac:picMkLst>
        </pc:picChg>
        <pc:picChg chg="add mod">
          <ac:chgData name="Chevallier, Erwan" userId="41829133-4082-412e-b87b-fa41cba82c87" providerId="ADAL" clId="{E5B812EE-EA4B-4FE8-ADA6-053A96E5111C}" dt="2026-08-10T13:47:26.856" v="7815" actId="14100"/>
          <ac:picMkLst>
            <pc:docMk/>
            <pc:sldMk cId="1357072641" sldId="2147379559"/>
            <ac:picMk id="19" creationId="{238B9C9D-CFE8-7DBB-A5CE-358E07E210FE}"/>
          </ac:picMkLst>
        </pc:picChg>
        <pc:picChg chg="del">
          <ac:chgData name="Chevallier, Erwan" userId="41829133-4082-412e-b87b-fa41cba82c87" providerId="ADAL" clId="{E5B812EE-EA4B-4FE8-ADA6-053A96E5111C}" dt="2026-08-10T13:28:29.939" v="7776" actId="478"/>
          <ac:picMkLst>
            <pc:docMk/>
            <pc:sldMk cId="1357072641" sldId="2147379559"/>
            <ac:picMk id="20" creationId="{323D2C49-6433-600D-EA5F-A4A6E3117C08}"/>
          </ac:picMkLst>
        </pc:picChg>
        <pc:picChg chg="add mod">
          <ac:chgData name="Chevallier, Erwan" userId="41829133-4082-412e-b87b-fa41cba82c87" providerId="ADAL" clId="{E5B812EE-EA4B-4FE8-ADA6-053A96E5111C}" dt="2026-08-10T13:47:46.303" v="7817" actId="1076"/>
          <ac:picMkLst>
            <pc:docMk/>
            <pc:sldMk cId="1357072641" sldId="2147379559"/>
            <ac:picMk id="22" creationId="{643A0054-86DA-92AE-A10E-54E53D045A3F}"/>
          </ac:picMkLst>
        </pc:picChg>
        <pc:picChg chg="del">
          <ac:chgData name="Chevallier, Erwan" userId="41829133-4082-412e-b87b-fa41cba82c87" providerId="ADAL" clId="{E5B812EE-EA4B-4FE8-ADA6-053A96E5111C}" dt="2026-08-10T13:28:30.627" v="7777" actId="478"/>
          <ac:picMkLst>
            <pc:docMk/>
            <pc:sldMk cId="1357072641" sldId="2147379559"/>
            <ac:picMk id="23" creationId="{80F43005-6AC7-FD4A-ED03-C21B3890969F}"/>
          </ac:picMkLst>
        </pc:picChg>
      </pc:sldChg>
      <pc:sldChg chg="del">
        <pc:chgData name="Chevallier, Erwan" userId="41829133-4082-412e-b87b-fa41cba82c87" providerId="ADAL" clId="{E5B812EE-EA4B-4FE8-ADA6-053A96E5111C}" dt="2026-08-10T13:48:28.649" v="7820" actId="47"/>
        <pc:sldMkLst>
          <pc:docMk/>
          <pc:sldMk cId="984178948" sldId="2147379560"/>
        </pc:sldMkLst>
      </pc:sldChg>
      <pc:sldChg chg="del">
        <pc:chgData name="Chevallier, Erwan" userId="41829133-4082-412e-b87b-fa41cba82c87" providerId="ADAL" clId="{E5B812EE-EA4B-4FE8-ADA6-053A96E5111C}" dt="2026-08-10T09:34:27.001" v="7325" actId="47"/>
        <pc:sldMkLst>
          <pc:docMk/>
          <pc:sldMk cId="204606297" sldId="2147379568"/>
        </pc:sldMkLst>
      </pc:sldChg>
      <pc:sldChg chg="addSp delSp modSp mod">
        <pc:chgData name="Chevallier, Erwan" userId="41829133-4082-412e-b87b-fa41cba82c87" providerId="ADAL" clId="{E5B812EE-EA4B-4FE8-ADA6-053A96E5111C}" dt="2026-08-10T14:07:33.848" v="7883" actId="20577"/>
        <pc:sldMkLst>
          <pc:docMk/>
          <pc:sldMk cId="1411762784" sldId="2147379576"/>
        </pc:sldMkLst>
        <pc:spChg chg="mod">
          <ac:chgData name="Chevallier, Erwan" userId="41829133-4082-412e-b87b-fa41cba82c87" providerId="ADAL" clId="{E5B812EE-EA4B-4FE8-ADA6-053A96E5111C}" dt="2026-08-10T14:07:27.751" v="7874" actId="20577"/>
          <ac:spMkLst>
            <pc:docMk/>
            <pc:sldMk cId="1411762784" sldId="2147379576"/>
            <ac:spMk id="4" creationId="{35C860EC-ED4E-24C3-D78B-B46CCDC99322}"/>
          </ac:spMkLst>
        </pc:spChg>
        <pc:spChg chg="mod">
          <ac:chgData name="Chevallier, Erwan" userId="41829133-4082-412e-b87b-fa41cba82c87" providerId="ADAL" clId="{E5B812EE-EA4B-4FE8-ADA6-053A96E5111C}" dt="2026-08-10T14:07:30.523" v="7878" actId="20577"/>
          <ac:spMkLst>
            <pc:docMk/>
            <pc:sldMk cId="1411762784" sldId="2147379576"/>
            <ac:spMk id="5" creationId="{8D5A34B0-8556-F744-C594-107F38E74572}"/>
          </ac:spMkLst>
        </pc:spChg>
        <pc:spChg chg="mod">
          <ac:chgData name="Chevallier, Erwan" userId="41829133-4082-412e-b87b-fa41cba82c87" providerId="ADAL" clId="{E5B812EE-EA4B-4FE8-ADA6-053A96E5111C}" dt="2026-08-10T14:07:33.848" v="7883" actId="20577"/>
          <ac:spMkLst>
            <pc:docMk/>
            <pc:sldMk cId="1411762784" sldId="2147379576"/>
            <ac:spMk id="9" creationId="{9BF684A9-F400-D258-FAFB-5A97FEEC29A6}"/>
          </ac:spMkLst>
        </pc:spChg>
        <pc:graphicFrameChg chg="del">
          <ac:chgData name="Chevallier, Erwan" userId="41829133-4082-412e-b87b-fa41cba82c87" providerId="ADAL" clId="{E5B812EE-EA4B-4FE8-ADA6-053A96E5111C}" dt="2026-08-10T14:05:11.768" v="7841" actId="478"/>
          <ac:graphicFrameMkLst>
            <pc:docMk/>
            <pc:sldMk cId="1411762784" sldId="2147379576"/>
            <ac:graphicFrameMk id="3" creationId="{F56D3FD1-0B08-8224-FF71-47AE846F7626}"/>
          </ac:graphicFrameMkLst>
        </pc:graphicFrameChg>
        <pc:picChg chg="add mod">
          <ac:chgData name="Chevallier, Erwan" userId="41829133-4082-412e-b87b-fa41cba82c87" providerId="ADAL" clId="{E5B812EE-EA4B-4FE8-ADA6-053A96E5111C}" dt="2026-08-10T14:07:14.566" v="7847" actId="1076"/>
          <ac:picMkLst>
            <pc:docMk/>
            <pc:sldMk cId="1411762784" sldId="2147379576"/>
            <ac:picMk id="10" creationId="{5601B7D7-F27B-7502-07ED-EC006C218C69}"/>
          </ac:picMkLst>
        </pc:picChg>
      </pc:sldChg>
      <pc:sldChg chg="del">
        <pc:chgData name="Chevallier, Erwan" userId="41829133-4082-412e-b87b-fa41cba82c87" providerId="ADAL" clId="{E5B812EE-EA4B-4FE8-ADA6-053A96E5111C}" dt="2026-08-10T13:24:01.286" v="7735" actId="47"/>
        <pc:sldMkLst>
          <pc:docMk/>
          <pc:sldMk cId="1443870663" sldId="2147379577"/>
        </pc:sldMkLst>
      </pc:sldChg>
      <pc:sldChg chg="del">
        <pc:chgData name="Chevallier, Erwan" userId="41829133-4082-412e-b87b-fa41cba82c87" providerId="ADAL" clId="{E5B812EE-EA4B-4FE8-ADA6-053A96E5111C}" dt="2026-08-10T13:24:02.067" v="7736" actId="47"/>
        <pc:sldMkLst>
          <pc:docMk/>
          <pc:sldMk cId="3350592691" sldId="2147379578"/>
        </pc:sldMkLst>
      </pc:sldChg>
      <pc:sldChg chg="del">
        <pc:chgData name="Chevallier, Erwan" userId="41829133-4082-412e-b87b-fa41cba82c87" providerId="ADAL" clId="{E5B812EE-EA4B-4FE8-ADA6-053A96E5111C}" dt="2026-08-10T13:24:02.523" v="7737" actId="47"/>
        <pc:sldMkLst>
          <pc:docMk/>
          <pc:sldMk cId="4261846489" sldId="2147379579"/>
        </pc:sldMkLst>
      </pc:sldChg>
      <pc:sldChg chg="del">
        <pc:chgData name="Chevallier, Erwan" userId="41829133-4082-412e-b87b-fa41cba82c87" providerId="ADAL" clId="{E5B812EE-EA4B-4FE8-ADA6-053A96E5111C}" dt="2026-08-10T13:24:03.572" v="7738" actId="47"/>
        <pc:sldMkLst>
          <pc:docMk/>
          <pc:sldMk cId="2038639105" sldId="2147379580"/>
        </pc:sldMkLst>
      </pc:sldChg>
      <pc:sldChg chg="del">
        <pc:chgData name="Chevallier, Erwan" userId="41829133-4082-412e-b87b-fa41cba82c87" providerId="ADAL" clId="{E5B812EE-EA4B-4FE8-ADA6-053A96E5111C}" dt="2026-08-10T13:24:04.093" v="7739" actId="47"/>
        <pc:sldMkLst>
          <pc:docMk/>
          <pc:sldMk cId="1596165388" sldId="2147379581"/>
        </pc:sldMkLst>
      </pc:sldChg>
      <pc:sldChg chg="del">
        <pc:chgData name="Chevallier, Erwan" userId="41829133-4082-412e-b87b-fa41cba82c87" providerId="ADAL" clId="{E5B812EE-EA4B-4FE8-ADA6-053A96E5111C}" dt="2026-08-10T13:24:00.170" v="7733" actId="47"/>
        <pc:sldMkLst>
          <pc:docMk/>
          <pc:sldMk cId="4281768807" sldId="2147379582"/>
        </pc:sldMkLst>
      </pc:sldChg>
      <pc:sldChg chg="del">
        <pc:chgData name="Chevallier, Erwan" userId="41829133-4082-412e-b87b-fa41cba82c87" providerId="ADAL" clId="{E5B812EE-EA4B-4FE8-ADA6-053A96E5111C}" dt="2026-08-10T13:48:35.814" v="7822" actId="47"/>
        <pc:sldMkLst>
          <pc:docMk/>
          <pc:sldMk cId="1369458941" sldId="2147379586"/>
        </pc:sldMkLst>
      </pc:sldChg>
      <pc:sldChg chg="addSp delSp modSp mod">
        <pc:chgData name="Chevallier, Erwan" userId="41829133-4082-412e-b87b-fa41cba82c87" providerId="ADAL" clId="{E5B812EE-EA4B-4FE8-ADA6-053A96E5111C}" dt="2026-08-10T08:32:45.379" v="7037" actId="20577"/>
        <pc:sldMkLst>
          <pc:docMk/>
          <pc:sldMk cId="2992217166" sldId="2147379593"/>
        </pc:sldMkLst>
        <pc:spChg chg="mod">
          <ac:chgData name="Chevallier, Erwan" userId="41829133-4082-412e-b87b-fa41cba82c87" providerId="ADAL" clId="{E5B812EE-EA4B-4FE8-ADA6-053A96E5111C}" dt="2026-08-10T08:31:20.731" v="7017" actId="20577"/>
          <ac:spMkLst>
            <pc:docMk/>
            <pc:sldMk cId="2992217166" sldId="2147379593"/>
            <ac:spMk id="3" creationId="{6B43B87C-31DF-C5DF-5C38-3060A1386503}"/>
          </ac:spMkLst>
        </pc:spChg>
        <pc:spChg chg="mod">
          <ac:chgData name="Chevallier, Erwan" userId="41829133-4082-412e-b87b-fa41cba82c87" providerId="ADAL" clId="{E5B812EE-EA4B-4FE8-ADA6-053A96E5111C}" dt="2026-08-10T08:32:45.379" v="7037" actId="20577"/>
          <ac:spMkLst>
            <pc:docMk/>
            <pc:sldMk cId="2992217166" sldId="2147379593"/>
            <ac:spMk id="22" creationId="{D3409C6E-F601-0C0B-5DD0-DBF953877375}"/>
          </ac:spMkLst>
        </pc:spChg>
        <pc:picChg chg="del">
          <ac:chgData name="Chevallier, Erwan" userId="41829133-4082-412e-b87b-fa41cba82c87" providerId="ADAL" clId="{E5B812EE-EA4B-4FE8-ADA6-053A96E5111C}" dt="2026-08-10T08:31:11.533" v="7004" actId="478"/>
          <ac:picMkLst>
            <pc:docMk/>
            <pc:sldMk cId="2992217166" sldId="2147379593"/>
            <ac:picMk id="8" creationId="{39CAFF53-56BC-F68E-A900-91D85A4D89E3}"/>
          </ac:picMkLst>
        </pc:picChg>
        <pc:picChg chg="add mod">
          <ac:chgData name="Chevallier, Erwan" userId="41829133-4082-412e-b87b-fa41cba82c87" providerId="ADAL" clId="{E5B812EE-EA4B-4FE8-ADA6-053A96E5111C}" dt="2026-08-10T08:31:51.869" v="7020" actId="14100"/>
          <ac:picMkLst>
            <pc:docMk/>
            <pc:sldMk cId="2992217166" sldId="2147379593"/>
            <ac:picMk id="10" creationId="{8897EEC8-BF69-7EA1-3E2A-9F207480FAB3}"/>
          </ac:picMkLst>
        </pc:picChg>
        <pc:picChg chg="del">
          <ac:chgData name="Chevallier, Erwan" userId="41829133-4082-412e-b87b-fa41cba82c87" providerId="ADAL" clId="{E5B812EE-EA4B-4FE8-ADA6-053A96E5111C}" dt="2026-08-10T08:31:11.860" v="7005" actId="478"/>
          <ac:picMkLst>
            <pc:docMk/>
            <pc:sldMk cId="2992217166" sldId="2147379593"/>
            <ac:picMk id="13" creationId="{46FB6DBF-12FA-9578-3539-C3A2AF1AA162}"/>
          </ac:picMkLst>
        </pc:picChg>
        <pc:picChg chg="add mod">
          <ac:chgData name="Chevallier, Erwan" userId="41829133-4082-412e-b87b-fa41cba82c87" providerId="ADAL" clId="{E5B812EE-EA4B-4FE8-ADA6-053A96E5111C}" dt="2026-08-10T08:32:06.419" v="7024" actId="14100"/>
          <ac:picMkLst>
            <pc:docMk/>
            <pc:sldMk cId="2992217166" sldId="2147379593"/>
            <ac:picMk id="15" creationId="{82CB0CB1-707E-B32F-C5AE-C753F323F342}"/>
          </ac:picMkLst>
        </pc:picChg>
        <pc:picChg chg="del">
          <ac:chgData name="Chevallier, Erwan" userId="41829133-4082-412e-b87b-fa41cba82c87" providerId="ADAL" clId="{E5B812EE-EA4B-4FE8-ADA6-053A96E5111C}" dt="2026-08-10T08:31:13.039" v="7007" actId="478"/>
          <ac:picMkLst>
            <pc:docMk/>
            <pc:sldMk cId="2992217166" sldId="2147379593"/>
            <ac:picMk id="16" creationId="{D9082FBC-41AF-A2AA-B653-5BF21C1B9D81}"/>
          </ac:picMkLst>
        </pc:picChg>
        <pc:picChg chg="del">
          <ac:chgData name="Chevallier, Erwan" userId="41829133-4082-412e-b87b-fa41cba82c87" providerId="ADAL" clId="{E5B812EE-EA4B-4FE8-ADA6-053A96E5111C}" dt="2026-08-10T08:31:12.643" v="7006" actId="478"/>
          <ac:picMkLst>
            <pc:docMk/>
            <pc:sldMk cId="2992217166" sldId="2147379593"/>
            <ac:picMk id="18" creationId="{FEC0AB54-EACF-71E7-BA2F-63B9EBCA3DBF}"/>
          </ac:picMkLst>
        </pc:picChg>
        <pc:picChg chg="add mod">
          <ac:chgData name="Chevallier, Erwan" userId="41829133-4082-412e-b87b-fa41cba82c87" providerId="ADAL" clId="{E5B812EE-EA4B-4FE8-ADA6-053A96E5111C}" dt="2026-08-10T08:32:25.850" v="7027" actId="14100"/>
          <ac:picMkLst>
            <pc:docMk/>
            <pc:sldMk cId="2992217166" sldId="2147379593"/>
            <ac:picMk id="19" creationId="{AA76B344-422C-D8D4-ABF1-12B1342809FF}"/>
          </ac:picMkLst>
        </pc:picChg>
        <pc:picChg chg="add mod">
          <ac:chgData name="Chevallier, Erwan" userId="41829133-4082-412e-b87b-fa41cba82c87" providerId="ADAL" clId="{E5B812EE-EA4B-4FE8-ADA6-053A96E5111C}" dt="2026-08-10T08:32:41.261" v="7032" actId="14100"/>
          <ac:picMkLst>
            <pc:docMk/>
            <pc:sldMk cId="2992217166" sldId="2147379593"/>
            <ac:picMk id="21" creationId="{208D6619-D6F4-FC2E-DC96-6BA5C140B979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09:32:30.619" v="7280" actId="20577"/>
        <pc:sldMkLst>
          <pc:docMk/>
          <pc:sldMk cId="936145617" sldId="2147379594"/>
        </pc:sldMkLst>
        <pc:spChg chg="mod">
          <ac:chgData name="Chevallier, Erwan" userId="41829133-4082-412e-b87b-fa41cba82c87" providerId="ADAL" clId="{E5B812EE-EA4B-4FE8-ADA6-053A96E5111C}" dt="2026-08-10T09:30:58.730" v="7255" actId="20577"/>
          <ac:spMkLst>
            <pc:docMk/>
            <pc:sldMk cId="936145617" sldId="2147379594"/>
            <ac:spMk id="3" creationId="{5237FF23-FA2E-10AF-5FAA-EA0ED28E39ED}"/>
          </ac:spMkLst>
        </pc:spChg>
        <pc:spChg chg="mod">
          <ac:chgData name="Chevallier, Erwan" userId="41829133-4082-412e-b87b-fa41cba82c87" providerId="ADAL" clId="{E5B812EE-EA4B-4FE8-ADA6-053A96E5111C}" dt="2026-08-10T09:32:30.619" v="7280" actId="20577"/>
          <ac:spMkLst>
            <pc:docMk/>
            <pc:sldMk cId="936145617" sldId="2147379594"/>
            <ac:spMk id="22" creationId="{57D5CA30-9059-6871-F809-0A55ADD62EF3}"/>
          </ac:spMkLst>
        </pc:spChg>
        <pc:picChg chg="del">
          <ac:chgData name="Chevallier, Erwan" userId="41829133-4082-412e-b87b-fa41cba82c87" providerId="ADAL" clId="{E5B812EE-EA4B-4FE8-ADA6-053A96E5111C}" dt="2026-08-10T09:30:49.010" v="7242" actId="478"/>
          <ac:picMkLst>
            <pc:docMk/>
            <pc:sldMk cId="936145617" sldId="2147379594"/>
            <ac:picMk id="8" creationId="{BA86F051-2A52-C69A-DED7-A508E1715AC1}"/>
          </ac:picMkLst>
        </pc:picChg>
        <pc:picChg chg="add mod">
          <ac:chgData name="Chevallier, Erwan" userId="41829133-4082-412e-b87b-fa41cba82c87" providerId="ADAL" clId="{E5B812EE-EA4B-4FE8-ADA6-053A96E5111C}" dt="2026-08-10T09:31:23.995" v="7258" actId="14100"/>
          <ac:picMkLst>
            <pc:docMk/>
            <pc:sldMk cId="936145617" sldId="2147379594"/>
            <ac:picMk id="9" creationId="{E653474E-8C5C-0AD9-0126-49E9AD7C03D2}"/>
          </ac:picMkLst>
        </pc:picChg>
        <pc:picChg chg="del">
          <ac:chgData name="Chevallier, Erwan" userId="41829133-4082-412e-b87b-fa41cba82c87" providerId="ADAL" clId="{E5B812EE-EA4B-4FE8-ADA6-053A96E5111C}" dt="2026-08-10T09:30:49.312" v="7243" actId="478"/>
          <ac:picMkLst>
            <pc:docMk/>
            <pc:sldMk cId="936145617" sldId="2147379594"/>
            <ac:picMk id="10" creationId="{859C8D0C-9B82-0F86-5DE3-6EC68CAB057A}"/>
          </ac:picMkLst>
        </pc:picChg>
        <pc:picChg chg="add mod">
          <ac:chgData name="Chevallier, Erwan" userId="41829133-4082-412e-b87b-fa41cba82c87" providerId="ADAL" clId="{E5B812EE-EA4B-4FE8-ADA6-053A96E5111C}" dt="2026-08-10T09:31:52.963" v="7265" actId="1076"/>
          <ac:picMkLst>
            <pc:docMk/>
            <pc:sldMk cId="936145617" sldId="2147379594"/>
            <ac:picMk id="14" creationId="{F5D1E57E-B1F7-E154-14D4-0CEBD6A1A849}"/>
          </ac:picMkLst>
        </pc:picChg>
        <pc:picChg chg="del">
          <ac:chgData name="Chevallier, Erwan" userId="41829133-4082-412e-b87b-fa41cba82c87" providerId="ADAL" clId="{E5B812EE-EA4B-4FE8-ADA6-053A96E5111C}" dt="2026-08-10T09:30:50.138" v="7245" actId="478"/>
          <ac:picMkLst>
            <pc:docMk/>
            <pc:sldMk cId="936145617" sldId="2147379594"/>
            <ac:picMk id="15" creationId="{8E9451D1-E19E-D4CF-BF38-62A11FB31793}"/>
          </ac:picMkLst>
        </pc:picChg>
        <pc:picChg chg="add mod">
          <ac:chgData name="Chevallier, Erwan" userId="41829133-4082-412e-b87b-fa41cba82c87" providerId="ADAL" clId="{E5B812EE-EA4B-4FE8-ADA6-053A96E5111C}" dt="2026-08-10T09:32:12.127" v="7268" actId="14100"/>
          <ac:picMkLst>
            <pc:docMk/>
            <pc:sldMk cId="936145617" sldId="2147379594"/>
            <ac:picMk id="17" creationId="{CBEA2E2C-CD6D-5C8E-D3D8-0577319375F5}"/>
          </ac:picMkLst>
        </pc:picChg>
        <pc:picChg chg="del">
          <ac:chgData name="Chevallier, Erwan" userId="41829133-4082-412e-b87b-fa41cba82c87" providerId="ADAL" clId="{E5B812EE-EA4B-4FE8-ADA6-053A96E5111C}" dt="2026-08-10T09:30:49.802" v="7244" actId="478"/>
          <ac:picMkLst>
            <pc:docMk/>
            <pc:sldMk cId="936145617" sldId="2147379594"/>
            <ac:picMk id="18" creationId="{FDD072E2-0FF1-C0F3-82C4-CB52411874DA}"/>
          </ac:picMkLst>
        </pc:picChg>
        <pc:picChg chg="add mod">
          <ac:chgData name="Chevallier, Erwan" userId="41829133-4082-412e-b87b-fa41cba82c87" providerId="ADAL" clId="{E5B812EE-EA4B-4FE8-ADA6-053A96E5111C}" dt="2026-08-10T09:32:26.583" v="7275" actId="14100"/>
          <ac:picMkLst>
            <pc:docMk/>
            <pc:sldMk cId="936145617" sldId="2147379594"/>
            <ac:picMk id="20" creationId="{38BBA951-79E2-6D72-31F6-F15DC0B3F220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09:49:09.171" v="7497" actId="20577"/>
        <pc:sldMkLst>
          <pc:docMk/>
          <pc:sldMk cId="2894351717" sldId="2147379595"/>
        </pc:sldMkLst>
        <pc:spChg chg="mod">
          <ac:chgData name="Chevallier, Erwan" userId="41829133-4082-412e-b87b-fa41cba82c87" providerId="ADAL" clId="{E5B812EE-EA4B-4FE8-ADA6-053A96E5111C}" dt="2026-08-10T09:48:07.078" v="7475" actId="20577"/>
          <ac:spMkLst>
            <pc:docMk/>
            <pc:sldMk cId="2894351717" sldId="2147379595"/>
            <ac:spMk id="3" creationId="{59C5ABFF-28DD-51F5-BB63-89C6CC6B3119}"/>
          </ac:spMkLst>
        </pc:spChg>
        <pc:spChg chg="mod">
          <ac:chgData name="Chevallier, Erwan" userId="41829133-4082-412e-b87b-fa41cba82c87" providerId="ADAL" clId="{E5B812EE-EA4B-4FE8-ADA6-053A96E5111C}" dt="2026-08-10T09:49:09.171" v="7497" actId="20577"/>
          <ac:spMkLst>
            <pc:docMk/>
            <pc:sldMk cId="2894351717" sldId="2147379595"/>
            <ac:spMk id="22" creationId="{290DF65D-7AB3-2973-C5B0-477385647E67}"/>
          </ac:spMkLst>
        </pc:spChg>
        <pc:picChg chg="del">
          <ac:chgData name="Chevallier, Erwan" userId="41829133-4082-412e-b87b-fa41cba82c87" providerId="ADAL" clId="{E5B812EE-EA4B-4FE8-ADA6-053A96E5111C}" dt="2026-08-10T09:48:00.275" v="7464" actId="478"/>
          <ac:picMkLst>
            <pc:docMk/>
            <pc:sldMk cId="2894351717" sldId="2147379595"/>
            <ac:picMk id="8" creationId="{8CA15E21-9C3C-D16B-0D26-B2A3F60613EE}"/>
          </ac:picMkLst>
        </pc:picChg>
        <pc:picChg chg="add mod">
          <ac:chgData name="Chevallier, Erwan" userId="41829133-4082-412e-b87b-fa41cba82c87" providerId="ADAL" clId="{E5B812EE-EA4B-4FE8-ADA6-053A96E5111C}" dt="2026-08-10T09:48:25.409" v="7478" actId="14100"/>
          <ac:picMkLst>
            <pc:docMk/>
            <pc:sldMk cId="2894351717" sldId="2147379595"/>
            <ac:picMk id="9" creationId="{5424D485-D8E3-0742-6331-4EC4A2FD0028}"/>
          </ac:picMkLst>
        </pc:picChg>
        <pc:picChg chg="del">
          <ac:chgData name="Chevallier, Erwan" userId="41829133-4082-412e-b87b-fa41cba82c87" providerId="ADAL" clId="{E5B812EE-EA4B-4FE8-ADA6-053A96E5111C}" dt="2026-08-10T09:48:00.585" v="7465" actId="478"/>
          <ac:picMkLst>
            <pc:docMk/>
            <pc:sldMk cId="2894351717" sldId="2147379595"/>
            <ac:picMk id="13" creationId="{932CEE41-30D6-305F-AE3D-68E5A9BC61AC}"/>
          </ac:picMkLst>
        </pc:picChg>
        <pc:picChg chg="add mod">
          <ac:chgData name="Chevallier, Erwan" userId="41829133-4082-412e-b87b-fa41cba82c87" providerId="ADAL" clId="{E5B812EE-EA4B-4FE8-ADA6-053A96E5111C}" dt="2026-08-10T09:48:37.584" v="7482" actId="1076"/>
          <ac:picMkLst>
            <pc:docMk/>
            <pc:sldMk cId="2894351717" sldId="2147379595"/>
            <ac:picMk id="14" creationId="{10BD73AC-536E-75EB-44E6-F7333BCB9117}"/>
          </ac:picMkLst>
        </pc:picChg>
        <pc:picChg chg="del">
          <ac:chgData name="Chevallier, Erwan" userId="41829133-4082-412e-b87b-fa41cba82c87" providerId="ADAL" clId="{E5B812EE-EA4B-4FE8-ADA6-053A96E5111C}" dt="2026-08-10T09:48:01.368" v="7467" actId="478"/>
          <ac:picMkLst>
            <pc:docMk/>
            <pc:sldMk cId="2894351717" sldId="2147379595"/>
            <ac:picMk id="16" creationId="{08A975F8-8A2B-337B-0355-5454BDE9DB5D}"/>
          </ac:picMkLst>
        </pc:picChg>
        <pc:picChg chg="add mod">
          <ac:chgData name="Chevallier, Erwan" userId="41829133-4082-412e-b87b-fa41cba82c87" providerId="ADAL" clId="{E5B812EE-EA4B-4FE8-ADA6-053A96E5111C}" dt="2026-08-10T09:48:51.160" v="7485" actId="14100"/>
          <ac:picMkLst>
            <pc:docMk/>
            <pc:sldMk cId="2894351717" sldId="2147379595"/>
            <ac:picMk id="17" creationId="{D9AB1AAD-AE21-CC03-70B6-AAFDDED28A6D}"/>
          </ac:picMkLst>
        </pc:picChg>
        <pc:picChg chg="del">
          <ac:chgData name="Chevallier, Erwan" userId="41829133-4082-412e-b87b-fa41cba82c87" providerId="ADAL" clId="{E5B812EE-EA4B-4FE8-ADA6-053A96E5111C}" dt="2026-08-10T09:48:00.894" v="7466" actId="478"/>
          <ac:picMkLst>
            <pc:docMk/>
            <pc:sldMk cId="2894351717" sldId="2147379595"/>
            <ac:picMk id="18" creationId="{7A8E8677-D7ED-CBEF-77C6-441E833838BB}"/>
          </ac:picMkLst>
        </pc:picChg>
        <pc:picChg chg="add mod">
          <ac:chgData name="Chevallier, Erwan" userId="41829133-4082-412e-b87b-fa41cba82c87" providerId="ADAL" clId="{E5B812EE-EA4B-4FE8-ADA6-053A96E5111C}" dt="2026-08-10T09:49:05.873" v="7492" actId="14100"/>
          <ac:picMkLst>
            <pc:docMk/>
            <pc:sldMk cId="2894351717" sldId="2147379595"/>
            <ac:picMk id="20" creationId="{B9501D75-4E5B-2501-A848-7C7DD9876580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2:49:31.530" v="7619" actId="1076"/>
        <pc:sldMkLst>
          <pc:docMk/>
          <pc:sldMk cId="1682484469" sldId="2147379596"/>
        </pc:sldMkLst>
        <pc:spChg chg="mod">
          <ac:chgData name="Chevallier, Erwan" userId="41829133-4082-412e-b87b-fa41cba82c87" providerId="ADAL" clId="{E5B812EE-EA4B-4FE8-ADA6-053A96E5111C}" dt="2026-08-10T12:48:04.681" v="7604" actId="20577"/>
          <ac:spMkLst>
            <pc:docMk/>
            <pc:sldMk cId="1682484469" sldId="2147379596"/>
            <ac:spMk id="3" creationId="{A0218F39-0AA9-9D38-E827-2D3094E26D4A}"/>
          </ac:spMkLst>
        </pc:spChg>
        <pc:spChg chg="mod">
          <ac:chgData name="Chevallier, Erwan" userId="41829133-4082-412e-b87b-fa41cba82c87" providerId="ADAL" clId="{E5B812EE-EA4B-4FE8-ADA6-053A96E5111C}" dt="2026-08-10T12:48:09.100" v="7609" actId="20577"/>
          <ac:spMkLst>
            <pc:docMk/>
            <pc:sldMk cId="1682484469" sldId="2147379596"/>
            <ac:spMk id="22" creationId="{467FB9AC-8724-2D71-EB47-00D1AACB6447}"/>
          </ac:spMkLst>
        </pc:spChg>
        <pc:picChg chg="del">
          <ac:chgData name="Chevallier, Erwan" userId="41829133-4082-412e-b87b-fa41cba82c87" providerId="ADAL" clId="{E5B812EE-EA4B-4FE8-ADA6-053A96E5111C}" dt="2026-08-10T12:47:45.541" v="7591" actId="478"/>
          <ac:picMkLst>
            <pc:docMk/>
            <pc:sldMk cId="1682484469" sldId="2147379596"/>
            <ac:picMk id="8" creationId="{245CB5A7-350D-892B-7DE2-ABD3E42F6A8D}"/>
          </ac:picMkLst>
        </pc:picChg>
        <pc:picChg chg="add mod">
          <ac:chgData name="Chevallier, Erwan" userId="41829133-4082-412e-b87b-fa41cba82c87" providerId="ADAL" clId="{E5B812EE-EA4B-4FE8-ADA6-053A96E5111C}" dt="2026-08-10T12:47:59.562" v="7596" actId="1076"/>
          <ac:picMkLst>
            <pc:docMk/>
            <pc:sldMk cId="1682484469" sldId="2147379596"/>
            <ac:picMk id="9" creationId="{A3CDC948-6182-602D-161C-7E7E4D045BC8}"/>
          </ac:picMkLst>
        </pc:picChg>
        <pc:picChg chg="del">
          <ac:chgData name="Chevallier, Erwan" userId="41829133-4082-412e-b87b-fa41cba82c87" providerId="ADAL" clId="{E5B812EE-EA4B-4FE8-ADA6-053A96E5111C}" dt="2026-08-10T12:47:45.923" v="7592" actId="478"/>
          <ac:picMkLst>
            <pc:docMk/>
            <pc:sldMk cId="1682484469" sldId="2147379596"/>
            <ac:picMk id="13" creationId="{4C814280-3CDF-86A2-F1BB-3C7A878748A7}"/>
          </ac:picMkLst>
        </pc:picChg>
        <pc:picChg chg="add mod">
          <ac:chgData name="Chevallier, Erwan" userId="41829133-4082-412e-b87b-fa41cba82c87" providerId="ADAL" clId="{E5B812EE-EA4B-4FE8-ADA6-053A96E5111C}" dt="2026-08-10T12:48:22.193" v="7612" actId="14100"/>
          <ac:picMkLst>
            <pc:docMk/>
            <pc:sldMk cId="1682484469" sldId="2147379596"/>
            <ac:picMk id="14" creationId="{AE1C3645-7A6D-B4FA-72DE-FCD904AAF976}"/>
          </ac:picMkLst>
        </pc:picChg>
        <pc:picChg chg="del">
          <ac:chgData name="Chevallier, Erwan" userId="41829133-4082-412e-b87b-fa41cba82c87" providerId="ADAL" clId="{E5B812EE-EA4B-4FE8-ADA6-053A96E5111C}" dt="2026-08-10T12:47:46.775" v="7594" actId="478"/>
          <ac:picMkLst>
            <pc:docMk/>
            <pc:sldMk cId="1682484469" sldId="2147379596"/>
            <ac:picMk id="16" creationId="{5F854FBE-BAD3-48A3-4A5C-A20B5C5570EB}"/>
          </ac:picMkLst>
        </pc:picChg>
        <pc:picChg chg="add mod">
          <ac:chgData name="Chevallier, Erwan" userId="41829133-4082-412e-b87b-fa41cba82c87" providerId="ADAL" clId="{E5B812EE-EA4B-4FE8-ADA6-053A96E5111C}" dt="2026-08-10T12:49:20.792" v="7615" actId="14100"/>
          <ac:picMkLst>
            <pc:docMk/>
            <pc:sldMk cId="1682484469" sldId="2147379596"/>
            <ac:picMk id="17" creationId="{509EBC09-B332-464C-7331-C621ABC9BD04}"/>
          </ac:picMkLst>
        </pc:picChg>
        <pc:picChg chg="del">
          <ac:chgData name="Chevallier, Erwan" userId="41829133-4082-412e-b87b-fa41cba82c87" providerId="ADAL" clId="{E5B812EE-EA4B-4FE8-ADA6-053A96E5111C}" dt="2026-08-10T12:47:46.352" v="7593" actId="478"/>
          <ac:picMkLst>
            <pc:docMk/>
            <pc:sldMk cId="1682484469" sldId="2147379596"/>
            <ac:picMk id="18" creationId="{52125235-4F90-BFD7-6FBC-30462E81DC18}"/>
          </ac:picMkLst>
        </pc:picChg>
        <pc:picChg chg="add mod">
          <ac:chgData name="Chevallier, Erwan" userId="41829133-4082-412e-b87b-fa41cba82c87" providerId="ADAL" clId="{E5B812EE-EA4B-4FE8-ADA6-053A96E5111C}" dt="2026-08-10T12:49:31.530" v="7619" actId="1076"/>
          <ac:picMkLst>
            <pc:docMk/>
            <pc:sldMk cId="1682484469" sldId="2147379596"/>
            <ac:picMk id="20" creationId="{031B4678-E4A0-C288-D571-AABC8269AF17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3:28:26.606" v="7775" actId="20577"/>
        <pc:sldMkLst>
          <pc:docMk/>
          <pc:sldMk cId="3537547470" sldId="2147379597"/>
        </pc:sldMkLst>
        <pc:spChg chg="mod">
          <ac:chgData name="Chevallier, Erwan" userId="41829133-4082-412e-b87b-fa41cba82c87" providerId="ADAL" clId="{E5B812EE-EA4B-4FE8-ADA6-053A96E5111C}" dt="2026-08-10T13:26:16.268" v="7760" actId="20577"/>
          <ac:spMkLst>
            <pc:docMk/>
            <pc:sldMk cId="3537547470" sldId="2147379597"/>
            <ac:spMk id="3" creationId="{BB620DD2-8AAD-0488-F061-B716C1FF30D7}"/>
          </ac:spMkLst>
        </pc:spChg>
        <pc:spChg chg="mod">
          <ac:chgData name="Chevallier, Erwan" userId="41829133-4082-412e-b87b-fa41cba82c87" providerId="ADAL" clId="{E5B812EE-EA4B-4FE8-ADA6-053A96E5111C}" dt="2026-08-10T13:28:26.606" v="7775" actId="20577"/>
          <ac:spMkLst>
            <pc:docMk/>
            <pc:sldMk cId="3537547470" sldId="2147379597"/>
            <ac:spMk id="22" creationId="{F8099A49-5AB9-5C26-5D1E-6E4E497F1437}"/>
          </ac:spMkLst>
        </pc:spChg>
        <pc:picChg chg="del">
          <ac:chgData name="Chevallier, Erwan" userId="41829133-4082-412e-b87b-fa41cba82c87" providerId="ADAL" clId="{E5B812EE-EA4B-4FE8-ADA6-053A96E5111C}" dt="2026-08-10T13:26:03.248" v="7747" actId="478"/>
          <ac:picMkLst>
            <pc:docMk/>
            <pc:sldMk cId="3537547470" sldId="2147379597"/>
            <ac:picMk id="8" creationId="{278E21E2-5305-1DE8-EA04-0840E803CA76}"/>
          </ac:picMkLst>
        </pc:picChg>
        <pc:picChg chg="add mod">
          <ac:chgData name="Chevallier, Erwan" userId="41829133-4082-412e-b87b-fa41cba82c87" providerId="ADAL" clId="{E5B812EE-EA4B-4FE8-ADA6-053A96E5111C}" dt="2026-08-10T13:26:08.546" v="7752" actId="1076"/>
          <ac:picMkLst>
            <pc:docMk/>
            <pc:sldMk cId="3537547470" sldId="2147379597"/>
            <ac:picMk id="9" creationId="{8F96BA5E-2401-30B1-0F89-F62F453F883A}"/>
          </ac:picMkLst>
        </pc:picChg>
        <pc:picChg chg="del">
          <ac:chgData name="Chevallier, Erwan" userId="41829133-4082-412e-b87b-fa41cba82c87" providerId="ADAL" clId="{E5B812EE-EA4B-4FE8-ADA6-053A96E5111C}" dt="2026-08-10T13:26:05.301" v="7750" actId="478"/>
          <ac:picMkLst>
            <pc:docMk/>
            <pc:sldMk cId="3537547470" sldId="2147379597"/>
            <ac:picMk id="13" creationId="{1F648167-BBE7-6682-F774-5AAA9B98E388}"/>
          </ac:picMkLst>
        </pc:picChg>
        <pc:picChg chg="add mod">
          <ac:chgData name="Chevallier, Erwan" userId="41829133-4082-412e-b87b-fa41cba82c87" providerId="ADAL" clId="{E5B812EE-EA4B-4FE8-ADA6-053A96E5111C}" dt="2026-08-10T13:26:28.531" v="7763" actId="14100"/>
          <ac:picMkLst>
            <pc:docMk/>
            <pc:sldMk cId="3537547470" sldId="2147379597"/>
            <ac:picMk id="14" creationId="{94A32C2A-216C-E826-388D-147E40D963FE}"/>
          </ac:picMkLst>
        </pc:picChg>
        <pc:picChg chg="del">
          <ac:chgData name="Chevallier, Erwan" userId="41829133-4082-412e-b87b-fa41cba82c87" providerId="ADAL" clId="{E5B812EE-EA4B-4FE8-ADA6-053A96E5111C}" dt="2026-08-10T13:26:04.851" v="7749" actId="478"/>
          <ac:picMkLst>
            <pc:docMk/>
            <pc:sldMk cId="3537547470" sldId="2147379597"/>
            <ac:picMk id="16" creationId="{21DDE93C-8B0B-36C1-9418-0425ABB4457D}"/>
          </ac:picMkLst>
        </pc:picChg>
        <pc:picChg chg="add mod">
          <ac:chgData name="Chevallier, Erwan" userId="41829133-4082-412e-b87b-fa41cba82c87" providerId="ADAL" clId="{E5B812EE-EA4B-4FE8-ADA6-053A96E5111C}" dt="2026-08-10T13:26:43.190" v="7765" actId="1076"/>
          <ac:picMkLst>
            <pc:docMk/>
            <pc:sldMk cId="3537547470" sldId="2147379597"/>
            <ac:picMk id="17" creationId="{57074BBD-904A-6808-3292-D97777EE7A1B}"/>
          </ac:picMkLst>
        </pc:picChg>
        <pc:picChg chg="del">
          <ac:chgData name="Chevallier, Erwan" userId="41829133-4082-412e-b87b-fa41cba82c87" providerId="ADAL" clId="{E5B812EE-EA4B-4FE8-ADA6-053A96E5111C}" dt="2026-08-10T13:26:04.449" v="7748" actId="478"/>
          <ac:picMkLst>
            <pc:docMk/>
            <pc:sldMk cId="3537547470" sldId="2147379597"/>
            <ac:picMk id="18" creationId="{9F3B0FCF-0D21-A8AD-2E35-61368CE75F23}"/>
          </ac:picMkLst>
        </pc:picChg>
        <pc:picChg chg="add mod">
          <ac:chgData name="Chevallier, Erwan" userId="41829133-4082-412e-b87b-fa41cba82c87" providerId="ADAL" clId="{E5B812EE-EA4B-4FE8-ADA6-053A96E5111C}" dt="2026-08-10T13:26:54.517" v="7770" actId="1076"/>
          <ac:picMkLst>
            <pc:docMk/>
            <pc:sldMk cId="3537547470" sldId="2147379597"/>
            <ac:picMk id="20" creationId="{51AA9DD9-0594-3DDB-28CA-8906B9797379}"/>
          </ac:picMkLst>
        </pc:picChg>
      </pc:sldChg>
      <pc:sldChg chg="addSp delSp modSp mod">
        <pc:chgData name="Chevallier, Erwan" userId="41829133-4082-412e-b87b-fa41cba82c87" providerId="ADAL" clId="{E5B812EE-EA4B-4FE8-ADA6-053A96E5111C}" dt="2026-08-10T14:57:48.553" v="7914" actId="20577"/>
        <pc:sldMkLst>
          <pc:docMk/>
          <pc:sldMk cId="3776107333" sldId="2147379599"/>
        </pc:sldMkLst>
        <pc:spChg chg="mod">
          <ac:chgData name="Chevallier, Erwan" userId="41829133-4082-412e-b87b-fa41cba82c87" providerId="ADAL" clId="{E5B812EE-EA4B-4FE8-ADA6-053A96E5111C}" dt="2026-08-10T14:57:44.424" v="7909" actId="20577"/>
          <ac:spMkLst>
            <pc:docMk/>
            <pc:sldMk cId="3776107333" sldId="2147379599"/>
            <ac:spMk id="5" creationId="{7D98F5EC-59C1-B8BF-313C-F3DBF7DD8D4F}"/>
          </ac:spMkLst>
        </pc:spChg>
        <pc:spChg chg="mod">
          <ac:chgData name="Chevallier, Erwan" userId="41829133-4082-412e-b87b-fa41cba82c87" providerId="ADAL" clId="{E5B812EE-EA4B-4FE8-ADA6-053A96E5111C}" dt="2026-08-10T14:57:48.553" v="7914" actId="20577"/>
          <ac:spMkLst>
            <pc:docMk/>
            <pc:sldMk cId="3776107333" sldId="2147379599"/>
            <ac:spMk id="9" creationId="{B5F20E06-2045-7E53-FB85-F534F0665831}"/>
          </ac:spMkLst>
        </pc:spChg>
        <pc:spChg chg="mod">
          <ac:chgData name="Chevallier, Erwan" userId="41829133-4082-412e-b87b-fa41cba82c87" providerId="ADAL" clId="{E5B812EE-EA4B-4FE8-ADA6-053A96E5111C}" dt="2026-08-10T14:57:41.843" v="7905" actId="20577"/>
          <ac:spMkLst>
            <pc:docMk/>
            <pc:sldMk cId="3776107333" sldId="2147379599"/>
            <ac:spMk id="13" creationId="{B2F0D85C-33C4-8856-900E-5F6A63FA33C2}"/>
          </ac:spMkLst>
        </pc:spChg>
        <pc:graphicFrameChg chg="del">
          <ac:chgData name="Chevallier, Erwan" userId="41829133-4082-412e-b87b-fa41cba82c87" providerId="ADAL" clId="{E5B812EE-EA4B-4FE8-ADA6-053A96E5111C}" dt="2026-08-10T14:56:44.414" v="7884" actId="478"/>
          <ac:graphicFrameMkLst>
            <pc:docMk/>
            <pc:sldMk cId="3776107333" sldId="2147379599"/>
            <ac:graphicFrameMk id="12" creationId="{79ECCD19-5268-B4D5-83E3-1800033C0B9B}"/>
          </ac:graphicFrameMkLst>
        </pc:graphicFrameChg>
        <pc:picChg chg="add del">
          <ac:chgData name="Chevallier, Erwan" userId="41829133-4082-412e-b87b-fa41cba82c87" providerId="ADAL" clId="{E5B812EE-EA4B-4FE8-ADA6-053A96E5111C}" dt="2026-08-10T14:56:47.616" v="7886" actId="478"/>
          <ac:picMkLst>
            <pc:docMk/>
            <pc:sldMk cId="3776107333" sldId="2147379599"/>
            <ac:picMk id="4" creationId="{C06423AF-0340-0B49-D347-2039105EB84A}"/>
          </ac:picMkLst>
        </pc:picChg>
        <pc:picChg chg="add mod modCrop">
          <ac:chgData name="Chevallier, Erwan" userId="41829133-4082-412e-b87b-fa41cba82c87" providerId="ADAL" clId="{E5B812EE-EA4B-4FE8-ADA6-053A96E5111C}" dt="2026-08-10T14:57:11.562" v="7893" actId="14100"/>
          <ac:picMkLst>
            <pc:docMk/>
            <pc:sldMk cId="3776107333" sldId="2147379599"/>
            <ac:picMk id="10" creationId="{FD3A2BE1-9752-19C4-5DC1-8741147CF748}"/>
          </ac:picMkLst>
        </pc:picChg>
      </pc:sldChg>
      <pc:sldChg chg="del">
        <pc:chgData name="Chevallier, Erwan" userId="41829133-4082-412e-b87b-fa41cba82c87" providerId="ADAL" clId="{E5B812EE-EA4B-4FE8-ADA6-053A96E5111C}" dt="2026-08-10T13:24:00.744" v="7734" actId="47"/>
        <pc:sldMkLst>
          <pc:docMk/>
          <pc:sldMk cId="1132089144" sldId="2147379600"/>
        </pc:sldMkLst>
      </pc:sldChg>
      <pc:sldChg chg="delSp mod">
        <pc:chgData name="Chevallier, Erwan" userId="41829133-4082-412e-b87b-fa41cba82c87" providerId="ADAL" clId="{E5B812EE-EA4B-4FE8-ADA6-053A96E5111C}" dt="2026-08-10T09:34:25.107" v="7324" actId="478"/>
        <pc:sldMkLst>
          <pc:docMk/>
          <pc:sldMk cId="2862096762" sldId="2147379601"/>
        </pc:sldMkLst>
        <pc:spChg chg="del">
          <ac:chgData name="Chevallier, Erwan" userId="41829133-4082-412e-b87b-fa41cba82c87" providerId="ADAL" clId="{E5B812EE-EA4B-4FE8-ADA6-053A96E5111C}" dt="2026-08-10T09:34:24.166" v="7322" actId="478"/>
          <ac:spMkLst>
            <pc:docMk/>
            <pc:sldMk cId="2862096762" sldId="2147379601"/>
            <ac:spMk id="7" creationId="{EC87468F-12D6-9B73-4ADA-C52694121BB4}"/>
          </ac:spMkLst>
        </pc:spChg>
        <pc:picChg chg="del">
          <ac:chgData name="Chevallier, Erwan" userId="41829133-4082-412e-b87b-fa41cba82c87" providerId="ADAL" clId="{E5B812EE-EA4B-4FE8-ADA6-053A96E5111C}" dt="2026-08-10T09:34:24.693" v="7323" actId="478"/>
          <ac:picMkLst>
            <pc:docMk/>
            <pc:sldMk cId="2862096762" sldId="2147379601"/>
            <ac:picMk id="6" creationId="{5FE83E39-C1A4-CE9D-0D88-CA5FBE6F40F6}"/>
          </ac:picMkLst>
        </pc:picChg>
        <pc:picChg chg="del">
          <ac:chgData name="Chevallier, Erwan" userId="41829133-4082-412e-b87b-fa41cba82c87" providerId="ADAL" clId="{E5B812EE-EA4B-4FE8-ADA6-053A96E5111C}" dt="2026-08-10T09:34:25.107" v="7324" actId="478"/>
          <ac:picMkLst>
            <pc:docMk/>
            <pc:sldMk cId="2862096762" sldId="2147379601"/>
            <ac:picMk id="8" creationId="{2F43EC54-FDF7-7C72-CE36-5B4B383DE00A}"/>
          </ac:picMkLst>
        </pc:picChg>
      </pc:sldChg>
      <pc:sldChg chg="del">
        <pc:chgData name="Chevallier, Erwan" userId="41829133-4082-412e-b87b-fa41cba82c87" providerId="ADAL" clId="{E5B812EE-EA4B-4FE8-ADA6-053A96E5111C}" dt="2026-08-10T09:34:27.621" v="7326" actId="47"/>
        <pc:sldMkLst>
          <pc:docMk/>
          <pc:sldMk cId="1294220336" sldId="2147379602"/>
        </pc:sldMkLst>
      </pc:sldChg>
      <pc:sldChg chg="del">
        <pc:chgData name="Chevallier, Erwan" userId="41829133-4082-412e-b87b-fa41cba82c87" providerId="ADAL" clId="{E5B812EE-EA4B-4FE8-ADA6-053A96E5111C}" dt="2026-08-10T09:34:28.234" v="7327" actId="47"/>
        <pc:sldMkLst>
          <pc:docMk/>
          <pc:sldMk cId="1322071257" sldId="2147379603"/>
        </pc:sldMkLst>
      </pc:sldChg>
      <pc:sldChg chg="del">
        <pc:chgData name="Chevallier, Erwan" userId="41829133-4082-412e-b87b-fa41cba82c87" providerId="ADAL" clId="{E5B812EE-EA4B-4FE8-ADA6-053A96E5111C}" dt="2026-08-10T09:34:28.884" v="7328" actId="47"/>
        <pc:sldMkLst>
          <pc:docMk/>
          <pc:sldMk cId="4179221777" sldId="2147379604"/>
        </pc:sldMkLst>
      </pc:sldChg>
      <pc:sldChg chg="del">
        <pc:chgData name="Chevallier, Erwan" userId="41829133-4082-412e-b87b-fa41cba82c87" providerId="ADAL" clId="{E5B812EE-EA4B-4FE8-ADA6-053A96E5111C}" dt="2026-08-10T09:34:29.567" v="7329" actId="47"/>
        <pc:sldMkLst>
          <pc:docMk/>
          <pc:sldMk cId="3429778426" sldId="2147379605"/>
        </pc:sldMkLst>
      </pc:sldChg>
      <pc:sldChg chg="del">
        <pc:chgData name="Chevallier, Erwan" userId="41829133-4082-412e-b87b-fa41cba82c87" providerId="ADAL" clId="{E5B812EE-EA4B-4FE8-ADA6-053A96E5111C}" dt="2026-08-10T09:34:30.239" v="7330" actId="47"/>
        <pc:sldMkLst>
          <pc:docMk/>
          <pc:sldMk cId="3136175914" sldId="2147379606"/>
        </pc:sldMkLst>
      </pc:sldChg>
      <pc:sldChg chg="del">
        <pc:chgData name="Chevallier, Erwan" userId="41829133-4082-412e-b87b-fa41cba82c87" providerId="ADAL" clId="{E5B812EE-EA4B-4FE8-ADA6-053A96E5111C}" dt="2026-08-10T09:34:31.640" v="7331" actId="47"/>
        <pc:sldMkLst>
          <pc:docMk/>
          <pc:sldMk cId="2202517864" sldId="2147379607"/>
        </pc:sldMkLst>
      </pc:sldChg>
      <pc:sldChg chg="modSp add mod">
        <pc:chgData name="Chevallier, Erwan" userId="41829133-4082-412e-b87b-fa41cba82c87" providerId="ADAL" clId="{E5B812EE-EA4B-4FE8-ADA6-053A96E5111C}" dt="2026-08-10T15:22:44.042" v="8863" actId="20577"/>
        <pc:sldMkLst>
          <pc:docMk/>
          <pc:sldMk cId="2139702063" sldId="2147379608"/>
        </pc:sldMkLst>
        <pc:spChg chg="mod">
          <ac:chgData name="Chevallier, Erwan" userId="41829133-4082-412e-b87b-fa41cba82c87" providerId="ADAL" clId="{E5B812EE-EA4B-4FE8-ADA6-053A96E5111C}" dt="2026-08-10T15:22:39.026" v="8858" actId="20577"/>
          <ac:spMkLst>
            <pc:docMk/>
            <pc:sldMk cId="2139702063" sldId="2147379608"/>
            <ac:spMk id="7" creationId="{B434098C-E3B8-C681-F6B2-071A5CE069F6}"/>
          </ac:spMkLst>
        </pc:spChg>
        <pc:spChg chg="mod">
          <ac:chgData name="Chevallier, Erwan" userId="41829133-4082-412e-b87b-fa41cba82c87" providerId="ADAL" clId="{E5B812EE-EA4B-4FE8-ADA6-053A96E5111C}" dt="2026-08-10T15:22:44.042" v="8863" actId="20577"/>
          <ac:spMkLst>
            <pc:docMk/>
            <pc:sldMk cId="2139702063" sldId="2147379608"/>
            <ac:spMk id="22" creationId="{5DD7CF40-F8FE-809E-0D2C-AD614BC26FDA}"/>
          </ac:spMkLst>
        </pc:spChg>
      </pc:sldChg>
      <pc:sldChg chg="addSp delSp modSp add mod">
        <pc:chgData name="Chevallier, Erwan" userId="41829133-4082-412e-b87b-fa41cba82c87" providerId="ADAL" clId="{E5B812EE-EA4B-4FE8-ADA6-053A96E5111C}" dt="2026-08-10T09:46:30.262" v="7425" actId="1076"/>
        <pc:sldMkLst>
          <pc:docMk/>
          <pc:sldMk cId="1255117182" sldId="2147379609"/>
        </pc:sldMkLst>
        <pc:spChg chg="mod">
          <ac:chgData name="Chevallier, Erwan" userId="41829133-4082-412e-b87b-fa41cba82c87" providerId="ADAL" clId="{E5B812EE-EA4B-4FE8-ADA6-053A96E5111C}" dt="2026-08-10T09:33:04.407" v="7310" actId="20577"/>
          <ac:spMkLst>
            <pc:docMk/>
            <pc:sldMk cId="1255117182" sldId="2147379609"/>
            <ac:spMk id="5" creationId="{BD6C00AE-0876-AB11-0FFF-E2DE2F48DA2E}"/>
          </ac:spMkLst>
        </pc:spChg>
        <pc:spChg chg="mod">
          <ac:chgData name="Chevallier, Erwan" userId="41829133-4082-412e-b87b-fa41cba82c87" providerId="ADAL" clId="{E5B812EE-EA4B-4FE8-ADA6-053A96E5111C}" dt="2026-08-10T09:39:46.908" v="7412" actId="1035"/>
          <ac:spMkLst>
            <pc:docMk/>
            <pc:sldMk cId="1255117182" sldId="2147379609"/>
            <ac:spMk id="10" creationId="{2E8D6FA1-950E-8D16-CF5C-FE1037455FB0}"/>
          </ac:spMkLst>
        </pc:spChg>
        <pc:picChg chg="add del mod">
          <ac:chgData name="Chevallier, Erwan" userId="41829133-4082-412e-b87b-fa41cba82c87" providerId="ADAL" clId="{E5B812EE-EA4B-4FE8-ADA6-053A96E5111C}" dt="2026-08-10T09:35:53.477" v="7342" actId="478"/>
          <ac:picMkLst>
            <pc:docMk/>
            <pc:sldMk cId="1255117182" sldId="2147379609"/>
            <ac:picMk id="7" creationId="{4A29AADB-0087-F917-8EE1-9DFF8880F093}"/>
          </ac:picMkLst>
        </pc:picChg>
        <pc:picChg chg="mod">
          <ac:chgData name="Chevallier, Erwan" userId="41829133-4082-412e-b87b-fa41cba82c87" providerId="ADAL" clId="{E5B812EE-EA4B-4FE8-ADA6-053A96E5111C}" dt="2026-08-10T09:39:46.908" v="7412" actId="1035"/>
          <ac:picMkLst>
            <pc:docMk/>
            <pc:sldMk cId="1255117182" sldId="2147379609"/>
            <ac:picMk id="9" creationId="{6F13EADB-836D-7C06-28A1-51EA06FEB77E}"/>
          </ac:picMkLst>
        </pc:picChg>
        <pc:picChg chg="add del mod">
          <ac:chgData name="Chevallier, Erwan" userId="41829133-4082-412e-b87b-fa41cba82c87" providerId="ADAL" clId="{E5B812EE-EA4B-4FE8-ADA6-053A96E5111C}" dt="2026-08-10T09:35:53.477" v="7342" actId="478"/>
          <ac:picMkLst>
            <pc:docMk/>
            <pc:sldMk cId="1255117182" sldId="2147379609"/>
            <ac:picMk id="11" creationId="{379F038B-CB4E-B218-EB9D-E7C7CEFAD3BB}"/>
          </ac:picMkLst>
        </pc:picChg>
        <pc:picChg chg="add del mod">
          <ac:chgData name="Chevallier, Erwan" userId="41829133-4082-412e-b87b-fa41cba82c87" providerId="ADAL" clId="{E5B812EE-EA4B-4FE8-ADA6-053A96E5111C}" dt="2026-08-10T09:46:08.380" v="7418" actId="478"/>
          <ac:picMkLst>
            <pc:docMk/>
            <pc:sldMk cId="1255117182" sldId="2147379609"/>
            <ac:picMk id="14" creationId="{23A0C48F-DC7E-7E78-632E-13532C73EB02}"/>
          </ac:picMkLst>
        </pc:picChg>
        <pc:picChg chg="add del mod">
          <ac:chgData name="Chevallier, Erwan" userId="41829133-4082-412e-b87b-fa41cba82c87" providerId="ADAL" clId="{E5B812EE-EA4B-4FE8-ADA6-053A96E5111C}" dt="2026-08-10T09:46:08.380" v="7418" actId="478"/>
          <ac:picMkLst>
            <pc:docMk/>
            <pc:sldMk cId="1255117182" sldId="2147379609"/>
            <ac:picMk id="16" creationId="{866C6825-150B-04BA-2911-3DE0E73E168B}"/>
          </ac:picMkLst>
        </pc:picChg>
        <pc:picChg chg="add del mod">
          <ac:chgData name="Chevallier, Erwan" userId="41829133-4082-412e-b87b-fa41cba82c87" providerId="ADAL" clId="{E5B812EE-EA4B-4FE8-ADA6-053A96E5111C}" dt="2026-08-10T09:46:08.380" v="7418" actId="478"/>
          <ac:picMkLst>
            <pc:docMk/>
            <pc:sldMk cId="1255117182" sldId="2147379609"/>
            <ac:picMk id="18" creationId="{2B6D7621-95FF-1795-9670-3835AC9B4A88}"/>
          </ac:picMkLst>
        </pc:picChg>
        <pc:picChg chg="add del mod">
          <ac:chgData name="Chevallier, Erwan" userId="41829133-4082-412e-b87b-fa41cba82c87" providerId="ADAL" clId="{E5B812EE-EA4B-4FE8-ADA6-053A96E5111C}" dt="2026-08-10T09:46:08.380" v="7418" actId="478"/>
          <ac:picMkLst>
            <pc:docMk/>
            <pc:sldMk cId="1255117182" sldId="2147379609"/>
            <ac:picMk id="20" creationId="{4E25D6AA-E22A-3160-9880-770B046B7F73}"/>
          </ac:picMkLst>
        </pc:picChg>
        <pc:picChg chg="add del mod">
          <ac:chgData name="Chevallier, Erwan" userId="41829133-4082-412e-b87b-fa41cba82c87" providerId="ADAL" clId="{E5B812EE-EA4B-4FE8-ADA6-053A96E5111C}" dt="2026-08-10T09:37:13.107" v="7363" actId="478"/>
          <ac:picMkLst>
            <pc:docMk/>
            <pc:sldMk cId="1255117182" sldId="2147379609"/>
            <ac:picMk id="21" creationId="{FAC3264C-F7B9-4259-3D6B-671B908B54A1}"/>
          </ac:picMkLst>
        </pc:picChg>
        <pc:picChg chg="add del mod">
          <ac:chgData name="Chevallier, Erwan" userId="41829133-4082-412e-b87b-fa41cba82c87" providerId="ADAL" clId="{E5B812EE-EA4B-4FE8-ADA6-053A96E5111C}" dt="2026-08-10T09:37:13.107" v="7363" actId="478"/>
          <ac:picMkLst>
            <pc:docMk/>
            <pc:sldMk cId="1255117182" sldId="2147379609"/>
            <ac:picMk id="23" creationId="{62D2D1E6-97BA-1497-999B-4DD2558ACFA9}"/>
          </ac:picMkLst>
        </pc:picChg>
        <pc:picChg chg="add del mod">
          <ac:chgData name="Chevallier, Erwan" userId="41829133-4082-412e-b87b-fa41cba82c87" providerId="ADAL" clId="{E5B812EE-EA4B-4FE8-ADA6-053A96E5111C}" dt="2026-08-10T09:42:23.621" v="7413" actId="478"/>
          <ac:picMkLst>
            <pc:docMk/>
            <pc:sldMk cId="1255117182" sldId="2147379609"/>
            <ac:picMk id="24" creationId="{B377A33D-3FE3-04AE-AA9D-87DA98037DA9}"/>
          </ac:picMkLst>
        </pc:picChg>
        <pc:picChg chg="add del mod">
          <ac:chgData name="Chevallier, Erwan" userId="41829133-4082-412e-b87b-fa41cba82c87" providerId="ADAL" clId="{E5B812EE-EA4B-4FE8-ADA6-053A96E5111C}" dt="2026-08-10T09:42:23.621" v="7413" actId="478"/>
          <ac:picMkLst>
            <pc:docMk/>
            <pc:sldMk cId="1255117182" sldId="2147379609"/>
            <ac:picMk id="25" creationId="{B079914F-E27E-ED68-4CE9-A79C9186BEA1}"/>
          </ac:picMkLst>
        </pc:picChg>
        <pc:picChg chg="add mod">
          <ac:chgData name="Chevallier, Erwan" userId="41829133-4082-412e-b87b-fa41cba82c87" providerId="ADAL" clId="{E5B812EE-EA4B-4FE8-ADA6-053A96E5111C}" dt="2026-08-10T09:42:26.598" v="7415" actId="1076"/>
          <ac:picMkLst>
            <pc:docMk/>
            <pc:sldMk cId="1255117182" sldId="2147379609"/>
            <ac:picMk id="27" creationId="{6444B425-6D7B-B0AA-D539-6573A2702465}"/>
          </ac:picMkLst>
        </pc:picChg>
        <pc:picChg chg="del">
          <ac:chgData name="Chevallier, Erwan" userId="41829133-4082-412e-b87b-fa41cba82c87" providerId="ADAL" clId="{E5B812EE-EA4B-4FE8-ADA6-053A96E5111C}" dt="2026-08-10T09:33:09.166" v="7314" actId="478"/>
          <ac:picMkLst>
            <pc:docMk/>
            <pc:sldMk cId="1255117182" sldId="2147379609"/>
            <ac:picMk id="28" creationId="{A55AA6C5-B223-D2C2-BFF4-B62D8AD9D1F2}"/>
          </ac:picMkLst>
        </pc:picChg>
        <pc:picChg chg="del">
          <ac:chgData name="Chevallier, Erwan" userId="41829133-4082-412e-b87b-fa41cba82c87" providerId="ADAL" clId="{E5B812EE-EA4B-4FE8-ADA6-053A96E5111C}" dt="2026-08-10T09:33:08.363" v="7313" actId="478"/>
          <ac:picMkLst>
            <pc:docMk/>
            <pc:sldMk cId="1255117182" sldId="2147379609"/>
            <ac:picMk id="30" creationId="{1BB3A686-1745-6CFB-C50D-F1521044DFB9}"/>
          </ac:picMkLst>
        </pc:picChg>
        <pc:picChg chg="add mod">
          <ac:chgData name="Chevallier, Erwan" userId="41829133-4082-412e-b87b-fa41cba82c87" providerId="ADAL" clId="{E5B812EE-EA4B-4FE8-ADA6-053A96E5111C}" dt="2026-08-10T09:43:03.368" v="7417" actId="1076"/>
          <ac:picMkLst>
            <pc:docMk/>
            <pc:sldMk cId="1255117182" sldId="2147379609"/>
            <ac:picMk id="31" creationId="{53DFEA8B-99E9-033B-0AF5-0FF2D0F042AD}"/>
          </ac:picMkLst>
        </pc:picChg>
        <pc:picChg chg="del">
          <ac:chgData name="Chevallier, Erwan" userId="41829133-4082-412e-b87b-fa41cba82c87" providerId="ADAL" clId="{E5B812EE-EA4B-4FE8-ADA6-053A96E5111C}" dt="2026-08-10T09:33:07.673" v="7311" actId="478"/>
          <ac:picMkLst>
            <pc:docMk/>
            <pc:sldMk cId="1255117182" sldId="2147379609"/>
            <ac:picMk id="32" creationId="{3B155BD4-99F6-C461-C786-43D44AC6625C}"/>
          </ac:picMkLst>
        </pc:picChg>
        <pc:picChg chg="del">
          <ac:chgData name="Chevallier, Erwan" userId="41829133-4082-412e-b87b-fa41cba82c87" providerId="ADAL" clId="{E5B812EE-EA4B-4FE8-ADA6-053A96E5111C}" dt="2026-08-10T09:33:08.041" v="7312" actId="478"/>
          <ac:picMkLst>
            <pc:docMk/>
            <pc:sldMk cId="1255117182" sldId="2147379609"/>
            <ac:picMk id="34" creationId="{8C5EC360-8E26-46D2-F70F-D67072258A20}"/>
          </ac:picMkLst>
        </pc:picChg>
        <pc:picChg chg="add mod">
          <ac:chgData name="Chevallier, Erwan" userId="41829133-4082-412e-b87b-fa41cba82c87" providerId="ADAL" clId="{E5B812EE-EA4B-4FE8-ADA6-053A96E5111C}" dt="2026-08-10T09:46:13.311" v="7421" actId="1076"/>
          <ac:picMkLst>
            <pc:docMk/>
            <pc:sldMk cId="1255117182" sldId="2147379609"/>
            <ac:picMk id="35" creationId="{1523FB6B-0869-FC69-19AE-F5B198A64A17}"/>
          </ac:picMkLst>
        </pc:picChg>
        <pc:picChg chg="add mod">
          <ac:chgData name="Chevallier, Erwan" userId="41829133-4082-412e-b87b-fa41cba82c87" providerId="ADAL" clId="{E5B812EE-EA4B-4FE8-ADA6-053A96E5111C}" dt="2026-08-10T09:46:30.262" v="7425" actId="1076"/>
          <ac:picMkLst>
            <pc:docMk/>
            <pc:sldMk cId="1255117182" sldId="2147379609"/>
            <ac:picMk id="37" creationId="{4EC0D1D4-5931-281A-8712-D64F06987D2D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09:47:52.350" v="7463" actId="1076"/>
        <pc:sldMkLst>
          <pc:docMk/>
          <pc:sldMk cId="3017179034" sldId="2147379610"/>
        </pc:sldMkLst>
        <pc:spChg chg="mod">
          <ac:chgData name="Chevallier, Erwan" userId="41829133-4082-412e-b87b-fa41cba82c87" providerId="ADAL" clId="{E5B812EE-EA4B-4FE8-ADA6-053A96E5111C}" dt="2026-08-10T09:47:05.416" v="7449" actId="20577"/>
          <ac:spMkLst>
            <pc:docMk/>
            <pc:sldMk cId="3017179034" sldId="2147379610"/>
            <ac:spMk id="5" creationId="{84A8767A-1E15-B685-619D-89205BD0F60C}"/>
          </ac:spMkLst>
        </pc:spChg>
        <pc:spChg chg="mod">
          <ac:chgData name="Chevallier, Erwan" userId="41829133-4082-412e-b87b-fa41cba82c87" providerId="ADAL" clId="{E5B812EE-EA4B-4FE8-ADA6-053A96E5111C}" dt="2026-08-10T09:47:02.323" v="7438" actId="20577"/>
          <ac:spMkLst>
            <pc:docMk/>
            <pc:sldMk cId="3017179034" sldId="2147379610"/>
            <ac:spMk id="6" creationId="{46B0E4FB-6993-169A-B806-7C9B44BF8C24}"/>
          </ac:spMkLst>
        </pc:spChg>
        <pc:picChg chg="add mod">
          <ac:chgData name="Chevallier, Erwan" userId="41829133-4082-412e-b87b-fa41cba82c87" providerId="ADAL" clId="{E5B812EE-EA4B-4FE8-ADA6-053A96E5111C}" dt="2026-08-10T09:47:39.286" v="7456" actId="14100"/>
          <ac:picMkLst>
            <pc:docMk/>
            <pc:sldMk cId="3017179034" sldId="2147379610"/>
            <ac:picMk id="4" creationId="{6512AF11-8CB4-F0A1-1052-A2C0ED27C3BF}"/>
          </ac:picMkLst>
        </pc:picChg>
        <pc:picChg chg="add mod">
          <ac:chgData name="Chevallier, Erwan" userId="41829133-4082-412e-b87b-fa41cba82c87" providerId="ADAL" clId="{E5B812EE-EA4B-4FE8-ADA6-053A96E5111C}" dt="2026-08-10T09:47:42.556" v="7458" actId="14100"/>
          <ac:picMkLst>
            <pc:docMk/>
            <pc:sldMk cId="3017179034" sldId="2147379610"/>
            <ac:picMk id="8" creationId="{1C4DB7B8-AFCC-F51D-2226-351D966F31A8}"/>
          </ac:picMkLst>
        </pc:picChg>
        <pc:picChg chg="add mod">
          <ac:chgData name="Chevallier, Erwan" userId="41829133-4082-412e-b87b-fa41cba82c87" providerId="ADAL" clId="{E5B812EE-EA4B-4FE8-ADA6-053A96E5111C}" dt="2026-08-10T09:47:46.782" v="7460" actId="14100"/>
          <ac:picMkLst>
            <pc:docMk/>
            <pc:sldMk cId="3017179034" sldId="2147379610"/>
            <ac:picMk id="11" creationId="{2F7A9075-8234-3AB6-B010-D248657EECDC}"/>
          </ac:picMkLst>
        </pc:picChg>
        <pc:picChg chg="add mod">
          <ac:chgData name="Chevallier, Erwan" userId="41829133-4082-412e-b87b-fa41cba82c87" providerId="ADAL" clId="{E5B812EE-EA4B-4FE8-ADA6-053A96E5111C}" dt="2026-08-10T09:47:52.350" v="7463" actId="1076"/>
          <ac:picMkLst>
            <pc:docMk/>
            <pc:sldMk cId="3017179034" sldId="2147379610"/>
            <ac:picMk id="13" creationId="{990A9798-908E-6D33-C5CA-A40ACDDDE62A}"/>
          </ac:picMkLst>
        </pc:picChg>
        <pc:picChg chg="del">
          <ac:chgData name="Chevallier, Erwan" userId="41829133-4082-412e-b87b-fa41cba82c87" providerId="ADAL" clId="{E5B812EE-EA4B-4FE8-ADA6-053A96E5111C}" dt="2026-08-10T09:46:42.541" v="7429" actId="478"/>
          <ac:picMkLst>
            <pc:docMk/>
            <pc:sldMk cId="3017179034" sldId="2147379610"/>
            <ac:picMk id="17" creationId="{60D2E47F-CEB1-587C-B7E1-DDF1E42FAC79}"/>
          </ac:picMkLst>
        </pc:picChg>
        <pc:picChg chg="del">
          <ac:chgData name="Chevallier, Erwan" userId="41829133-4082-412e-b87b-fa41cba82c87" providerId="ADAL" clId="{E5B812EE-EA4B-4FE8-ADA6-053A96E5111C}" dt="2026-08-10T09:46:43.300" v="7431" actId="478"/>
          <ac:picMkLst>
            <pc:docMk/>
            <pc:sldMk cId="3017179034" sldId="2147379610"/>
            <ac:picMk id="19" creationId="{4A9CA241-B0B6-71E4-14CD-E4379719A32A}"/>
          </ac:picMkLst>
        </pc:picChg>
        <pc:picChg chg="del">
          <ac:chgData name="Chevallier, Erwan" userId="41829133-4082-412e-b87b-fa41cba82c87" providerId="ADAL" clId="{E5B812EE-EA4B-4FE8-ADA6-053A96E5111C}" dt="2026-08-10T09:46:42.881" v="7430" actId="478"/>
          <ac:picMkLst>
            <pc:docMk/>
            <pc:sldMk cId="3017179034" sldId="2147379610"/>
            <ac:picMk id="21" creationId="{449AB590-614D-346C-F078-6E2B713D3A7E}"/>
          </ac:picMkLst>
        </pc:picChg>
        <pc:picChg chg="del">
          <ac:chgData name="Chevallier, Erwan" userId="41829133-4082-412e-b87b-fa41cba82c87" providerId="ADAL" clId="{E5B812EE-EA4B-4FE8-ADA6-053A96E5111C}" dt="2026-08-10T09:46:43.637" v="7432" actId="478"/>
          <ac:picMkLst>
            <pc:docMk/>
            <pc:sldMk cId="3017179034" sldId="2147379610"/>
            <ac:picMk id="23" creationId="{3A99F384-4250-84E9-14C3-FFCE4E759DE1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2:36:24.366" v="7557" actId="1076"/>
        <pc:sldMkLst>
          <pc:docMk/>
          <pc:sldMk cId="2424252341" sldId="2147379611"/>
        </pc:sldMkLst>
        <pc:spChg chg="mod">
          <ac:chgData name="Chevallier, Erwan" userId="41829133-4082-412e-b87b-fa41cba82c87" providerId="ADAL" clId="{E5B812EE-EA4B-4FE8-ADA6-053A96E5111C}" dt="2026-08-10T09:56:25.044" v="7545" actId="20577"/>
          <ac:spMkLst>
            <pc:docMk/>
            <pc:sldMk cId="2424252341" sldId="2147379611"/>
            <ac:spMk id="5" creationId="{BAA040B4-9386-8C56-930A-AC5AB54E210D}"/>
          </ac:spMkLst>
        </pc:spChg>
        <pc:picChg chg="add mod">
          <ac:chgData name="Chevallier, Erwan" userId="41829133-4082-412e-b87b-fa41cba82c87" providerId="ADAL" clId="{E5B812EE-EA4B-4FE8-ADA6-053A96E5111C}" dt="2026-08-10T12:34:28.237" v="7548" actId="14100"/>
          <ac:picMkLst>
            <pc:docMk/>
            <pc:sldMk cId="2424252341" sldId="2147379611"/>
            <ac:picMk id="7" creationId="{2B650B23-7ED2-CD24-2235-DC985CC104CD}"/>
          </ac:picMkLst>
        </pc:picChg>
        <pc:picChg chg="add mod">
          <ac:chgData name="Chevallier, Erwan" userId="41829133-4082-412e-b87b-fa41cba82c87" providerId="ADAL" clId="{E5B812EE-EA4B-4FE8-ADA6-053A96E5111C}" dt="2026-08-10T12:34:46.603" v="7552" actId="1076"/>
          <ac:picMkLst>
            <pc:docMk/>
            <pc:sldMk cId="2424252341" sldId="2147379611"/>
            <ac:picMk id="11" creationId="{82E98204-2A41-1CFA-EDCC-1CFEC9833EE2}"/>
          </ac:picMkLst>
        </pc:picChg>
        <pc:picChg chg="add mod">
          <ac:chgData name="Chevallier, Erwan" userId="41829133-4082-412e-b87b-fa41cba82c87" providerId="ADAL" clId="{E5B812EE-EA4B-4FE8-ADA6-053A96E5111C}" dt="2026-08-10T12:36:13.060" v="7555" actId="14100"/>
          <ac:picMkLst>
            <pc:docMk/>
            <pc:sldMk cId="2424252341" sldId="2147379611"/>
            <ac:picMk id="14" creationId="{CB270DA8-2A17-EF22-35C5-94298CA52DF3}"/>
          </ac:picMkLst>
        </pc:picChg>
        <pc:picChg chg="add mod">
          <ac:chgData name="Chevallier, Erwan" userId="41829133-4082-412e-b87b-fa41cba82c87" providerId="ADAL" clId="{E5B812EE-EA4B-4FE8-ADA6-053A96E5111C}" dt="2026-08-10T12:36:24.366" v="7557" actId="1076"/>
          <ac:picMkLst>
            <pc:docMk/>
            <pc:sldMk cId="2424252341" sldId="2147379611"/>
            <ac:picMk id="16" creationId="{8200A07C-864F-E21B-82FD-414541AE4160}"/>
          </ac:picMkLst>
        </pc:picChg>
        <pc:picChg chg="del">
          <ac:chgData name="Chevallier, Erwan" userId="41829133-4082-412e-b87b-fa41cba82c87" providerId="ADAL" clId="{E5B812EE-EA4B-4FE8-ADA6-053A96E5111C}" dt="2026-08-10T09:56:19.247" v="7531" actId="478"/>
          <ac:picMkLst>
            <pc:docMk/>
            <pc:sldMk cId="2424252341" sldId="2147379611"/>
            <ac:picMk id="27" creationId="{8C1D3459-7BE3-7E54-9304-D1114C371576}"/>
          </ac:picMkLst>
        </pc:picChg>
        <pc:picChg chg="del">
          <ac:chgData name="Chevallier, Erwan" userId="41829133-4082-412e-b87b-fa41cba82c87" providerId="ADAL" clId="{E5B812EE-EA4B-4FE8-ADA6-053A96E5111C}" dt="2026-08-10T09:56:19.547" v="7532" actId="478"/>
          <ac:picMkLst>
            <pc:docMk/>
            <pc:sldMk cId="2424252341" sldId="2147379611"/>
            <ac:picMk id="31" creationId="{8761BDD5-722C-C7FF-2507-AF49275251C5}"/>
          </ac:picMkLst>
        </pc:picChg>
        <pc:picChg chg="del">
          <ac:chgData name="Chevallier, Erwan" userId="41829133-4082-412e-b87b-fa41cba82c87" providerId="ADAL" clId="{E5B812EE-EA4B-4FE8-ADA6-053A96E5111C}" dt="2026-08-10T09:56:20.706" v="7534" actId="478"/>
          <ac:picMkLst>
            <pc:docMk/>
            <pc:sldMk cId="2424252341" sldId="2147379611"/>
            <ac:picMk id="35" creationId="{F62222CD-AE33-DAF8-7FEE-E1D67969EA72}"/>
          </ac:picMkLst>
        </pc:picChg>
        <pc:picChg chg="del">
          <ac:chgData name="Chevallier, Erwan" userId="41829133-4082-412e-b87b-fa41cba82c87" providerId="ADAL" clId="{E5B812EE-EA4B-4FE8-ADA6-053A96E5111C}" dt="2026-08-10T09:56:19.897" v="7533" actId="478"/>
          <ac:picMkLst>
            <pc:docMk/>
            <pc:sldMk cId="2424252341" sldId="2147379611"/>
            <ac:picMk id="37" creationId="{C84D8FEA-5D38-35F3-3C04-B75730D93407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2:47:36.098" v="7589" actId="14100"/>
        <pc:sldMkLst>
          <pc:docMk/>
          <pc:sldMk cId="2943789541" sldId="2147379612"/>
        </pc:sldMkLst>
        <pc:spChg chg="mod">
          <ac:chgData name="Chevallier, Erwan" userId="41829133-4082-412e-b87b-fa41cba82c87" providerId="ADAL" clId="{E5B812EE-EA4B-4FE8-ADA6-053A96E5111C}" dt="2026-08-10T12:37:14.663" v="7573" actId="20577"/>
          <ac:spMkLst>
            <pc:docMk/>
            <pc:sldMk cId="2943789541" sldId="2147379612"/>
            <ac:spMk id="5" creationId="{B46EDDEA-DD6E-B316-FBB4-FCDF260BE575}"/>
          </ac:spMkLst>
        </pc:spChg>
        <pc:spChg chg="mod">
          <ac:chgData name="Chevallier, Erwan" userId="41829133-4082-412e-b87b-fa41cba82c87" providerId="ADAL" clId="{E5B812EE-EA4B-4FE8-ADA6-053A96E5111C}" dt="2026-08-10T12:37:17.420" v="7574" actId="20577"/>
          <ac:spMkLst>
            <pc:docMk/>
            <pc:sldMk cId="2943789541" sldId="2147379612"/>
            <ac:spMk id="6" creationId="{4482EB40-63F7-2BFE-43FD-05423EA144C8}"/>
          </ac:spMkLst>
        </pc:spChg>
        <pc:picChg chg="del">
          <ac:chgData name="Chevallier, Erwan" userId="41829133-4082-412e-b87b-fa41cba82c87" providerId="ADAL" clId="{E5B812EE-EA4B-4FE8-ADA6-053A96E5111C}" dt="2026-08-10T12:37:19.577" v="7578" actId="478"/>
          <ac:picMkLst>
            <pc:docMk/>
            <pc:sldMk cId="2943789541" sldId="2147379612"/>
            <ac:picMk id="4" creationId="{0218E197-5C4B-154A-86B3-50DADB7E4C51}"/>
          </ac:picMkLst>
        </pc:picChg>
        <pc:picChg chg="add mod">
          <ac:chgData name="Chevallier, Erwan" userId="41829133-4082-412e-b87b-fa41cba82c87" providerId="ADAL" clId="{E5B812EE-EA4B-4FE8-ADA6-053A96E5111C}" dt="2026-08-10T12:47:00.735" v="7580" actId="1076"/>
          <ac:picMkLst>
            <pc:docMk/>
            <pc:sldMk cId="2943789541" sldId="2147379612"/>
            <ac:picMk id="7" creationId="{0245928B-0BCD-7086-C7EA-1E94514D2509}"/>
          </ac:picMkLst>
        </pc:picChg>
        <pc:picChg chg="del">
          <ac:chgData name="Chevallier, Erwan" userId="41829133-4082-412e-b87b-fa41cba82c87" providerId="ADAL" clId="{E5B812EE-EA4B-4FE8-ADA6-053A96E5111C}" dt="2026-08-10T12:37:18.466" v="7575" actId="478"/>
          <ac:picMkLst>
            <pc:docMk/>
            <pc:sldMk cId="2943789541" sldId="2147379612"/>
            <ac:picMk id="8" creationId="{AB7B980A-FBCF-7240-D88D-EE73090EBCE2}"/>
          </ac:picMkLst>
        </pc:picChg>
        <pc:picChg chg="del">
          <ac:chgData name="Chevallier, Erwan" userId="41829133-4082-412e-b87b-fa41cba82c87" providerId="ADAL" clId="{E5B812EE-EA4B-4FE8-ADA6-053A96E5111C}" dt="2026-08-10T12:37:18.840" v="7576" actId="478"/>
          <ac:picMkLst>
            <pc:docMk/>
            <pc:sldMk cId="2943789541" sldId="2147379612"/>
            <ac:picMk id="11" creationId="{ECBEB7A2-43A4-E7A6-54FD-977540BB1364}"/>
          </ac:picMkLst>
        </pc:picChg>
        <pc:picChg chg="add mod">
          <ac:chgData name="Chevallier, Erwan" userId="41829133-4082-412e-b87b-fa41cba82c87" providerId="ADAL" clId="{E5B812EE-EA4B-4FE8-ADA6-053A96E5111C}" dt="2026-08-10T12:47:11.922" v="7583" actId="14100"/>
          <ac:picMkLst>
            <pc:docMk/>
            <pc:sldMk cId="2943789541" sldId="2147379612"/>
            <ac:picMk id="12" creationId="{301AAFBD-000F-8866-C065-E7535D5F47D4}"/>
          </ac:picMkLst>
        </pc:picChg>
        <pc:picChg chg="del">
          <ac:chgData name="Chevallier, Erwan" userId="41829133-4082-412e-b87b-fa41cba82c87" providerId="ADAL" clId="{E5B812EE-EA4B-4FE8-ADA6-053A96E5111C}" dt="2026-08-10T12:37:19.177" v="7577" actId="478"/>
          <ac:picMkLst>
            <pc:docMk/>
            <pc:sldMk cId="2943789541" sldId="2147379612"/>
            <ac:picMk id="13" creationId="{A250D4CF-EFAB-A1F3-18A7-24A22EF34863}"/>
          </ac:picMkLst>
        </pc:picChg>
        <pc:picChg chg="add mod">
          <ac:chgData name="Chevallier, Erwan" userId="41829133-4082-412e-b87b-fa41cba82c87" providerId="ADAL" clId="{E5B812EE-EA4B-4FE8-ADA6-053A96E5111C}" dt="2026-08-10T12:47:25.988" v="7586" actId="14100"/>
          <ac:picMkLst>
            <pc:docMk/>
            <pc:sldMk cId="2943789541" sldId="2147379612"/>
            <ac:picMk id="15" creationId="{CFD62AB5-6EAF-BD3A-F140-F658E0E01FA5}"/>
          </ac:picMkLst>
        </pc:picChg>
        <pc:picChg chg="add mod">
          <ac:chgData name="Chevallier, Erwan" userId="41829133-4082-412e-b87b-fa41cba82c87" providerId="ADAL" clId="{E5B812EE-EA4B-4FE8-ADA6-053A96E5111C}" dt="2026-08-10T12:47:36.098" v="7589" actId="14100"/>
          <ac:picMkLst>
            <pc:docMk/>
            <pc:sldMk cId="2943789541" sldId="2147379612"/>
            <ac:picMk id="17" creationId="{7C6678CA-07AF-85F5-1A71-2F0D681B0222}"/>
          </ac:picMkLst>
        </pc:picChg>
      </pc:sldChg>
      <pc:sldChg chg="addSp delSp modSp add mod ord">
        <pc:chgData name="Chevallier, Erwan" userId="41829133-4082-412e-b87b-fa41cba82c87" providerId="ADAL" clId="{E5B812EE-EA4B-4FE8-ADA6-053A96E5111C}" dt="2026-08-10T12:57:53.172" v="7709" actId="14100"/>
        <pc:sldMkLst>
          <pc:docMk/>
          <pc:sldMk cId="4167436844" sldId="2147379613"/>
        </pc:sldMkLst>
        <pc:spChg chg="mod">
          <ac:chgData name="Chevallier, Erwan" userId="41829133-4082-412e-b87b-fa41cba82c87" providerId="ADAL" clId="{E5B812EE-EA4B-4FE8-ADA6-053A96E5111C}" dt="2026-08-10T12:49:50.462" v="7632" actId="20577"/>
          <ac:spMkLst>
            <pc:docMk/>
            <pc:sldMk cId="4167436844" sldId="2147379613"/>
            <ac:spMk id="5" creationId="{36260524-B53B-13CA-916B-60F8FAE91FEE}"/>
          </ac:spMkLst>
        </pc:spChg>
        <pc:picChg chg="del">
          <ac:chgData name="Chevallier, Erwan" userId="41829133-4082-412e-b87b-fa41cba82c87" providerId="ADAL" clId="{E5B812EE-EA4B-4FE8-ADA6-053A96E5111C}" dt="2026-08-10T12:49:52.714" v="7633" actId="478"/>
          <ac:picMkLst>
            <pc:docMk/>
            <pc:sldMk cId="4167436844" sldId="2147379613"/>
            <ac:picMk id="7" creationId="{900EBB0C-FB34-7F2A-9B48-73EF133C2564}"/>
          </ac:picMkLst>
        </pc:picChg>
        <pc:picChg chg="add mod">
          <ac:chgData name="Chevallier, Erwan" userId="41829133-4082-412e-b87b-fa41cba82c87" providerId="ADAL" clId="{E5B812EE-EA4B-4FE8-ADA6-053A96E5111C}" dt="2026-08-10T12:53:28.995" v="7679" actId="1076"/>
          <ac:picMkLst>
            <pc:docMk/>
            <pc:sldMk cId="4167436844" sldId="2147379613"/>
            <ac:picMk id="8" creationId="{3B839FA8-987E-CC17-92FA-ABA577AF7594}"/>
          </ac:picMkLst>
        </pc:picChg>
        <pc:picChg chg="del">
          <ac:chgData name="Chevallier, Erwan" userId="41829133-4082-412e-b87b-fa41cba82c87" providerId="ADAL" clId="{E5B812EE-EA4B-4FE8-ADA6-053A96E5111C}" dt="2026-08-10T12:49:53.017" v="7634" actId="478"/>
          <ac:picMkLst>
            <pc:docMk/>
            <pc:sldMk cId="4167436844" sldId="2147379613"/>
            <ac:picMk id="11" creationId="{FE5B6405-4C7F-E613-EB26-2B57559C17B2}"/>
          </ac:picMkLst>
        </pc:picChg>
        <pc:picChg chg="del">
          <ac:chgData name="Chevallier, Erwan" userId="41829133-4082-412e-b87b-fa41cba82c87" providerId="ADAL" clId="{E5B812EE-EA4B-4FE8-ADA6-053A96E5111C}" dt="2026-08-10T12:49:53.535" v="7636" actId="478"/>
          <ac:picMkLst>
            <pc:docMk/>
            <pc:sldMk cId="4167436844" sldId="2147379613"/>
            <ac:picMk id="14" creationId="{847303F1-F9E6-75FC-2D7D-FD6DD3D4F755}"/>
          </ac:picMkLst>
        </pc:picChg>
        <pc:picChg chg="add mod">
          <ac:chgData name="Chevallier, Erwan" userId="41829133-4082-412e-b87b-fa41cba82c87" providerId="ADAL" clId="{E5B812EE-EA4B-4FE8-ADA6-053A96E5111C}" dt="2026-08-10T12:57:53.172" v="7709" actId="14100"/>
          <ac:picMkLst>
            <pc:docMk/>
            <pc:sldMk cId="4167436844" sldId="2147379613"/>
            <ac:picMk id="15" creationId="{92EDE33F-8997-7DFD-8ED3-36BDFE5FCF46}"/>
          </ac:picMkLst>
        </pc:picChg>
        <pc:picChg chg="del">
          <ac:chgData name="Chevallier, Erwan" userId="41829133-4082-412e-b87b-fa41cba82c87" providerId="ADAL" clId="{E5B812EE-EA4B-4FE8-ADA6-053A96E5111C}" dt="2026-08-10T12:49:53.300" v="7635" actId="478"/>
          <ac:picMkLst>
            <pc:docMk/>
            <pc:sldMk cId="4167436844" sldId="2147379613"/>
            <ac:picMk id="16" creationId="{D35370F0-901A-5DC8-E36E-1F5C5788077A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3:23:20.046" v="7732" actId="1076"/>
        <pc:sldMkLst>
          <pc:docMk/>
          <pc:sldMk cId="1684859371" sldId="2147379614"/>
        </pc:sldMkLst>
        <pc:spChg chg="mod">
          <ac:chgData name="Chevallier, Erwan" userId="41829133-4082-412e-b87b-fa41cba82c87" providerId="ADAL" clId="{E5B812EE-EA4B-4FE8-ADA6-053A96E5111C}" dt="2026-08-10T12:50:04.362" v="7644" actId="20577"/>
          <ac:spMkLst>
            <pc:docMk/>
            <pc:sldMk cId="1684859371" sldId="2147379614"/>
            <ac:spMk id="5" creationId="{4F7E7ADA-36A8-9635-6FC2-2FB508BCC797}"/>
          </ac:spMkLst>
        </pc:spChg>
        <pc:picChg chg="add mod">
          <ac:chgData name="Chevallier, Erwan" userId="41829133-4082-412e-b87b-fa41cba82c87" providerId="ADAL" clId="{E5B812EE-EA4B-4FE8-ADA6-053A96E5111C}" dt="2026-08-10T13:22:58.624" v="7723" actId="14100"/>
          <ac:picMkLst>
            <pc:docMk/>
            <pc:sldMk cId="1684859371" sldId="2147379614"/>
            <ac:picMk id="4" creationId="{9BEBC30B-94B0-254F-486A-943FAE2056B7}"/>
          </ac:picMkLst>
        </pc:picChg>
        <pc:picChg chg="del">
          <ac:chgData name="Chevallier, Erwan" userId="41829133-4082-412e-b87b-fa41cba82c87" providerId="ADAL" clId="{E5B812EE-EA4B-4FE8-ADA6-053A96E5111C}" dt="2026-08-10T12:50:05.701" v="7645" actId="478"/>
          <ac:picMkLst>
            <pc:docMk/>
            <pc:sldMk cId="1684859371" sldId="2147379614"/>
            <ac:picMk id="7" creationId="{3678653A-D6CF-4AC3-5779-ACB641A86A0A}"/>
          </ac:picMkLst>
        </pc:picChg>
        <pc:picChg chg="add mod">
          <ac:chgData name="Chevallier, Erwan" userId="41829133-4082-412e-b87b-fa41cba82c87" providerId="ADAL" clId="{E5B812EE-EA4B-4FE8-ADA6-053A96E5111C}" dt="2026-08-10T13:23:01.632" v="7725" actId="14100"/>
          <ac:picMkLst>
            <pc:docMk/>
            <pc:sldMk cId="1684859371" sldId="2147379614"/>
            <ac:picMk id="8" creationId="{20CE56DC-18BA-222F-418C-B773C3C0A532}"/>
          </ac:picMkLst>
        </pc:picChg>
        <pc:picChg chg="add mod">
          <ac:chgData name="Chevallier, Erwan" userId="41829133-4082-412e-b87b-fa41cba82c87" providerId="ADAL" clId="{E5B812EE-EA4B-4FE8-ADA6-053A96E5111C}" dt="2026-08-10T13:23:05.462" v="7728" actId="1076"/>
          <ac:picMkLst>
            <pc:docMk/>
            <pc:sldMk cId="1684859371" sldId="2147379614"/>
            <ac:picMk id="11" creationId="{63D7AE73-3966-16D5-A306-A22046B31039}"/>
          </ac:picMkLst>
        </pc:picChg>
        <pc:picChg chg="del">
          <ac:chgData name="Chevallier, Erwan" userId="41829133-4082-412e-b87b-fa41cba82c87" providerId="ADAL" clId="{E5B812EE-EA4B-4FE8-ADA6-053A96E5111C}" dt="2026-08-10T12:50:06.241" v="7646" actId="478"/>
          <ac:picMkLst>
            <pc:docMk/>
            <pc:sldMk cId="1684859371" sldId="2147379614"/>
            <ac:picMk id="12" creationId="{60F8091A-F0E1-6076-549B-9070122103E0}"/>
          </ac:picMkLst>
        </pc:picChg>
        <pc:picChg chg="add mod">
          <ac:chgData name="Chevallier, Erwan" userId="41829133-4082-412e-b87b-fa41cba82c87" providerId="ADAL" clId="{E5B812EE-EA4B-4FE8-ADA6-053A96E5111C}" dt="2026-08-10T13:23:20.046" v="7732" actId="1076"/>
          <ac:picMkLst>
            <pc:docMk/>
            <pc:sldMk cId="1684859371" sldId="2147379614"/>
            <ac:picMk id="13" creationId="{E2952678-FAD0-9FA4-7860-7B79325E2359}"/>
          </ac:picMkLst>
        </pc:picChg>
        <pc:picChg chg="del">
          <ac:chgData name="Chevallier, Erwan" userId="41829133-4082-412e-b87b-fa41cba82c87" providerId="ADAL" clId="{E5B812EE-EA4B-4FE8-ADA6-053A96E5111C}" dt="2026-08-10T12:50:06.556" v="7647" actId="478"/>
          <ac:picMkLst>
            <pc:docMk/>
            <pc:sldMk cId="1684859371" sldId="2147379614"/>
            <ac:picMk id="15" creationId="{FA79ED29-82DA-186F-81EF-52B7A66A509C}"/>
          </ac:picMkLst>
        </pc:picChg>
        <pc:picChg chg="del">
          <ac:chgData name="Chevallier, Erwan" userId="41829133-4082-412e-b87b-fa41cba82c87" providerId="ADAL" clId="{E5B812EE-EA4B-4FE8-ADA6-053A96E5111C}" dt="2026-08-10T12:50:06.817" v="7648" actId="478"/>
          <ac:picMkLst>
            <pc:docMk/>
            <pc:sldMk cId="1684859371" sldId="2147379614"/>
            <ac:picMk id="17" creationId="{E9CF0AB3-3FFE-7075-900C-8CF99D260588}"/>
          </ac:picMkLst>
        </pc:picChg>
      </pc:sldChg>
      <pc:sldChg chg="modSp add mod">
        <pc:chgData name="Chevallier, Erwan" userId="41829133-4082-412e-b87b-fa41cba82c87" providerId="ADAL" clId="{E5B812EE-EA4B-4FE8-ADA6-053A96E5111C}" dt="2026-08-10T13:24:11.942" v="7746" actId="20577"/>
        <pc:sldMkLst>
          <pc:docMk/>
          <pc:sldMk cId="1848692144" sldId="2147379615"/>
        </pc:sldMkLst>
        <pc:spChg chg="mod">
          <ac:chgData name="Chevallier, Erwan" userId="41829133-4082-412e-b87b-fa41cba82c87" providerId="ADAL" clId="{E5B812EE-EA4B-4FE8-ADA6-053A96E5111C}" dt="2026-08-10T13:24:11.942" v="7746" actId="20577"/>
          <ac:spMkLst>
            <pc:docMk/>
            <pc:sldMk cId="1848692144" sldId="2147379615"/>
            <ac:spMk id="5" creationId="{90A883B4-05DC-CCAB-7D60-CCD3B975DDF1}"/>
          </ac:spMkLst>
        </pc:spChg>
      </pc:sldChg>
      <pc:sldChg chg="addSp delSp modSp add mod">
        <pc:chgData name="Chevallier, Erwan" userId="41829133-4082-412e-b87b-fa41cba82c87" providerId="ADAL" clId="{E5B812EE-EA4B-4FE8-ADA6-053A96E5111C}" dt="2026-08-10T13:48:25.408" v="7819" actId="1076"/>
        <pc:sldMkLst>
          <pc:docMk/>
          <pc:sldMk cId="1073635242" sldId="2147379616"/>
        </pc:sldMkLst>
        <pc:picChg chg="add mod">
          <ac:chgData name="Chevallier, Erwan" userId="41829133-4082-412e-b87b-fa41cba82c87" providerId="ADAL" clId="{E5B812EE-EA4B-4FE8-ADA6-053A96E5111C}" dt="2026-08-10T13:45:21.785" v="7812" actId="1076"/>
          <ac:picMkLst>
            <pc:docMk/>
            <pc:sldMk cId="1073635242" sldId="2147379616"/>
            <ac:picMk id="7" creationId="{3A6F8AEB-1C15-7444-F8FE-DD44BEE5FEC8}"/>
          </ac:picMkLst>
        </pc:picChg>
        <pc:picChg chg="del">
          <ac:chgData name="Chevallier, Erwan" userId="41829133-4082-412e-b87b-fa41cba82c87" providerId="ADAL" clId="{E5B812EE-EA4B-4FE8-ADA6-053A96E5111C}" dt="2026-08-10T13:45:15.506" v="7810" actId="478"/>
          <ac:picMkLst>
            <pc:docMk/>
            <pc:sldMk cId="1073635242" sldId="2147379616"/>
            <ac:picMk id="8" creationId="{D11F70F1-7F5F-2D59-059F-A4AAF699E397}"/>
          </ac:picMkLst>
        </pc:picChg>
        <pc:picChg chg="add mod">
          <ac:chgData name="Chevallier, Erwan" userId="41829133-4082-412e-b87b-fa41cba82c87" providerId="ADAL" clId="{E5B812EE-EA4B-4FE8-ADA6-053A96E5111C}" dt="2026-08-10T13:48:25.408" v="7819" actId="1076"/>
          <ac:picMkLst>
            <pc:docMk/>
            <pc:sldMk cId="1073635242" sldId="2147379616"/>
            <ac:picMk id="12" creationId="{E259D945-367B-7661-6769-5DD28DA9C381}"/>
          </ac:picMkLst>
        </pc:picChg>
        <pc:picChg chg="del">
          <ac:chgData name="Chevallier, Erwan" userId="41829133-4082-412e-b87b-fa41cba82c87" providerId="ADAL" clId="{E5B812EE-EA4B-4FE8-ADA6-053A96E5111C}" dt="2026-08-10T13:45:15.187" v="7809" actId="478"/>
          <ac:picMkLst>
            <pc:docMk/>
            <pc:sldMk cId="1073635242" sldId="2147379616"/>
            <ac:picMk id="15" creationId="{6F9757F6-BCB5-3DA4-742C-514C32EE8519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3:49:36.646" v="7840" actId="14100"/>
        <pc:sldMkLst>
          <pc:docMk/>
          <pc:sldMk cId="2521214817" sldId="2147379617"/>
        </pc:sldMkLst>
        <pc:spChg chg="mod">
          <ac:chgData name="Chevallier, Erwan" userId="41829133-4082-412e-b87b-fa41cba82c87" providerId="ADAL" clId="{E5B812EE-EA4B-4FE8-ADA6-053A96E5111C}" dt="2026-08-10T13:48:41.055" v="7833" actId="20577"/>
          <ac:spMkLst>
            <pc:docMk/>
            <pc:sldMk cId="2521214817" sldId="2147379617"/>
            <ac:spMk id="5" creationId="{E438E919-CA63-A9CE-C79E-1AC4BF441754}"/>
          </ac:spMkLst>
        </pc:spChg>
        <pc:picChg chg="del">
          <ac:chgData name="Chevallier, Erwan" userId="41829133-4082-412e-b87b-fa41cba82c87" providerId="ADAL" clId="{E5B812EE-EA4B-4FE8-ADA6-053A96E5111C}" dt="2026-08-10T13:48:37.131" v="7823" actId="478"/>
          <ac:picMkLst>
            <pc:docMk/>
            <pc:sldMk cId="2521214817" sldId="2147379617"/>
            <ac:picMk id="4" creationId="{5A15ECAF-0EE4-94CB-33EA-F7A52BBB7031}"/>
          </ac:picMkLst>
        </pc:picChg>
        <pc:picChg chg="add mod">
          <ac:chgData name="Chevallier, Erwan" userId="41829133-4082-412e-b87b-fa41cba82c87" providerId="ADAL" clId="{E5B812EE-EA4B-4FE8-ADA6-053A96E5111C}" dt="2026-08-10T13:49:18.367" v="7837" actId="1076"/>
          <ac:picMkLst>
            <pc:docMk/>
            <pc:sldMk cId="2521214817" sldId="2147379617"/>
            <ac:picMk id="7" creationId="{0A46B7DE-647C-24E0-AA5E-96F91AF88D8C}"/>
          </ac:picMkLst>
        </pc:picChg>
        <pc:picChg chg="del">
          <ac:chgData name="Chevallier, Erwan" userId="41829133-4082-412e-b87b-fa41cba82c87" providerId="ADAL" clId="{E5B812EE-EA4B-4FE8-ADA6-053A96E5111C}" dt="2026-08-10T13:48:37.477" v="7824" actId="478"/>
          <ac:picMkLst>
            <pc:docMk/>
            <pc:sldMk cId="2521214817" sldId="2147379617"/>
            <ac:picMk id="8" creationId="{4DE72DF8-DCFD-D323-F442-74C29E136DF6}"/>
          </ac:picMkLst>
        </pc:picChg>
        <pc:picChg chg="del">
          <ac:chgData name="Chevallier, Erwan" userId="41829133-4082-412e-b87b-fa41cba82c87" providerId="ADAL" clId="{E5B812EE-EA4B-4FE8-ADA6-053A96E5111C}" dt="2026-08-10T13:48:37.758" v="7825" actId="478"/>
          <ac:picMkLst>
            <pc:docMk/>
            <pc:sldMk cId="2521214817" sldId="2147379617"/>
            <ac:picMk id="11" creationId="{6812A09D-BC53-0507-30D2-C304CBF01207}"/>
          </ac:picMkLst>
        </pc:picChg>
        <pc:picChg chg="add mod">
          <ac:chgData name="Chevallier, Erwan" userId="41829133-4082-412e-b87b-fa41cba82c87" providerId="ADAL" clId="{E5B812EE-EA4B-4FE8-ADA6-053A96E5111C}" dt="2026-08-10T13:49:36.646" v="7840" actId="14100"/>
          <ac:picMkLst>
            <pc:docMk/>
            <pc:sldMk cId="2521214817" sldId="2147379617"/>
            <ac:picMk id="12" creationId="{148BF841-679C-D2E3-C107-A755C5CC49CB}"/>
          </ac:picMkLst>
        </pc:picChg>
        <pc:picChg chg="del">
          <ac:chgData name="Chevallier, Erwan" userId="41829133-4082-412e-b87b-fa41cba82c87" providerId="ADAL" clId="{E5B812EE-EA4B-4FE8-ADA6-053A96E5111C}" dt="2026-08-10T13:48:38.038" v="7826" actId="478"/>
          <ac:picMkLst>
            <pc:docMk/>
            <pc:sldMk cId="2521214817" sldId="2147379617"/>
            <ac:picMk id="13" creationId="{95EC5B7D-95E8-CAB6-D01A-AD997AA5F220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5:05:21.825" v="8024" actId="14100"/>
        <pc:sldMkLst>
          <pc:docMk/>
          <pc:sldMk cId="3526691726" sldId="2147379618"/>
        </pc:sldMkLst>
        <pc:spChg chg="mod">
          <ac:chgData name="Chevallier, Erwan" userId="41829133-4082-412e-b87b-fa41cba82c87" providerId="ADAL" clId="{E5B812EE-EA4B-4FE8-ADA6-053A96E5111C}" dt="2026-08-10T14:59:44.207" v="7951" actId="20577"/>
          <ac:spMkLst>
            <pc:docMk/>
            <pc:sldMk cId="3526691726" sldId="2147379618"/>
            <ac:spMk id="5" creationId="{C9645266-3D5A-F05F-D46D-455CDBA72E94}"/>
          </ac:spMkLst>
        </pc:spChg>
        <pc:spChg chg="del">
          <ac:chgData name="Chevallier, Erwan" userId="41829133-4082-412e-b87b-fa41cba82c87" providerId="ADAL" clId="{E5B812EE-EA4B-4FE8-ADA6-053A96E5111C}" dt="2026-08-10T15:03:44.406" v="7997" actId="478"/>
          <ac:spMkLst>
            <pc:docMk/>
            <pc:sldMk cId="3526691726" sldId="2147379618"/>
            <ac:spMk id="8" creationId="{88A7E831-0845-493D-DC73-0630E3142160}"/>
          </ac:spMkLst>
        </pc:spChg>
        <pc:spChg chg="del">
          <ac:chgData name="Chevallier, Erwan" userId="41829133-4082-412e-b87b-fa41cba82c87" providerId="ADAL" clId="{E5B812EE-EA4B-4FE8-ADA6-053A96E5111C}" dt="2026-08-10T14:59:30.987" v="7917" actId="478"/>
          <ac:spMkLst>
            <pc:docMk/>
            <pc:sldMk cId="3526691726" sldId="2147379618"/>
            <ac:spMk id="13" creationId="{CE303BFE-773D-06B5-7F8B-185A6D90DB21}"/>
          </ac:spMkLst>
        </pc:sp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4" creationId="{8661FFD4-4964-5749-9B57-90EF7838EDC4}"/>
          </ac:picMkLst>
        </pc:picChg>
        <pc:picChg chg="del">
          <ac:chgData name="Chevallier, Erwan" userId="41829133-4082-412e-b87b-fa41cba82c87" providerId="ADAL" clId="{E5B812EE-EA4B-4FE8-ADA6-053A96E5111C}" dt="2026-08-10T14:59:29.568" v="7916" actId="478"/>
          <ac:picMkLst>
            <pc:docMk/>
            <pc:sldMk cId="3526691726" sldId="2147379618"/>
            <ac:picMk id="10" creationId="{28266412-E4A7-2381-9198-8C842C027227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11" creationId="{2952DACF-4EAD-00CC-3F84-F23DF24A2553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14" creationId="{8C3DD43B-10CB-152F-4021-8732BC03BAB3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16" creationId="{B6EFCC21-2744-65A9-D63A-4FE51EF79965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18" creationId="{1FA69EFB-B555-0B9E-8F54-AA6072A0067E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0" creationId="{960967EC-DC5D-3BA2-679A-45343F67B5C3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21" creationId="{B6081E48-9100-DE3F-414E-80FCDF70CC09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22" creationId="{48B9F81B-BA95-633B-B6DB-8E09BAEEF7C5}"/>
          </ac:picMkLst>
        </pc:picChg>
        <pc:picChg chg="add del mod">
          <ac:chgData name="Chevallier, Erwan" userId="41829133-4082-412e-b87b-fa41cba82c87" providerId="ADAL" clId="{E5B812EE-EA4B-4FE8-ADA6-053A96E5111C}" dt="2026-08-10T15:03:44.406" v="7997" actId="478"/>
          <ac:picMkLst>
            <pc:docMk/>
            <pc:sldMk cId="3526691726" sldId="2147379618"/>
            <ac:picMk id="23" creationId="{E98A149D-6695-C6B7-8393-833F7058C23F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4" creationId="{64E47C9C-A161-3E36-73F0-60A7902E0C07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5" creationId="{E77E89A3-6EFE-6461-12B7-856AA8541982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6" creationId="{2CCEFADF-4EF2-51B9-909B-6E215930D348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7" creationId="{869BE387-C734-9A84-C9B3-F8CEDC7D744C}"/>
          </ac:picMkLst>
        </pc:picChg>
        <pc:picChg chg="add del mod">
          <ac:chgData name="Chevallier, Erwan" userId="41829133-4082-412e-b87b-fa41cba82c87" providerId="ADAL" clId="{E5B812EE-EA4B-4FE8-ADA6-053A96E5111C}" dt="2026-08-10T15:03:40.894" v="7996" actId="478"/>
          <ac:picMkLst>
            <pc:docMk/>
            <pc:sldMk cId="3526691726" sldId="2147379618"/>
            <ac:picMk id="28" creationId="{6DFC355A-DDDB-F623-809F-9F4E3AEC625D}"/>
          </ac:picMkLst>
        </pc:picChg>
        <pc:picChg chg="add mod">
          <ac:chgData name="Chevallier, Erwan" userId="41829133-4082-412e-b87b-fa41cba82c87" providerId="ADAL" clId="{E5B812EE-EA4B-4FE8-ADA6-053A96E5111C}" dt="2026-08-10T15:03:59.311" v="8000" actId="14100"/>
          <ac:picMkLst>
            <pc:docMk/>
            <pc:sldMk cId="3526691726" sldId="2147379618"/>
            <ac:picMk id="30" creationId="{FB45DD4E-7185-6D54-C0A5-97CFAB17F10D}"/>
          </ac:picMkLst>
        </pc:picChg>
        <pc:picChg chg="add mod">
          <ac:chgData name="Chevallier, Erwan" userId="41829133-4082-412e-b87b-fa41cba82c87" providerId="ADAL" clId="{E5B812EE-EA4B-4FE8-ADA6-053A96E5111C}" dt="2026-08-10T15:05:03.797" v="8017" actId="1076"/>
          <ac:picMkLst>
            <pc:docMk/>
            <pc:sldMk cId="3526691726" sldId="2147379618"/>
            <ac:picMk id="32" creationId="{8624B12B-4EE8-F87E-9B19-A1A2BD5A7FF8}"/>
          </ac:picMkLst>
        </pc:picChg>
        <pc:picChg chg="add mod">
          <ac:chgData name="Chevallier, Erwan" userId="41829133-4082-412e-b87b-fa41cba82c87" providerId="ADAL" clId="{E5B812EE-EA4B-4FE8-ADA6-053A96E5111C}" dt="2026-08-10T15:04:24.191" v="8006" actId="14100"/>
          <ac:picMkLst>
            <pc:docMk/>
            <pc:sldMk cId="3526691726" sldId="2147379618"/>
            <ac:picMk id="34" creationId="{52932384-B3C8-C0ED-F8FF-F48554AF51BC}"/>
          </ac:picMkLst>
        </pc:picChg>
        <pc:picChg chg="add mod">
          <ac:chgData name="Chevallier, Erwan" userId="41829133-4082-412e-b87b-fa41cba82c87" providerId="ADAL" clId="{E5B812EE-EA4B-4FE8-ADA6-053A96E5111C}" dt="2026-08-10T15:04:37.297" v="8010" actId="1076"/>
          <ac:picMkLst>
            <pc:docMk/>
            <pc:sldMk cId="3526691726" sldId="2147379618"/>
            <ac:picMk id="36" creationId="{F7F1E0F6-1643-8377-38E0-6DA66D458738}"/>
          </ac:picMkLst>
        </pc:picChg>
        <pc:picChg chg="add mod">
          <ac:chgData name="Chevallier, Erwan" userId="41829133-4082-412e-b87b-fa41cba82c87" providerId="ADAL" clId="{E5B812EE-EA4B-4FE8-ADA6-053A96E5111C}" dt="2026-08-10T15:04:54.747" v="8014" actId="1076"/>
          <ac:picMkLst>
            <pc:docMk/>
            <pc:sldMk cId="3526691726" sldId="2147379618"/>
            <ac:picMk id="38" creationId="{60A37F80-8EEF-9E30-3AC1-D5C391FFB69C}"/>
          </ac:picMkLst>
        </pc:picChg>
        <pc:picChg chg="add del mod">
          <ac:chgData name="Chevallier, Erwan" userId="41829133-4082-412e-b87b-fa41cba82c87" providerId="ADAL" clId="{E5B812EE-EA4B-4FE8-ADA6-053A96E5111C}" dt="2026-08-10T15:05:15.935" v="8021" actId="478"/>
          <ac:picMkLst>
            <pc:docMk/>
            <pc:sldMk cId="3526691726" sldId="2147379618"/>
            <ac:picMk id="40" creationId="{CC44FBC1-B694-BEC6-F656-2043A3E703C9}"/>
          </ac:picMkLst>
        </pc:picChg>
        <pc:picChg chg="add mod">
          <ac:chgData name="Chevallier, Erwan" userId="41829133-4082-412e-b87b-fa41cba82c87" providerId="ADAL" clId="{E5B812EE-EA4B-4FE8-ADA6-053A96E5111C}" dt="2026-08-10T15:05:21.825" v="8024" actId="14100"/>
          <ac:picMkLst>
            <pc:docMk/>
            <pc:sldMk cId="3526691726" sldId="2147379618"/>
            <ac:picMk id="42" creationId="{8282B73E-53FC-3C1A-0BEA-914930A935D8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5:06:43.761" v="8048" actId="1076"/>
        <pc:sldMkLst>
          <pc:docMk/>
          <pc:sldMk cId="2213268405" sldId="2147379619"/>
        </pc:sldMkLst>
        <pc:picChg chg="del">
          <ac:chgData name="Chevallier, Erwan" userId="41829133-4082-412e-b87b-fa41cba82c87" providerId="ADAL" clId="{E5B812EE-EA4B-4FE8-ADA6-053A96E5111C}" dt="2026-08-10T15:02:45.310" v="7988" actId="478"/>
          <ac:picMkLst>
            <pc:docMk/>
            <pc:sldMk cId="2213268405" sldId="2147379619"/>
            <ac:picMk id="4" creationId="{5E310B2A-3159-23C4-0129-BDFDD4DD3EEA}"/>
          </ac:picMkLst>
        </pc:picChg>
        <pc:picChg chg="add del mod">
          <ac:chgData name="Chevallier, Erwan" userId="41829133-4082-412e-b87b-fa41cba82c87" providerId="ADAL" clId="{E5B812EE-EA4B-4FE8-ADA6-053A96E5111C}" dt="2026-08-10T15:05:24.065" v="8025" actId="478"/>
          <ac:picMkLst>
            <pc:docMk/>
            <pc:sldMk cId="2213268405" sldId="2147379619"/>
            <ac:picMk id="6" creationId="{06A92462-CCF1-DFB3-4D09-70D932689C6C}"/>
          </ac:picMkLst>
        </pc:picChg>
        <pc:picChg chg="del">
          <ac:chgData name="Chevallier, Erwan" userId="41829133-4082-412e-b87b-fa41cba82c87" providerId="ADAL" clId="{E5B812EE-EA4B-4FE8-ADA6-053A96E5111C}" dt="2026-08-10T15:02:45.310" v="7988" actId="478"/>
          <ac:picMkLst>
            <pc:docMk/>
            <pc:sldMk cId="2213268405" sldId="2147379619"/>
            <ac:picMk id="11" creationId="{51F43788-5504-8C15-EFD9-F8F83EBF0C2D}"/>
          </ac:picMkLst>
        </pc:picChg>
        <pc:picChg chg="add mod">
          <ac:chgData name="Chevallier, Erwan" userId="41829133-4082-412e-b87b-fa41cba82c87" providerId="ADAL" clId="{E5B812EE-EA4B-4FE8-ADA6-053A96E5111C}" dt="2026-08-10T15:05:34.719" v="8028" actId="14100"/>
          <ac:picMkLst>
            <pc:docMk/>
            <pc:sldMk cId="2213268405" sldId="2147379619"/>
            <ac:picMk id="12" creationId="{53F44AF6-A732-B8D5-E5E5-32CB6DFDBD5C}"/>
          </ac:picMkLst>
        </pc:picChg>
        <pc:picChg chg="del">
          <ac:chgData name="Chevallier, Erwan" userId="41829133-4082-412e-b87b-fa41cba82c87" providerId="ADAL" clId="{E5B812EE-EA4B-4FE8-ADA6-053A96E5111C}" dt="2026-08-10T15:02:43.490" v="7987" actId="478"/>
          <ac:picMkLst>
            <pc:docMk/>
            <pc:sldMk cId="2213268405" sldId="2147379619"/>
            <ac:picMk id="14" creationId="{1B02B8FF-6E65-627B-0500-16BF73FDE291}"/>
          </ac:picMkLst>
        </pc:picChg>
        <pc:picChg chg="add mod">
          <ac:chgData name="Chevallier, Erwan" userId="41829133-4082-412e-b87b-fa41cba82c87" providerId="ADAL" clId="{E5B812EE-EA4B-4FE8-ADA6-053A96E5111C}" dt="2026-08-10T15:05:50.047" v="8032" actId="1076"/>
          <ac:picMkLst>
            <pc:docMk/>
            <pc:sldMk cId="2213268405" sldId="2147379619"/>
            <ac:picMk id="15" creationId="{B3C0CD1C-4C55-FED1-46E1-7F50DB6A84D6}"/>
          </ac:picMkLst>
        </pc:picChg>
        <pc:picChg chg="del">
          <ac:chgData name="Chevallier, Erwan" userId="41829133-4082-412e-b87b-fa41cba82c87" providerId="ADAL" clId="{E5B812EE-EA4B-4FE8-ADA6-053A96E5111C}" dt="2026-08-10T15:02:43.490" v="7987" actId="478"/>
          <ac:picMkLst>
            <pc:docMk/>
            <pc:sldMk cId="2213268405" sldId="2147379619"/>
            <ac:picMk id="16" creationId="{F0F36189-5CA1-D097-A5D9-CBCB3A8E73A5}"/>
          </ac:picMkLst>
        </pc:picChg>
        <pc:picChg chg="del">
          <ac:chgData name="Chevallier, Erwan" userId="41829133-4082-412e-b87b-fa41cba82c87" providerId="ADAL" clId="{E5B812EE-EA4B-4FE8-ADA6-053A96E5111C}" dt="2026-08-10T15:02:43.490" v="7987" actId="478"/>
          <ac:picMkLst>
            <pc:docMk/>
            <pc:sldMk cId="2213268405" sldId="2147379619"/>
            <ac:picMk id="18" creationId="{511200E7-6169-511A-AE64-08A92AE5D104}"/>
          </ac:picMkLst>
        </pc:picChg>
        <pc:picChg chg="add mod">
          <ac:chgData name="Chevallier, Erwan" userId="41829133-4082-412e-b87b-fa41cba82c87" providerId="ADAL" clId="{E5B812EE-EA4B-4FE8-ADA6-053A96E5111C}" dt="2026-08-10T15:06:02.760" v="8036" actId="1076"/>
          <ac:picMkLst>
            <pc:docMk/>
            <pc:sldMk cId="2213268405" sldId="2147379619"/>
            <ac:picMk id="19" creationId="{CF415584-6E14-6BA4-C410-2BB40E0BCD0E}"/>
          </ac:picMkLst>
        </pc:picChg>
        <pc:picChg chg="del">
          <ac:chgData name="Chevallier, Erwan" userId="41829133-4082-412e-b87b-fa41cba82c87" providerId="ADAL" clId="{E5B812EE-EA4B-4FE8-ADA6-053A96E5111C}" dt="2026-08-10T15:02:43.490" v="7987" actId="478"/>
          <ac:picMkLst>
            <pc:docMk/>
            <pc:sldMk cId="2213268405" sldId="2147379619"/>
            <ac:picMk id="20" creationId="{AA8FDCDB-5489-AF9A-F04B-7626512F29C0}"/>
          </ac:picMkLst>
        </pc:picChg>
        <pc:picChg chg="add mod">
          <ac:chgData name="Chevallier, Erwan" userId="41829133-4082-412e-b87b-fa41cba82c87" providerId="ADAL" clId="{E5B812EE-EA4B-4FE8-ADA6-053A96E5111C}" dt="2026-08-10T15:06:15.112" v="8040" actId="1076"/>
          <ac:picMkLst>
            <pc:docMk/>
            <pc:sldMk cId="2213268405" sldId="2147379619"/>
            <ac:picMk id="22" creationId="{69B02D3F-6046-012D-9615-E5C12E0939C7}"/>
          </ac:picMkLst>
        </pc:picChg>
        <pc:picChg chg="add mod">
          <ac:chgData name="Chevallier, Erwan" userId="41829133-4082-412e-b87b-fa41cba82c87" providerId="ADAL" clId="{E5B812EE-EA4B-4FE8-ADA6-053A96E5111C}" dt="2026-08-10T15:06:30.839" v="8044" actId="1076"/>
          <ac:picMkLst>
            <pc:docMk/>
            <pc:sldMk cId="2213268405" sldId="2147379619"/>
            <ac:picMk id="24" creationId="{33E55230-A009-ED4D-8CB6-D4CC7F5C5D13}"/>
          </ac:picMkLst>
        </pc:picChg>
        <pc:picChg chg="add mod">
          <ac:chgData name="Chevallier, Erwan" userId="41829133-4082-412e-b87b-fa41cba82c87" providerId="ADAL" clId="{E5B812EE-EA4B-4FE8-ADA6-053A96E5111C}" dt="2026-08-10T15:06:43.761" v="8048" actId="1076"/>
          <ac:picMkLst>
            <pc:docMk/>
            <pc:sldMk cId="2213268405" sldId="2147379619"/>
            <ac:picMk id="26" creationId="{DA499E05-6869-C00D-A807-5BB6FEFC14AE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5:08:13.147" v="8076" actId="1076"/>
        <pc:sldMkLst>
          <pc:docMk/>
          <pc:sldMk cId="1563288315" sldId="2147379620"/>
        </pc:sldMkLst>
        <pc:picChg chg="add mod">
          <ac:chgData name="Chevallier, Erwan" userId="41829133-4082-412e-b87b-fa41cba82c87" providerId="ADAL" clId="{E5B812EE-EA4B-4FE8-ADA6-053A96E5111C}" dt="2026-08-10T15:07:01.545" v="8054" actId="14100"/>
          <ac:picMkLst>
            <pc:docMk/>
            <pc:sldMk cId="1563288315" sldId="2147379620"/>
            <ac:picMk id="4" creationId="{C4026D37-FA10-E68A-6562-EDAB0DE3ECEA}"/>
          </ac:picMkLst>
        </pc:picChg>
        <pc:picChg chg="add mod">
          <ac:chgData name="Chevallier, Erwan" userId="41829133-4082-412e-b87b-fa41cba82c87" providerId="ADAL" clId="{E5B812EE-EA4B-4FE8-ADA6-053A96E5111C}" dt="2026-08-10T15:07:17.935" v="8058" actId="1076"/>
          <ac:picMkLst>
            <pc:docMk/>
            <pc:sldMk cId="1563288315" sldId="2147379620"/>
            <ac:picMk id="10" creationId="{66F5C9CB-1BC9-B8C9-1B50-979FFA566A5A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12" creationId="{CF125D58-84EE-15B4-0963-98AA909AD325}"/>
          </ac:picMkLst>
        </pc:picChg>
        <pc:picChg chg="add mod">
          <ac:chgData name="Chevallier, Erwan" userId="41829133-4082-412e-b87b-fa41cba82c87" providerId="ADAL" clId="{E5B812EE-EA4B-4FE8-ADA6-053A96E5111C}" dt="2026-08-10T15:07:30.522" v="8062" actId="1076"/>
          <ac:picMkLst>
            <pc:docMk/>
            <pc:sldMk cId="1563288315" sldId="2147379620"/>
            <ac:picMk id="13" creationId="{7EF865B8-6706-8AEE-E040-CD8058391E1E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15" creationId="{B6F3893A-5E46-CC87-4439-EA3C774D73C7}"/>
          </ac:picMkLst>
        </pc:picChg>
        <pc:picChg chg="add mod">
          <ac:chgData name="Chevallier, Erwan" userId="41829133-4082-412e-b87b-fa41cba82c87" providerId="ADAL" clId="{E5B812EE-EA4B-4FE8-ADA6-053A96E5111C}" dt="2026-08-10T15:07:46.059" v="8068" actId="14100"/>
          <ac:picMkLst>
            <pc:docMk/>
            <pc:sldMk cId="1563288315" sldId="2147379620"/>
            <ac:picMk id="16" creationId="{988BAB8D-D2FD-975C-9D4E-8AA68601EF29}"/>
          </ac:picMkLst>
        </pc:picChg>
        <pc:picChg chg="add mod">
          <ac:chgData name="Chevallier, Erwan" userId="41829133-4082-412e-b87b-fa41cba82c87" providerId="ADAL" clId="{E5B812EE-EA4B-4FE8-ADA6-053A96E5111C}" dt="2026-08-10T15:07:58.914" v="8072" actId="1076"/>
          <ac:picMkLst>
            <pc:docMk/>
            <pc:sldMk cId="1563288315" sldId="2147379620"/>
            <ac:picMk id="18" creationId="{B8DBA306-A096-453F-9B2A-CCE3AB00D40C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19" creationId="{B7142394-16AF-89C1-9B66-BA38869A9BDD}"/>
          </ac:picMkLst>
        </pc:picChg>
        <pc:picChg chg="add mod">
          <ac:chgData name="Chevallier, Erwan" userId="41829133-4082-412e-b87b-fa41cba82c87" providerId="ADAL" clId="{E5B812EE-EA4B-4FE8-ADA6-053A96E5111C}" dt="2026-08-10T15:08:13.147" v="8076" actId="1076"/>
          <ac:picMkLst>
            <pc:docMk/>
            <pc:sldMk cId="1563288315" sldId="2147379620"/>
            <ac:picMk id="21" creationId="{AD9FD268-1EE9-1AE5-838A-BF74E0E813F4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22" creationId="{38BA67DB-F002-AD2C-0277-505A21B608A6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24" creationId="{4486336E-F566-3EB4-8EFA-40793C1E16DA}"/>
          </ac:picMkLst>
        </pc:picChg>
        <pc:picChg chg="del">
          <ac:chgData name="Chevallier, Erwan" userId="41829133-4082-412e-b87b-fa41cba82c87" providerId="ADAL" clId="{E5B812EE-EA4B-4FE8-ADA6-053A96E5111C}" dt="2026-08-10T15:06:49.731" v="8050" actId="478"/>
          <ac:picMkLst>
            <pc:docMk/>
            <pc:sldMk cId="1563288315" sldId="2147379620"/>
            <ac:picMk id="26" creationId="{7483016C-2F08-1802-FF85-9189961EEDD0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5:09:52.092" v="8099" actId="1076"/>
        <pc:sldMkLst>
          <pc:docMk/>
          <pc:sldMk cId="1179794847" sldId="2147379621"/>
        </pc:sldMkLst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4" creationId="{04E812D5-B038-4572-F11A-BE4AB8705B23}"/>
          </ac:picMkLst>
        </pc:picChg>
        <pc:picChg chg="add mod">
          <ac:chgData name="Chevallier, Erwan" userId="41829133-4082-412e-b87b-fa41cba82c87" providerId="ADAL" clId="{E5B812EE-EA4B-4FE8-ADA6-053A96E5111C}" dt="2026-08-10T15:08:30.459" v="8081" actId="14100"/>
          <ac:picMkLst>
            <pc:docMk/>
            <pc:sldMk cId="1179794847" sldId="2147379621"/>
            <ac:picMk id="6" creationId="{6CB9EED5-5D89-131A-27C1-DF3C1F792E2B}"/>
          </ac:picMkLst>
        </pc:picChg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10" creationId="{8E6AAF73-0A5B-3611-8F3B-60B0E8CCA613}"/>
          </ac:picMkLst>
        </pc:picChg>
        <pc:picChg chg="add mod">
          <ac:chgData name="Chevallier, Erwan" userId="41829133-4082-412e-b87b-fa41cba82c87" providerId="ADAL" clId="{E5B812EE-EA4B-4FE8-ADA6-053A96E5111C}" dt="2026-08-10T15:09:00.722" v="8085" actId="1076"/>
          <ac:picMkLst>
            <pc:docMk/>
            <pc:sldMk cId="1179794847" sldId="2147379621"/>
            <ac:picMk id="12" creationId="{EB38D68E-8B65-21AA-D621-D58A1D37A7B4}"/>
          </ac:picMkLst>
        </pc:picChg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13" creationId="{5857E574-F5FC-E56F-1C0A-E1AB071322D6}"/>
          </ac:picMkLst>
        </pc:picChg>
        <pc:picChg chg="add mod">
          <ac:chgData name="Chevallier, Erwan" userId="41829133-4082-412e-b87b-fa41cba82c87" providerId="ADAL" clId="{E5B812EE-EA4B-4FE8-ADA6-053A96E5111C}" dt="2026-08-10T15:09:13.948" v="8088" actId="14100"/>
          <ac:picMkLst>
            <pc:docMk/>
            <pc:sldMk cId="1179794847" sldId="2147379621"/>
            <ac:picMk id="15" creationId="{1F134289-7682-7F86-43FB-F181EDCCDB77}"/>
          </ac:picMkLst>
        </pc:picChg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16" creationId="{C2B29A91-BA7C-2ADB-D40A-215EA6318A8C}"/>
          </ac:picMkLst>
        </pc:picChg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18" creationId="{58D7AA2B-26C9-F36F-B161-CE85DEE6DDFE}"/>
          </ac:picMkLst>
        </pc:picChg>
        <pc:picChg chg="add mod">
          <ac:chgData name="Chevallier, Erwan" userId="41829133-4082-412e-b87b-fa41cba82c87" providerId="ADAL" clId="{E5B812EE-EA4B-4FE8-ADA6-053A96E5111C}" dt="2026-08-10T15:09:26.459" v="8091" actId="14100"/>
          <ac:picMkLst>
            <pc:docMk/>
            <pc:sldMk cId="1179794847" sldId="2147379621"/>
            <ac:picMk id="19" creationId="{599F0DDC-BE0A-A36E-5313-46DD89D9DB03}"/>
          </ac:picMkLst>
        </pc:picChg>
        <pc:picChg chg="del">
          <ac:chgData name="Chevallier, Erwan" userId="41829133-4082-412e-b87b-fa41cba82c87" providerId="ADAL" clId="{E5B812EE-EA4B-4FE8-ADA6-053A96E5111C}" dt="2026-08-10T15:08:20.918" v="8078" actId="478"/>
          <ac:picMkLst>
            <pc:docMk/>
            <pc:sldMk cId="1179794847" sldId="2147379621"/>
            <ac:picMk id="21" creationId="{98E92466-4619-7207-2892-7E553F4DE1F5}"/>
          </ac:picMkLst>
        </pc:picChg>
        <pc:picChg chg="add mod">
          <ac:chgData name="Chevallier, Erwan" userId="41829133-4082-412e-b87b-fa41cba82c87" providerId="ADAL" clId="{E5B812EE-EA4B-4FE8-ADA6-053A96E5111C}" dt="2026-08-10T15:09:39.310" v="8095" actId="1076"/>
          <ac:picMkLst>
            <pc:docMk/>
            <pc:sldMk cId="1179794847" sldId="2147379621"/>
            <ac:picMk id="22" creationId="{CBBF8097-8C5C-B7ED-729F-8FD3A76D76AA}"/>
          </ac:picMkLst>
        </pc:picChg>
        <pc:picChg chg="add mod">
          <ac:chgData name="Chevallier, Erwan" userId="41829133-4082-412e-b87b-fa41cba82c87" providerId="ADAL" clId="{E5B812EE-EA4B-4FE8-ADA6-053A96E5111C}" dt="2026-08-10T15:09:52.092" v="8099" actId="1076"/>
          <ac:picMkLst>
            <pc:docMk/>
            <pc:sldMk cId="1179794847" sldId="2147379621"/>
            <ac:picMk id="24" creationId="{6A3C6A12-C3C4-CB54-24AB-2E860EB23C12}"/>
          </ac:picMkLst>
        </pc:picChg>
      </pc:sldChg>
      <pc:sldChg chg="addSp delSp modSp add mod">
        <pc:chgData name="Chevallier, Erwan" userId="41829133-4082-412e-b87b-fa41cba82c87" providerId="ADAL" clId="{E5B812EE-EA4B-4FE8-ADA6-053A96E5111C}" dt="2026-08-10T15:11:19.109" v="8123" actId="1076"/>
        <pc:sldMkLst>
          <pc:docMk/>
          <pc:sldMk cId="2642496274" sldId="2147379622"/>
        </pc:sldMkLst>
        <pc:picChg chg="add mod">
          <ac:chgData name="Chevallier, Erwan" userId="41829133-4082-412e-b87b-fa41cba82c87" providerId="ADAL" clId="{E5B812EE-EA4B-4FE8-ADA6-053A96E5111C}" dt="2026-08-10T15:10:26.319" v="8110" actId="14100"/>
          <ac:picMkLst>
            <pc:docMk/>
            <pc:sldMk cId="2642496274" sldId="2147379622"/>
            <ac:picMk id="4" creationId="{22800721-BC55-315B-64DF-BE96FD119DEA}"/>
          </ac:picMkLst>
        </pc:picChg>
        <pc:picChg chg="del">
          <ac:chgData name="Chevallier, Erwan" userId="41829133-4082-412e-b87b-fa41cba82c87" providerId="ADAL" clId="{E5B812EE-EA4B-4FE8-ADA6-053A96E5111C}" dt="2026-08-10T15:09:58.959" v="8102" actId="478"/>
          <ac:picMkLst>
            <pc:docMk/>
            <pc:sldMk cId="2642496274" sldId="2147379622"/>
            <ac:picMk id="6" creationId="{360BE017-485C-5669-F52D-767462BAE3A3}"/>
          </ac:picMkLst>
        </pc:picChg>
        <pc:picChg chg="add mod">
          <ac:chgData name="Chevallier, Erwan" userId="41829133-4082-412e-b87b-fa41cba82c87" providerId="ADAL" clId="{E5B812EE-EA4B-4FE8-ADA6-053A96E5111C}" dt="2026-08-10T15:10:27.125" v="8111" actId="1076"/>
          <ac:picMkLst>
            <pc:docMk/>
            <pc:sldMk cId="2642496274" sldId="2147379622"/>
            <ac:picMk id="11" creationId="{31CF71ED-13F0-3A27-F30C-783F3EB5404E}"/>
          </ac:picMkLst>
        </pc:picChg>
        <pc:picChg chg="del">
          <ac:chgData name="Chevallier, Erwan" userId="41829133-4082-412e-b87b-fa41cba82c87" providerId="ADAL" clId="{E5B812EE-EA4B-4FE8-ADA6-053A96E5111C}" dt="2026-08-10T15:09:56.626" v="8101" actId="478"/>
          <ac:picMkLst>
            <pc:docMk/>
            <pc:sldMk cId="2642496274" sldId="2147379622"/>
            <ac:picMk id="12" creationId="{A98DAB3C-941D-6A89-FAEC-0FAC5DCB769D}"/>
          </ac:picMkLst>
        </pc:picChg>
        <pc:picChg chg="add mod">
          <ac:chgData name="Chevallier, Erwan" userId="41829133-4082-412e-b87b-fa41cba82c87" providerId="ADAL" clId="{E5B812EE-EA4B-4FE8-ADA6-053A96E5111C}" dt="2026-08-10T15:10:38.373" v="8115" actId="1076"/>
          <ac:picMkLst>
            <pc:docMk/>
            <pc:sldMk cId="2642496274" sldId="2147379622"/>
            <ac:picMk id="14" creationId="{9680F1E3-3C4E-474D-7059-FFED1CE02CA8}"/>
          </ac:picMkLst>
        </pc:picChg>
        <pc:picChg chg="del">
          <ac:chgData name="Chevallier, Erwan" userId="41829133-4082-412e-b87b-fa41cba82c87" providerId="ADAL" clId="{E5B812EE-EA4B-4FE8-ADA6-053A96E5111C}" dt="2026-08-10T15:09:58.959" v="8102" actId="478"/>
          <ac:picMkLst>
            <pc:docMk/>
            <pc:sldMk cId="2642496274" sldId="2147379622"/>
            <ac:picMk id="15" creationId="{B20EBFF8-9D14-188A-5F1F-C13D0DD093A0}"/>
          </ac:picMkLst>
        </pc:picChg>
        <pc:picChg chg="add mod">
          <ac:chgData name="Chevallier, Erwan" userId="41829133-4082-412e-b87b-fa41cba82c87" providerId="ADAL" clId="{E5B812EE-EA4B-4FE8-ADA6-053A96E5111C}" dt="2026-08-10T15:10:50.326" v="8119" actId="1076"/>
          <ac:picMkLst>
            <pc:docMk/>
            <pc:sldMk cId="2642496274" sldId="2147379622"/>
            <ac:picMk id="17" creationId="{2526374C-BC19-0A4A-E7CB-23C7468AA3B3}"/>
          </ac:picMkLst>
        </pc:picChg>
        <pc:picChg chg="del">
          <ac:chgData name="Chevallier, Erwan" userId="41829133-4082-412e-b87b-fa41cba82c87" providerId="ADAL" clId="{E5B812EE-EA4B-4FE8-ADA6-053A96E5111C}" dt="2026-08-10T15:09:56.626" v="8101" actId="478"/>
          <ac:picMkLst>
            <pc:docMk/>
            <pc:sldMk cId="2642496274" sldId="2147379622"/>
            <ac:picMk id="19" creationId="{B122C893-4171-975F-8E3C-47407C6E7612}"/>
          </ac:picMkLst>
        </pc:picChg>
        <pc:picChg chg="add mod">
          <ac:chgData name="Chevallier, Erwan" userId="41829133-4082-412e-b87b-fa41cba82c87" providerId="ADAL" clId="{E5B812EE-EA4B-4FE8-ADA6-053A96E5111C}" dt="2026-08-10T15:11:19.109" v="8123" actId="1076"/>
          <ac:picMkLst>
            <pc:docMk/>
            <pc:sldMk cId="2642496274" sldId="2147379622"/>
            <ac:picMk id="20" creationId="{8EB6DEB4-3309-AE23-786D-9B219F0E84ED}"/>
          </ac:picMkLst>
        </pc:picChg>
        <pc:picChg chg="del">
          <ac:chgData name="Chevallier, Erwan" userId="41829133-4082-412e-b87b-fa41cba82c87" providerId="ADAL" clId="{E5B812EE-EA4B-4FE8-ADA6-053A96E5111C}" dt="2026-08-10T15:09:58.959" v="8102" actId="478"/>
          <ac:picMkLst>
            <pc:docMk/>
            <pc:sldMk cId="2642496274" sldId="2147379622"/>
            <ac:picMk id="22" creationId="{DEB3A28C-C4E8-BC9B-CE37-CD28FF72AF1C}"/>
          </ac:picMkLst>
        </pc:picChg>
        <pc:picChg chg="del">
          <ac:chgData name="Chevallier, Erwan" userId="41829133-4082-412e-b87b-fa41cba82c87" providerId="ADAL" clId="{E5B812EE-EA4B-4FE8-ADA6-053A96E5111C}" dt="2026-08-10T15:09:56.626" v="8101" actId="478"/>
          <ac:picMkLst>
            <pc:docMk/>
            <pc:sldMk cId="2642496274" sldId="2147379622"/>
            <ac:picMk id="24" creationId="{0C90D868-5ACF-E710-FF92-789AEB9D471D}"/>
          </ac:picMkLst>
        </pc:picChg>
      </pc:sldChg>
    </pc:docChg>
  </pc:docChgLst>
  <pc:docChgLst>
    <pc:chgData name="Boutaleb, Radia" userId="S::radia.boutaleb@groupepvcp.com::e9ef67e4-f93e-4956-84f6-58a3a7354257" providerId="AD" clId="Web-{21DE3D71-A5E5-AE76-C4EC-E999959C5119}"/>
    <pc:docChg chg="addSld delSld">
      <pc:chgData name="Boutaleb, Radia" userId="S::radia.boutaleb@groupepvcp.com::e9ef67e4-f93e-4956-84f6-58a3a7354257" providerId="AD" clId="Web-{21DE3D71-A5E5-AE76-C4EC-E999959C5119}" dt="2026-07-17T08:56:11.462" v="13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9825228855791495E-2"/>
          <c:y val="7.8650601491312588E-2"/>
          <c:w val="0.97017477114420847"/>
          <c:h val="0.744786896647821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'Ret int data'!$C$5</c:f>
              <c:strCache>
                <c:ptCount val="1"/>
                <c:pt idx="0">
                  <c:v>July 25</c:v>
                </c:pt>
              </c:strCache>
            </c:strRef>
          </c:tx>
          <c:spPr>
            <a:solidFill>
              <a:srgbClr val="B1EDA6"/>
            </a:solidFill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8.2676354686248769E-4"/>
                  <c:y val="-3.2059946822255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4C-4278-B6FD-8D197708B686}"/>
                </c:ext>
              </c:extLst>
            </c:dLbl>
            <c:dLbl>
              <c:idx val="1"/>
              <c:layout>
                <c:manualLayout>
                  <c:x val="-3.3070541874499811E-3"/>
                  <c:y val="-2.914540620205077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4C-4278-B6FD-8D197708B686}"/>
                </c:ext>
              </c:extLst>
            </c:dLbl>
            <c:dLbl>
              <c:idx val="5"/>
              <c:layout>
                <c:manualLayout>
                  <c:x val="-4.960581281175047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84C-4278-B6FD-8D197708B6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45E51"/>
                    </a:solidFill>
                    <a:latin typeface="Bagoss Standard" panose="020B0504060102020204" pitchFamily="34" charset="0"/>
                    <a:ea typeface="+mn-ea"/>
                    <a:cs typeface="Bagoss Standard" panose="020B0504060102020204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'Ret int data'!$A$6:$A$13</c:f>
              <c:strCache>
                <c:ptCount val="8"/>
                <c:pt idx="0">
                  <c:v>CPE</c:v>
                </c:pt>
                <c:pt idx="1">
                  <c:v>NL</c:v>
                </c:pt>
                <c:pt idx="2">
                  <c:v>FR</c:v>
                </c:pt>
                <c:pt idx="3">
                  <c:v>GE</c:v>
                </c:pt>
                <c:pt idx="4">
                  <c:v>CP BE</c:v>
                </c:pt>
                <c:pt idx="5">
                  <c:v>SP BE</c:v>
                </c:pt>
                <c:pt idx="6">
                  <c:v>TH BE</c:v>
                </c:pt>
                <c:pt idx="7">
                  <c:v>NO</c:v>
                </c:pt>
              </c:strCache>
            </c:strRef>
          </c:cat>
          <c:val>
            <c:numRef>
              <c:f>'Ret int data'!$C$6:$C$13</c:f>
              <c:numCache>
                <c:formatCode>General</c:formatCode>
                <c:ptCount val="8"/>
                <c:pt idx="0" formatCode="0.0">
                  <c:v>82.5</c:v>
                </c:pt>
                <c:pt idx="1">
                  <c:v>85.2</c:v>
                </c:pt>
                <c:pt idx="2">
                  <c:v>79.3</c:v>
                </c:pt>
                <c:pt idx="3">
                  <c:v>84.3</c:v>
                </c:pt>
                <c:pt idx="4">
                  <c:v>85.5</c:v>
                </c:pt>
                <c:pt idx="5">
                  <c:v>61.3</c:v>
                </c:pt>
                <c:pt idx="6">
                  <c:v>96.9</c:v>
                </c:pt>
                <c:pt idx="7">
                  <c:v>84.1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4C-4278-B6FD-8D197708B686}"/>
            </c:ext>
          </c:extLst>
        </c:ser>
        <c:ser>
          <c:idx val="1"/>
          <c:order val="1"/>
          <c:tx>
            <c:strRef>
              <c:f>'Ret int data'!$D$5</c:f>
              <c:strCache>
                <c:ptCount val="1"/>
                <c:pt idx="0">
                  <c:v>July 26</c:v>
                </c:pt>
              </c:strCache>
            </c:strRef>
          </c:tx>
          <c:spPr>
            <a:solidFill>
              <a:srgbClr val="045E51"/>
            </a:solidFill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1"/>
              <c:layout>
                <c:manualLayout>
                  <c:x val="5.787344828037383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84C-4278-B6FD-8D197708B686}"/>
                </c:ext>
              </c:extLst>
            </c:dLbl>
            <c:dLbl>
              <c:idx val="4"/>
              <c:layout>
                <c:manualLayout>
                  <c:x val="9.9800213493491021E-3"/>
                  <c:y val="-3.20599619205805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4C-4278-B6FD-8D197708B686}"/>
                </c:ext>
              </c:extLst>
            </c:dLbl>
            <c:dLbl>
              <c:idx val="5"/>
              <c:layout>
                <c:manualLayout>
                  <c:x val="9.094399015487364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84C-4278-B6FD-8D197708B6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45E51"/>
                    </a:solidFill>
                    <a:latin typeface="Bagoss Standard" panose="020B0504060102020204" pitchFamily="34" charset="0"/>
                    <a:ea typeface="+mn-ea"/>
                    <a:cs typeface="Bagoss Standard" panose="020B0504060102020204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'Ret int data'!$A$6:$A$13</c:f>
              <c:strCache>
                <c:ptCount val="8"/>
                <c:pt idx="0">
                  <c:v>CPE</c:v>
                </c:pt>
                <c:pt idx="1">
                  <c:v>NL</c:v>
                </c:pt>
                <c:pt idx="2">
                  <c:v>FR</c:v>
                </c:pt>
                <c:pt idx="3">
                  <c:v>GE</c:v>
                </c:pt>
                <c:pt idx="4">
                  <c:v>CP BE</c:v>
                </c:pt>
                <c:pt idx="5">
                  <c:v>SP BE</c:v>
                </c:pt>
                <c:pt idx="6">
                  <c:v>TH BE</c:v>
                </c:pt>
                <c:pt idx="7">
                  <c:v>NO</c:v>
                </c:pt>
              </c:strCache>
            </c:strRef>
          </c:cat>
          <c:val>
            <c:numRef>
              <c:f>'Ret int data'!$D$6:$D$13</c:f>
              <c:numCache>
                <c:formatCode>General</c:formatCode>
                <c:ptCount val="8"/>
                <c:pt idx="0" formatCode="0.0">
                  <c:v>82.6</c:v>
                </c:pt>
                <c:pt idx="1">
                  <c:v>84.2</c:v>
                </c:pt>
                <c:pt idx="2">
                  <c:v>78.400000000000006</c:v>
                </c:pt>
                <c:pt idx="3">
                  <c:v>84.6</c:v>
                </c:pt>
                <c:pt idx="4">
                  <c:v>87.4</c:v>
                </c:pt>
                <c:pt idx="5">
                  <c:v>64.400000000000006</c:v>
                </c:pt>
                <c:pt idx="6">
                  <c:v>93.6</c:v>
                </c:pt>
                <c:pt idx="7">
                  <c:v>85.7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84C-4278-B6FD-8D197708B6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9170296"/>
        <c:axId val="419168000"/>
      </c:barChart>
      <c:catAx>
        <c:axId val="419170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9168000"/>
        <c:crosses val="autoZero"/>
        <c:auto val="1"/>
        <c:lblAlgn val="ctr"/>
        <c:lblOffset val="100"/>
        <c:noMultiLvlLbl val="0"/>
      </c:catAx>
      <c:valAx>
        <c:axId val="4191680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419170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045E51"/>
              </a:solidFill>
              <a:latin typeface="Bagoss Standard" panose="020B0504060102020204" pitchFamily="34" charset="0"/>
              <a:ea typeface="+mn-ea"/>
              <a:cs typeface="Bagoss Standard" panose="020B0504060102020204" pitchFamily="34" charset="0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36AB1-64DB-4460-9D9C-3479C3822C44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AFABD-60B1-4DF6-AED7-7C43890060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66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92F3-504D-760A-2338-0D6F6C32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1375CD-5734-8F65-7C35-F117857BB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E03E75-8F33-F99E-62A5-76260F4E3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2FE6D1-D2BC-A3B8-94BD-2206EFFE8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467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44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5BF3-6BBA-990D-41DE-46DDAD3D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55780D-1E3F-0A1A-BEB0-8F7C1B4A9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10CE19-A5E9-6F9B-25FC-4C9F08912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99408-9EC2-4169-D420-7D88B65EF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40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53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4AF8-1D07-C40D-C039-04219796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D14801D-2CF5-5D2F-20F5-259FAB1D8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4FDC92-C524-C443-D7B9-F032B5DBE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B7C22C-9431-BD9D-A68B-170082520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386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350A-33DF-2943-6078-41AE235A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9138FF-6659-FB6E-18B9-45CC847A4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118B38-06DE-FB27-7B5B-1375CE138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BB4B07-C348-45AA-7C4B-73780F43F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08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A5FA-EED8-EFA7-EA53-955C1B28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F1C101-4283-5EA0-E168-6DA261646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39FE03-6B73-266C-908B-469D4882A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F70AEA-A19A-7C8B-5B41-B3DB996D9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4AFABD-60B1-4DF6-AED7-7C438900608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18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1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34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1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svg"/><Relationship Id="rId4" Type="http://schemas.openxmlformats.org/officeDocument/2006/relationships/image" Target="../media/image39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4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svg"/><Relationship Id="rId4" Type="http://schemas.openxmlformats.org/officeDocument/2006/relationships/image" Target="../media/image50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1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svg"/><Relationship Id="rId5" Type="http://schemas.openxmlformats.org/officeDocument/2006/relationships/image" Target="../media/image48.png"/><Relationship Id="rId4" Type="http://schemas.openxmlformats.org/officeDocument/2006/relationships/image" Target="../media/image54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svg"/><Relationship Id="rId4" Type="http://schemas.openxmlformats.org/officeDocument/2006/relationships/image" Target="../media/image53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16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15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34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1.sv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svg"/><Relationship Id="rId4" Type="http://schemas.openxmlformats.org/officeDocument/2006/relationships/image" Target="../media/image39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4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emf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svg"/><Relationship Id="rId4" Type="http://schemas.openxmlformats.org/officeDocument/2006/relationships/image" Target="../media/image50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1.sv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svg"/><Relationship Id="rId5" Type="http://schemas.openxmlformats.org/officeDocument/2006/relationships/image" Target="../media/image48.png"/><Relationship Id="rId4" Type="http://schemas.openxmlformats.org/officeDocument/2006/relationships/image" Target="../media/image54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svg"/><Relationship Id="rId4" Type="http://schemas.openxmlformats.org/officeDocument/2006/relationships/image" Target="../media/image53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emf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svg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emf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emf"/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svg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emf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emf"/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0.emf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8.png"/><Relationship Id="rId4" Type="http://schemas.openxmlformats.org/officeDocument/2006/relationships/image" Target="../media/image54.emf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emf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emf"/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-title_P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1421BE9F-A59E-C4C4-E0E7-0DBC788AE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7" name="Graphique 5">
            <a:extLst>
              <a:ext uri="{FF2B5EF4-FFF2-40B4-BE49-F238E27FC236}">
                <a16:creationId xmlns:a16="http://schemas.microsoft.com/office/drawing/2014/main" id="{971945DD-A58A-4416-AADD-C6BD68A24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8" name="Graphique 5">
            <a:extLst>
              <a:ext uri="{FF2B5EF4-FFF2-40B4-BE49-F238E27FC236}">
                <a16:creationId xmlns:a16="http://schemas.microsoft.com/office/drawing/2014/main" id="{AACD0752-18AD-4FE3-BF96-A0F279EFB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72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-title_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C937E9-88E3-4F00-A000-9ECAE5FA1B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1BA075-17CF-4D1E-B36B-9C327F31D2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61E4DEB-7B87-4137-9742-D0E26B69EF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46614779-EF7E-4123-A8A9-BF91DA7A6E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  <p:sp>
        <p:nvSpPr>
          <p:cNvPr id="10" name="Rectangle 12">
            <a:extLst>
              <a:ext uri="{FF2B5EF4-FFF2-40B4-BE49-F238E27FC236}">
                <a16:creationId xmlns:a16="http://schemas.microsoft.com/office/drawing/2014/main" id="{808C9D35-99D5-4F29-AA09-1459AAB3A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3D76EA19-756C-4672-A31F-3389984187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3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-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4591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4591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4591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4591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4591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4591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687" y="2165851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8687" y="1340768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38687" y="3816017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8687" y="2990934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38687" y="4641100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38687" y="5466183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5680" y="303238"/>
            <a:ext cx="7396865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085A8B9E-7DC3-0ACE-914B-09A47B36402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2855913" cy="6871717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D9AD5342-13BA-4812-9D27-8BD4B2659E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F9200BD1-93C5-4B56-9B2B-AA08DAF23BA6}"/>
              </a:ext>
            </a:extLst>
          </p:cNvPr>
          <p:cNvSpPr txBox="1">
            <a:spLocks/>
          </p:cNvSpPr>
          <p:nvPr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688E721-61FD-43B3-8B39-67EAEB2A760A}"/>
              </a:ext>
            </a:extLst>
          </p:cNvPr>
          <p:cNvSpPr txBox="1">
            <a:spLocks/>
          </p:cNvSpPr>
          <p:nvPr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E5F939A-82D9-4AA5-922D-D51D3945768F}"/>
              </a:ext>
            </a:extLst>
          </p:cNvPr>
          <p:cNvSpPr txBox="1">
            <a:spLocks/>
          </p:cNvSpPr>
          <p:nvPr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DDC75C2-96D2-4143-90FB-0C61A0E3CD99}"/>
              </a:ext>
            </a:extLst>
          </p:cNvPr>
          <p:cNvSpPr txBox="1">
            <a:spLocks/>
          </p:cNvSpPr>
          <p:nvPr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9" name="Straight Connector 33">
            <a:extLst>
              <a:ext uri="{FF2B5EF4-FFF2-40B4-BE49-F238E27FC236}">
                <a16:creationId xmlns:a16="http://schemas.microsoft.com/office/drawing/2014/main" id="{A406FC75-3375-444C-9EE3-E217C7A13EE3}"/>
              </a:ext>
            </a:extLst>
          </p:cNvPr>
          <p:cNvCxnSpPr>
            <a:cxnSpLocks/>
          </p:cNvCxnSpPr>
          <p:nvPr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2FA5A366-3718-470E-877E-00821F5E1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7434E077-E506-4A33-BC31-F8FA62E0B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738EB2FC-6FCA-4BE3-948B-13373E3F9E47}"/>
              </a:ext>
            </a:extLst>
          </p:cNvPr>
          <p:cNvSpPr txBox="1">
            <a:spLocks/>
          </p:cNvSpPr>
          <p:nvPr userDrawn="1"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18B7261-3074-48D9-BFA0-74F619742328}"/>
              </a:ext>
            </a:extLst>
          </p:cNvPr>
          <p:cNvSpPr txBox="1">
            <a:spLocks/>
          </p:cNvSpPr>
          <p:nvPr userDrawn="1"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CB6AF1BC-A0EE-42F0-A539-0AF6FC033E3B}"/>
              </a:ext>
            </a:extLst>
          </p:cNvPr>
          <p:cNvSpPr txBox="1">
            <a:spLocks/>
          </p:cNvSpPr>
          <p:nvPr userDrawn="1"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ECAE0C0-DEBD-48AA-9196-6189DF149DBA}"/>
              </a:ext>
            </a:extLst>
          </p:cNvPr>
          <p:cNvSpPr txBox="1">
            <a:spLocks/>
          </p:cNvSpPr>
          <p:nvPr userDrawn="1"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0" name="Straight Connector 33">
            <a:extLst>
              <a:ext uri="{FF2B5EF4-FFF2-40B4-BE49-F238E27FC236}">
                <a16:creationId xmlns:a16="http://schemas.microsoft.com/office/drawing/2014/main" id="{3EF75F6A-53F3-405A-BFF9-4F812421194E}"/>
              </a:ext>
            </a:extLst>
          </p:cNvPr>
          <p:cNvCxnSpPr>
            <a:cxnSpLocks/>
          </p:cNvCxnSpPr>
          <p:nvPr userDrawn="1"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F5174792-FCF6-40CF-9AA9-255F64EBC1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7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-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8225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25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225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8225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8225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8225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025" y="2165851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3025" y="1340768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3025" y="3816017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3025" y="2990934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4641100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43025" y="5466183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5" name="Date Placeholder 2">
            <a:extLst>
              <a:ext uri="{FF2B5EF4-FFF2-40B4-BE49-F238E27FC236}">
                <a16:creationId xmlns:a16="http://schemas.microsoft.com/office/drawing/2014/main" id="{CAE33E2C-B9EE-4F4A-8A99-76EDB445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69427A9-63F3-43D4-9776-5CEABDC55610}" type="datetime1">
              <a:rPr lang="fr-FR" smtClean="0"/>
              <a:t>11/08/2026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76B93014-B81A-4426-927A-E38FB27ECD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6F00E33F-7090-4185-AA45-F0632A111EEB}"/>
              </a:ext>
            </a:extLst>
          </p:cNvPr>
          <p:cNvSpPr txBox="1">
            <a:spLocks/>
          </p:cNvSpPr>
          <p:nvPr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52E9B8A-E6C9-4075-B09D-97330079E5C4}"/>
              </a:ext>
            </a:extLst>
          </p:cNvPr>
          <p:cNvSpPr txBox="1">
            <a:spLocks/>
          </p:cNvSpPr>
          <p:nvPr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EF355526-17B4-4EC8-8927-9346C4457DF7}"/>
              </a:ext>
            </a:extLst>
          </p:cNvPr>
          <p:cNvSpPr txBox="1">
            <a:spLocks/>
          </p:cNvSpPr>
          <p:nvPr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01AC81D-4FC2-4BB0-9651-F11BEECAD0B4}"/>
              </a:ext>
            </a:extLst>
          </p:cNvPr>
          <p:cNvSpPr txBox="1">
            <a:spLocks/>
          </p:cNvSpPr>
          <p:nvPr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9" name="Straight Connector 33">
            <a:extLst>
              <a:ext uri="{FF2B5EF4-FFF2-40B4-BE49-F238E27FC236}">
                <a16:creationId xmlns:a16="http://schemas.microsoft.com/office/drawing/2014/main" id="{64DAF7AD-10A4-4BE1-9DDE-5EA3FE31CE23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1155C2C4-7342-4485-8FF5-F12A584AE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4EE9BCDC-7A67-4A0A-8B93-771011F56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E138176F-3740-4D3E-936A-0ED22F6F33C2}"/>
              </a:ext>
            </a:extLst>
          </p:cNvPr>
          <p:cNvSpPr txBox="1">
            <a:spLocks/>
          </p:cNvSpPr>
          <p:nvPr userDrawn="1"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F0E95209-E8F3-43D7-91FF-9B78304971AF}"/>
              </a:ext>
            </a:extLst>
          </p:cNvPr>
          <p:cNvSpPr txBox="1">
            <a:spLocks/>
          </p:cNvSpPr>
          <p:nvPr userDrawn="1"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5403C19-DE55-4E05-962F-1FB461D3523A}"/>
              </a:ext>
            </a:extLst>
          </p:cNvPr>
          <p:cNvSpPr txBox="1">
            <a:spLocks/>
          </p:cNvSpPr>
          <p:nvPr userDrawn="1"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9703ED45-6484-4CA5-98AA-AB35D7CD0B37}"/>
              </a:ext>
            </a:extLst>
          </p:cNvPr>
          <p:cNvSpPr txBox="1">
            <a:spLocks/>
          </p:cNvSpPr>
          <p:nvPr userDrawn="1"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1" name="Straight Connector 33">
            <a:extLst>
              <a:ext uri="{FF2B5EF4-FFF2-40B4-BE49-F238E27FC236}">
                <a16:creationId xmlns:a16="http://schemas.microsoft.com/office/drawing/2014/main" id="{33D21033-057A-46D0-BDF4-69E7F50DB8C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>
            <a:extLst>
              <a:ext uri="{FF2B5EF4-FFF2-40B4-BE49-F238E27FC236}">
                <a16:creationId xmlns:a16="http://schemas.microsoft.com/office/drawing/2014/main" id="{F263217E-FE88-4D1C-8F63-A2C4047A3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3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-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B1E221A1-C7F7-4B33-A7AA-DE096F4B101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823644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</a:t>
            </a:r>
            <a:r>
              <a:rPr lang="nl-NL" err="1"/>
              <a:t>lines</a:t>
            </a:r>
            <a:endParaRPr lang="nl-NL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3FFDCC1-E9A8-42FA-9A2C-9343CD2C1AD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17285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2" name="Text Placeholder 5">
            <a:extLst>
              <a:ext uri="{FF2B5EF4-FFF2-40B4-BE49-F238E27FC236}">
                <a16:creationId xmlns:a16="http://schemas.microsoft.com/office/drawing/2014/main" id="{99BD2BA5-73B4-48B4-8117-F68DAD6B81F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17285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4" name="Text Placeholder 5">
            <a:extLst>
              <a:ext uri="{FF2B5EF4-FFF2-40B4-BE49-F238E27FC236}">
                <a16:creationId xmlns:a16="http://schemas.microsoft.com/office/drawing/2014/main" id="{8EAAF473-B065-429E-A087-0702DBFDE92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17285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6" name="Text Placeholder 5">
            <a:extLst>
              <a:ext uri="{FF2B5EF4-FFF2-40B4-BE49-F238E27FC236}">
                <a16:creationId xmlns:a16="http://schemas.microsoft.com/office/drawing/2014/main" id="{F011F3CE-B920-410E-8BD2-48403A4BA40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17285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8" name="Tijdelijke aanduiding voor tekst 6">
            <a:extLst>
              <a:ext uri="{FF2B5EF4-FFF2-40B4-BE49-F238E27FC236}">
                <a16:creationId xmlns:a16="http://schemas.microsoft.com/office/drawing/2014/main" id="{2C1C4193-4B9F-4DCF-B62C-C5EB18BEE47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868713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29" name="Text Placeholder 5">
            <a:extLst>
              <a:ext uri="{FF2B5EF4-FFF2-40B4-BE49-F238E27FC236}">
                <a16:creationId xmlns:a16="http://schemas.microsoft.com/office/drawing/2014/main" id="{A70153CA-9C0A-40C6-A69E-6B03F0995D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862354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1" name="Text Placeholder 5">
            <a:extLst>
              <a:ext uri="{FF2B5EF4-FFF2-40B4-BE49-F238E27FC236}">
                <a16:creationId xmlns:a16="http://schemas.microsoft.com/office/drawing/2014/main" id="{D97B4A2C-E7D0-4317-80B7-98FED2D887A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862354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3" name="Text Placeholder 5">
            <a:extLst>
              <a:ext uri="{FF2B5EF4-FFF2-40B4-BE49-F238E27FC236}">
                <a16:creationId xmlns:a16="http://schemas.microsoft.com/office/drawing/2014/main" id="{01BF98C3-9891-4227-B2A4-F777DE1AA79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62354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5" name="Text Placeholder 5">
            <a:extLst>
              <a:ext uri="{FF2B5EF4-FFF2-40B4-BE49-F238E27FC236}">
                <a16:creationId xmlns:a16="http://schemas.microsoft.com/office/drawing/2014/main" id="{BF059DDD-79AE-4A25-85CE-C136EB94AAB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62354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7" name="Tijdelijke aanduiding voor tekst 6">
            <a:extLst>
              <a:ext uri="{FF2B5EF4-FFF2-40B4-BE49-F238E27FC236}">
                <a16:creationId xmlns:a16="http://schemas.microsoft.com/office/drawing/2014/main" id="{CD553364-D38D-4E1D-9C9A-9D379394CAC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23644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38" name="Text Placeholder 5">
            <a:extLst>
              <a:ext uri="{FF2B5EF4-FFF2-40B4-BE49-F238E27FC236}">
                <a16:creationId xmlns:a16="http://schemas.microsoft.com/office/drawing/2014/main" id="{E32327F4-8256-4336-B934-ADDC264F537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817285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0" name="Text Placeholder 5">
            <a:extLst>
              <a:ext uri="{FF2B5EF4-FFF2-40B4-BE49-F238E27FC236}">
                <a16:creationId xmlns:a16="http://schemas.microsoft.com/office/drawing/2014/main" id="{0F1203A7-2812-4969-AF48-DC8A6F3191E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817285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2" name="Text Placeholder 5">
            <a:extLst>
              <a:ext uri="{FF2B5EF4-FFF2-40B4-BE49-F238E27FC236}">
                <a16:creationId xmlns:a16="http://schemas.microsoft.com/office/drawing/2014/main" id="{8DBFDAE0-08DB-47F3-8FCB-5C1078FAC36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2817285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4" name="Text Placeholder 5">
            <a:extLst>
              <a:ext uri="{FF2B5EF4-FFF2-40B4-BE49-F238E27FC236}">
                <a16:creationId xmlns:a16="http://schemas.microsoft.com/office/drawing/2014/main" id="{F1A8E4F5-5958-4E47-8E08-EC4900ABC86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817285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6" name="Tijdelijke aanduiding voor tekst 6">
            <a:extLst>
              <a:ext uri="{FF2B5EF4-FFF2-40B4-BE49-F238E27FC236}">
                <a16:creationId xmlns:a16="http://schemas.microsoft.com/office/drawing/2014/main" id="{EA8862AD-0937-4728-BB78-0584AF19B6D8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7868713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lines</a:t>
            </a:r>
          </a:p>
        </p:txBody>
      </p:sp>
      <p:sp>
        <p:nvSpPr>
          <p:cNvPr id="147" name="Text Placeholder 5">
            <a:extLst>
              <a:ext uri="{FF2B5EF4-FFF2-40B4-BE49-F238E27FC236}">
                <a16:creationId xmlns:a16="http://schemas.microsoft.com/office/drawing/2014/main" id="{0146C3FE-C1CF-43EA-AA17-180A34AD2E2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862354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9" name="Text Placeholder 5">
            <a:extLst>
              <a:ext uri="{FF2B5EF4-FFF2-40B4-BE49-F238E27FC236}">
                <a16:creationId xmlns:a16="http://schemas.microsoft.com/office/drawing/2014/main" id="{CAB4BEB3-280C-4958-8262-1289F5F4C309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862354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1" name="Text Placeholder 5">
            <a:extLst>
              <a:ext uri="{FF2B5EF4-FFF2-40B4-BE49-F238E27FC236}">
                <a16:creationId xmlns:a16="http://schemas.microsoft.com/office/drawing/2014/main" id="{FF095831-FD1C-4C56-8FBE-A7A69D6CA6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862354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3" name="Text Placeholder 5">
            <a:extLst>
              <a:ext uri="{FF2B5EF4-FFF2-40B4-BE49-F238E27FC236}">
                <a16:creationId xmlns:a16="http://schemas.microsoft.com/office/drawing/2014/main" id="{C6C29853-3603-47E7-84FB-BF906D09A17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62354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52" name="Slide Number Placeholder 4">
            <a:extLst>
              <a:ext uri="{FF2B5EF4-FFF2-40B4-BE49-F238E27FC236}">
                <a16:creationId xmlns:a16="http://schemas.microsoft.com/office/drawing/2014/main" id="{47E1A5FA-654E-4EB8-86A0-A90C89AB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3" name="Date Placeholder 2">
            <a:extLst>
              <a:ext uri="{FF2B5EF4-FFF2-40B4-BE49-F238E27FC236}">
                <a16:creationId xmlns:a16="http://schemas.microsoft.com/office/drawing/2014/main" id="{81437B7F-560C-4C8E-A6BA-5D73312D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54" name="Titel 14">
            <a:extLst>
              <a:ext uri="{FF2B5EF4-FFF2-40B4-BE49-F238E27FC236}">
                <a16:creationId xmlns:a16="http://schemas.microsoft.com/office/drawing/2014/main" id="{F3130F2C-F608-4D29-B242-94DC921EB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88BCA76-2256-438A-A8C9-6F32AE257889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>
            <a:extLst>
              <a:ext uri="{FF2B5EF4-FFF2-40B4-BE49-F238E27FC236}">
                <a16:creationId xmlns:a16="http://schemas.microsoft.com/office/drawing/2014/main" id="{BD9D77BC-B0D7-4DDE-9C1F-6B350183F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28" name="Straight Connector 55">
            <a:extLst>
              <a:ext uri="{FF2B5EF4-FFF2-40B4-BE49-F238E27FC236}">
                <a16:creationId xmlns:a16="http://schemas.microsoft.com/office/drawing/2014/main" id="{19E0E0CA-56C3-44CA-9E2E-0528F1105B7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590D03AB-263F-4CAE-8CDC-60FA479F7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30" name="Straight Connector 55">
            <a:extLst>
              <a:ext uri="{FF2B5EF4-FFF2-40B4-BE49-F238E27FC236}">
                <a16:creationId xmlns:a16="http://schemas.microsoft.com/office/drawing/2014/main" id="{D7A32EBD-B898-471F-943A-64F756B431B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9F20E80D-D5A3-46CD-A309-2AF658D087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0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E1EEB8-CB97-4566-B1EB-2BDB5C6D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9B25BD0-259D-4317-BA08-84F2AFCF1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9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GRAS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404C1B0-2154-4A30-83EA-CE6980B59A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1D174E2-F318-B09E-6040-7295C94042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B321EA2-C769-4E6C-8960-20DB8398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31D2199B-8DDA-4978-AD58-743D837194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7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sans_lay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B45B42B6-D0A3-466F-BFAA-3466FBAE6A75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5170761-F239-4915-A070-B89312026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4D700F72-3276-4803-B910-DC071B074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B48F189B-FDC8-45CC-8658-6A153CE1BB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3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P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1610F45C-7D0C-6BD3-57EC-A0F8EBC660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BAB184-31BC-4B42-9E2E-B00C25D5DD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A66764C9-A7A3-4BC8-B918-AF46F47C209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0E010672-A26C-4D42-BF64-93108C1CB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AC49B526-A40D-45F5-B313-0A3BC1479C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cxnSp>
        <p:nvCxnSpPr>
          <p:cNvPr id="13" name="Straight Connector 23">
            <a:extLst>
              <a:ext uri="{FF2B5EF4-FFF2-40B4-BE49-F238E27FC236}">
                <a16:creationId xmlns:a16="http://schemas.microsoft.com/office/drawing/2014/main" id="{60C08784-185E-47FC-A069-75E3621636ED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B665802-A410-4735-8063-6519FD4A2B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7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TWO_COLU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9" name="Espace réservé du contenu 6">
            <a:extLst>
              <a:ext uri="{FF2B5EF4-FFF2-40B4-BE49-F238E27FC236}">
                <a16:creationId xmlns:a16="http://schemas.microsoft.com/office/drawing/2014/main" id="{2905BCB7-09B0-4CBC-8A45-606A71775E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732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1110D831-2CEB-44EE-8E4E-5D1A2EF9C3A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BF71AF5F-5039-4192-A9E8-0D506E39A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2" name="Straight Connector 23">
            <a:extLst>
              <a:ext uri="{FF2B5EF4-FFF2-40B4-BE49-F238E27FC236}">
                <a16:creationId xmlns:a16="http://schemas.microsoft.com/office/drawing/2014/main" id="{1602168E-FB3E-4646-855B-7C0C13B651E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C5A49C51-9496-44AD-8718-45E175638D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2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4">
            <a:extLst>
              <a:ext uri="{FF2B5EF4-FFF2-40B4-BE49-F238E27FC236}">
                <a16:creationId xmlns:a16="http://schemas.microsoft.com/office/drawing/2014/main" id="{89077073-F08B-4C9B-B1DA-ACA566607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C8ADEE-62CD-4C87-B85D-85455DEF7543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5E9E06E-634D-48A9-99CB-034451F4F2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67DB9F0-FE9E-4628-8C45-BF35046F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8680422-37C6-480A-9DCE-B5ADFA2ACF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40418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1C0ABC2-C295-460D-99D5-AE83EAFD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441BC1B3-6E2D-4175-99CB-4364F20D0914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58AAB117-F97C-4448-AF4F-89344E72A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EDA6818A-395F-4180-A2B2-FAB71A479AE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982EBCB2-5C47-4F0A-B4C1-C81227CB64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03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graphicFrame>
        <p:nvGraphicFramePr>
          <p:cNvPr id="11" name="Table 32">
            <a:extLst>
              <a:ext uri="{FF2B5EF4-FFF2-40B4-BE49-F238E27FC236}">
                <a16:creationId xmlns:a16="http://schemas.microsoft.com/office/drawing/2014/main" id="{5C702B8D-81B6-4D90-B1BD-9F8519DB6942}"/>
              </a:ext>
            </a:extLst>
          </p:cNvPr>
          <p:cNvGraphicFramePr>
            <a:graphicFrameLocks/>
          </p:cNvGraphicFramePr>
          <p:nvPr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05E27E46-2D83-4F0A-9838-76DF303DADB6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4FE7064-1C81-4EEB-9843-2BFCC6C1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graphicFrame>
        <p:nvGraphicFramePr>
          <p:cNvPr id="14" name="Table 32">
            <a:extLst>
              <a:ext uri="{FF2B5EF4-FFF2-40B4-BE49-F238E27FC236}">
                <a16:creationId xmlns:a16="http://schemas.microsoft.com/office/drawing/2014/main" id="{D153D691-CA8C-43C6-ABD3-905765D41242}"/>
              </a:ext>
            </a:extLst>
          </p:cNvPr>
          <p:cNvGraphicFramePr>
            <a:graphicFrameLocks/>
          </p:cNvGraphicFramePr>
          <p:nvPr userDrawn="1"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D78C3DC1-FB0F-4B25-BC39-DC778B51D0E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17AA4381-3465-4A7E-AE5C-DE2B9B1DA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8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LI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605"/>
            <a:ext cx="7775467" cy="18793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E6508B0-8C46-4410-B3FE-A17087F8FC6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256240" y="1145005"/>
            <a:ext cx="3592655" cy="11121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spcBef>
                <a:spcPts val="1000"/>
              </a:spcBef>
              <a:buNone/>
              <a:defRPr sz="900" b="1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 u="sng"/>
            </a:lvl2pPr>
            <a:lvl3pPr marL="0" indent="0" algn="r"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 err="1"/>
              <a:t>Acitvation</a:t>
            </a:r>
            <a:r>
              <a:rPr lang="en-US"/>
              <a:t> calendar</a:t>
            </a:r>
          </a:p>
          <a:p>
            <a:pPr lvl="1"/>
            <a:r>
              <a:rPr lang="fr-FR"/>
              <a:t>Bullet point</a:t>
            </a:r>
          </a:p>
          <a:p>
            <a:pPr lvl="2"/>
            <a:r>
              <a:rPr lang="en-US"/>
              <a:t>Continuously updated based on actual situation:</a:t>
            </a:r>
          </a:p>
          <a:p>
            <a:pPr lvl="3"/>
            <a:endParaRPr lang="fr-FR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565400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D47AFAE-0904-41A7-B5BA-B1ECB19A7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44D3B6-41BA-4DF9-B5A4-CE66BD9BF26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00451FBD-8BBE-4B78-AD36-2414BC59C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925D5CB3-98C4-4A97-A1EF-5049A2AC4CB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0FA9D94C-340F-4A10-88CA-8491FB866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3" name="Straight Connector 18">
            <a:extLst>
              <a:ext uri="{FF2B5EF4-FFF2-40B4-BE49-F238E27FC236}">
                <a16:creationId xmlns:a16="http://schemas.microsoft.com/office/drawing/2014/main" id="{7ED0C792-47B8-4126-B973-812EF8467A0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81BD29B4-FFA6-40AB-8408-0FE336862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92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INF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1114263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1119519"/>
            <a:ext cx="7705725" cy="4037669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87763A20-09D2-4AE5-AA8F-90EBB1F13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1D1DEB-A2F0-49B6-80F5-9738F1A474B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3194FE39-5C1B-4038-B1A3-0069E2B47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20">
            <a:extLst>
              <a:ext uri="{FF2B5EF4-FFF2-40B4-BE49-F238E27FC236}">
                <a16:creationId xmlns:a16="http://schemas.microsoft.com/office/drawing/2014/main" id="{64C85962-AC70-4DB7-90BC-2434EB2ACEC5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C902009F-CA94-49A3-9531-41C856E83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2" name="Straight Connector 20">
            <a:extLst>
              <a:ext uri="{FF2B5EF4-FFF2-40B4-BE49-F238E27FC236}">
                <a16:creationId xmlns:a16="http://schemas.microsoft.com/office/drawing/2014/main" id="{6B95B469-F739-4A25-9475-9E43A93DC286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58311779-8349-4513-ACBF-2CD081E0F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P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5">
            <a:extLst>
              <a:ext uri="{FF2B5EF4-FFF2-40B4-BE49-F238E27FC236}">
                <a16:creationId xmlns:a16="http://schemas.microsoft.com/office/drawing/2014/main" id="{6F317A44-B7F2-7FE3-A8DA-5E3F91365E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2"/>
                </a:solidFill>
              </a:defRPr>
            </a:lvl2pPr>
            <a:lvl3pPr marL="0" indent="0">
              <a:buNone/>
              <a:defRPr>
                <a:solidFill>
                  <a:schemeClr val="accent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1"/>
                </a:solidFill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2"/>
                </a:solidFill>
              </a:defRPr>
            </a:lvl5pPr>
            <a:lvl6pPr marL="0" indent="0">
              <a:buNone/>
              <a:defRPr sz="1400" b="1">
                <a:solidFill>
                  <a:schemeClr val="accent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A823381-0A6A-46A5-8EBA-A40DCD229E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E87857CB-F25B-49CE-B0A3-52E99317AAD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5">
            <a:extLst>
              <a:ext uri="{FF2B5EF4-FFF2-40B4-BE49-F238E27FC236}">
                <a16:creationId xmlns:a16="http://schemas.microsoft.com/office/drawing/2014/main" id="{A67B0C25-F8EA-466C-BB93-FD58D07681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7493D6F-1DA9-4AC5-B70D-D5439A025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7C60FC99-802F-407E-AAA6-EE01D48E70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332A5645-16AB-4094-9F67-524887E78FB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13E75762-E58A-4AC7-A680-6DC5528AA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76B0295-9E51-467E-A725-B8387AE89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26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GRA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2"/>
                </a:solidFill>
                <a:highlight>
                  <a:srgbClr val="045E51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1"/>
                </a:solidFill>
              </a:defRPr>
            </a:lvl5pPr>
            <a:lvl6pPr marL="0" indent="0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53DB1FF-9B9E-4F35-85A8-36DE868949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B30EE23-BE66-4A86-9D05-A355E672D4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4BC71D82-B74D-4918-B97D-B6E3F21BB83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0C29D8E0-B03B-4B06-B5A2-D15E6B1F2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23">
            <a:extLst>
              <a:ext uri="{FF2B5EF4-FFF2-40B4-BE49-F238E27FC236}">
                <a16:creationId xmlns:a16="http://schemas.microsoft.com/office/drawing/2014/main" id="{186060C2-0FC9-461A-895A-9A9450B672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CBCF0351-C025-43B1-AAC8-7715DD5213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82EADADB-BCFF-48B0-AF6D-6E5DCF9A687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6F297019-1EFC-4CE8-9936-BDDF64034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8" name="Picture 23">
            <a:extLst>
              <a:ext uri="{FF2B5EF4-FFF2-40B4-BE49-F238E27FC236}">
                <a16:creationId xmlns:a16="http://schemas.microsoft.com/office/drawing/2014/main" id="{256CD257-9191-4B77-85C5-503BE9506F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60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Freeform 11">
            <a:extLst>
              <a:ext uri="{FF2B5EF4-FFF2-40B4-BE49-F238E27FC236}">
                <a16:creationId xmlns:a16="http://schemas.microsoft.com/office/drawing/2014/main" id="{20FEADF5-C8A6-B291-C939-277AC767E19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51384" y="1296991"/>
            <a:ext cx="2355352" cy="2376489"/>
          </a:xfrm>
          <a:custGeom>
            <a:avLst/>
            <a:gdLst>
              <a:gd name="connsiteX0" fmla="*/ 0 w 4823819"/>
              <a:gd name="connsiteY0" fmla="*/ 3582764 h 4789266"/>
              <a:gd name="connsiteX1" fmla="*/ 0 w 4823819"/>
              <a:gd name="connsiteY1" fmla="*/ 3582765 h 4789266"/>
              <a:gd name="connsiteX2" fmla="*/ 0 w 4823819"/>
              <a:gd name="connsiteY2" fmla="*/ 3582765 h 4789266"/>
              <a:gd name="connsiteX3" fmla="*/ 0 w 4823819"/>
              <a:gd name="connsiteY3" fmla="*/ 1206500 h 4789266"/>
              <a:gd name="connsiteX4" fmla="*/ 0 w 4823819"/>
              <a:gd name="connsiteY4" fmla="*/ 1206500 h 4789266"/>
              <a:gd name="connsiteX5" fmla="*/ 0 w 4823819"/>
              <a:gd name="connsiteY5" fmla="*/ 1206501 h 4789266"/>
              <a:gd name="connsiteX6" fmla="*/ 1206501 w 4823819"/>
              <a:gd name="connsiteY6" fmla="*/ 0 h 4789266"/>
              <a:gd name="connsiteX7" fmla="*/ 3617318 w 4823819"/>
              <a:gd name="connsiteY7" fmla="*/ 0 h 4789266"/>
              <a:gd name="connsiteX8" fmla="*/ 4823819 w 4823819"/>
              <a:gd name="connsiteY8" fmla="*/ 1206501 h 4789266"/>
              <a:gd name="connsiteX9" fmla="*/ 4823818 w 4823819"/>
              <a:gd name="connsiteY9" fmla="*/ 1206501 h 4789266"/>
              <a:gd name="connsiteX10" fmla="*/ 3860469 w 4823819"/>
              <a:gd name="connsiteY10" fmla="*/ 2388490 h 4789266"/>
              <a:gd name="connsiteX11" fmla="*/ 3820220 w 4823819"/>
              <a:gd name="connsiteY11" fmla="*/ 2394633 h 4789266"/>
              <a:gd name="connsiteX12" fmla="*/ 3860470 w 4823819"/>
              <a:gd name="connsiteY12" fmla="*/ 2400776 h 4789266"/>
              <a:gd name="connsiteX13" fmla="*/ 4823819 w 4823819"/>
              <a:gd name="connsiteY13" fmla="*/ 3582765 h 4789266"/>
              <a:gd name="connsiteX14" fmla="*/ 4823818 w 4823819"/>
              <a:gd name="connsiteY14" fmla="*/ 3582765 h 4789266"/>
              <a:gd name="connsiteX15" fmla="*/ 3617317 w 4823819"/>
              <a:gd name="connsiteY15" fmla="*/ 4789266 h 4789266"/>
              <a:gd name="connsiteX16" fmla="*/ 1206501 w 4823819"/>
              <a:gd name="connsiteY16" fmla="*/ 4789265 h 4789266"/>
              <a:gd name="connsiteX17" fmla="*/ 6229 w 4823819"/>
              <a:gd name="connsiteY17" fmla="*/ 3706122 h 4789266"/>
              <a:gd name="connsiteX18" fmla="*/ 0 w 4823819"/>
              <a:gd name="connsiteY18" fmla="*/ 3582765 h 4789266"/>
              <a:gd name="connsiteX19" fmla="*/ 6229 w 4823819"/>
              <a:gd name="connsiteY19" fmla="*/ 3459408 h 4789266"/>
              <a:gd name="connsiteX20" fmla="*/ 963349 w 4823819"/>
              <a:gd name="connsiteY20" fmla="*/ 2400776 h 4789266"/>
              <a:gd name="connsiteX21" fmla="*/ 1003602 w 4823819"/>
              <a:gd name="connsiteY21" fmla="*/ 2394633 h 4789266"/>
              <a:gd name="connsiteX22" fmla="*/ 963349 w 4823819"/>
              <a:gd name="connsiteY22" fmla="*/ 2388489 h 4789266"/>
              <a:gd name="connsiteX23" fmla="*/ 6229 w 4823819"/>
              <a:gd name="connsiteY23" fmla="*/ 1329858 h 4789266"/>
              <a:gd name="connsiteX24" fmla="*/ 0 w 4823819"/>
              <a:gd name="connsiteY24" fmla="*/ 1206500 h 4789266"/>
              <a:gd name="connsiteX25" fmla="*/ 6229 w 4823819"/>
              <a:gd name="connsiteY25" fmla="*/ 1083143 h 4789266"/>
              <a:gd name="connsiteX26" fmla="*/ 1206501 w 4823819"/>
              <a:gd name="connsiteY26" fmla="*/ 0 h 478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823819" h="4789266">
                <a:moveTo>
                  <a:pt x="0" y="3582764"/>
                </a:moveTo>
                <a:lnTo>
                  <a:pt x="0" y="3582765"/>
                </a:lnTo>
                <a:lnTo>
                  <a:pt x="0" y="3582765"/>
                </a:lnTo>
                <a:close/>
                <a:moveTo>
                  <a:pt x="0" y="1206500"/>
                </a:moveTo>
                <a:lnTo>
                  <a:pt x="0" y="1206500"/>
                </a:lnTo>
                <a:lnTo>
                  <a:pt x="0" y="1206501"/>
                </a:lnTo>
                <a:close/>
                <a:moveTo>
                  <a:pt x="1206501" y="0"/>
                </a:moveTo>
                <a:lnTo>
                  <a:pt x="3617318" y="0"/>
                </a:lnTo>
                <a:cubicBezTo>
                  <a:pt x="4283650" y="0"/>
                  <a:pt x="4823819" y="540169"/>
                  <a:pt x="4823819" y="1206501"/>
                </a:cubicBezTo>
                <a:lnTo>
                  <a:pt x="4823818" y="1206501"/>
                </a:lnTo>
                <a:cubicBezTo>
                  <a:pt x="4823818" y="1789541"/>
                  <a:pt x="4410251" y="2275988"/>
                  <a:pt x="3860469" y="2388490"/>
                </a:cubicBezTo>
                <a:lnTo>
                  <a:pt x="3820220" y="2394633"/>
                </a:lnTo>
                <a:lnTo>
                  <a:pt x="3860470" y="2400776"/>
                </a:lnTo>
                <a:cubicBezTo>
                  <a:pt x="4410252" y="2513278"/>
                  <a:pt x="4823819" y="2999725"/>
                  <a:pt x="4823819" y="3582765"/>
                </a:cubicBezTo>
                <a:lnTo>
                  <a:pt x="4823818" y="3582765"/>
                </a:lnTo>
                <a:cubicBezTo>
                  <a:pt x="4823818" y="4249097"/>
                  <a:pt x="4283649" y="4789266"/>
                  <a:pt x="3617317" y="4789266"/>
                </a:cubicBezTo>
                <a:lnTo>
                  <a:pt x="1206501" y="4789265"/>
                </a:lnTo>
                <a:cubicBezTo>
                  <a:pt x="581815" y="4789265"/>
                  <a:pt x="68014" y="4314507"/>
                  <a:pt x="6229" y="3706122"/>
                </a:cubicBezTo>
                <a:lnTo>
                  <a:pt x="0" y="3582765"/>
                </a:lnTo>
                <a:lnTo>
                  <a:pt x="6229" y="3459408"/>
                </a:lnTo>
                <a:cubicBezTo>
                  <a:pt x="59776" y="2932140"/>
                  <a:pt x="452837" y="2505242"/>
                  <a:pt x="963349" y="2400776"/>
                </a:cubicBezTo>
                <a:lnTo>
                  <a:pt x="1003602" y="2394633"/>
                </a:lnTo>
                <a:lnTo>
                  <a:pt x="963349" y="2388489"/>
                </a:lnTo>
                <a:cubicBezTo>
                  <a:pt x="452837" y="2284023"/>
                  <a:pt x="59776" y="1857125"/>
                  <a:pt x="6229" y="1329858"/>
                </a:cubicBezTo>
                <a:lnTo>
                  <a:pt x="0" y="1206500"/>
                </a:lnTo>
                <a:lnTo>
                  <a:pt x="6229" y="1083143"/>
                </a:lnTo>
                <a:cubicBezTo>
                  <a:pt x="68014" y="474758"/>
                  <a:pt x="581815" y="0"/>
                  <a:pt x="120650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BF1CCEA6-C1AE-3353-BB17-66E6E8B78B2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506183" y="1296991"/>
            <a:ext cx="2172481" cy="2376489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75B395F-81AA-8A8F-A89B-DECFDDA30C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278111" y="1321069"/>
            <a:ext cx="2449524" cy="2352411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E3E23F56-B9D2-8D1F-E6D4-415C9FBD746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27082" y="1314616"/>
            <a:ext cx="2351869" cy="2363064"/>
          </a:xfrm>
          <a:custGeom>
            <a:avLst/>
            <a:gdLst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834792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413004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9" fmla="*/ 2383200 w 4766400"/>
              <a:gd name="connsiteY9" fmla="*/ 0 h 4834792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13004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27052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780653"/>
              <a:gd name="connsiteX1" fmla="*/ 4763395 w 4774091"/>
              <a:gd name="connsiteY1" fmla="*/ 2409958 h 4780653"/>
              <a:gd name="connsiteX2" fmla="*/ 4766400 w 4774091"/>
              <a:gd name="connsiteY2" fmla="*/ 2409958 h 4780653"/>
              <a:gd name="connsiteX3" fmla="*/ 4766400 w 4774091"/>
              <a:gd name="connsiteY3" fmla="*/ 2413001 h 4780653"/>
              <a:gd name="connsiteX4" fmla="*/ 4774091 w 4774091"/>
              <a:gd name="connsiteY4" fmla="*/ 4780653 h 4780653"/>
              <a:gd name="connsiteX5" fmla="*/ 0 w 4774091"/>
              <a:gd name="connsiteY5" fmla="*/ 4427052 h 4780653"/>
              <a:gd name="connsiteX6" fmla="*/ 0 w 4774091"/>
              <a:gd name="connsiteY6" fmla="*/ 2413001 h 4780653"/>
              <a:gd name="connsiteX7" fmla="*/ 0 w 4774091"/>
              <a:gd name="connsiteY7" fmla="*/ 2409958 h 4780653"/>
              <a:gd name="connsiteX8" fmla="*/ 3005 w 4774091"/>
              <a:gd name="connsiteY8" fmla="*/ 2409958 h 4780653"/>
              <a:gd name="connsiteX9" fmla="*/ 2383200 w 4774091"/>
              <a:gd name="connsiteY9" fmla="*/ 0 h 4780653"/>
              <a:gd name="connsiteX0" fmla="*/ 2383200 w 4774091"/>
              <a:gd name="connsiteY0" fmla="*/ 0 h 4781922"/>
              <a:gd name="connsiteX1" fmla="*/ 4763395 w 4774091"/>
              <a:gd name="connsiteY1" fmla="*/ 2409958 h 4781922"/>
              <a:gd name="connsiteX2" fmla="*/ 4766400 w 4774091"/>
              <a:gd name="connsiteY2" fmla="*/ 2409958 h 4781922"/>
              <a:gd name="connsiteX3" fmla="*/ 4766400 w 4774091"/>
              <a:gd name="connsiteY3" fmla="*/ 2413001 h 4781922"/>
              <a:gd name="connsiteX4" fmla="*/ 4774091 w 4774091"/>
              <a:gd name="connsiteY4" fmla="*/ 4780653 h 4781922"/>
              <a:gd name="connsiteX5" fmla="*/ 0 w 4774091"/>
              <a:gd name="connsiteY5" fmla="*/ 4781922 h 4781922"/>
              <a:gd name="connsiteX6" fmla="*/ 0 w 4774091"/>
              <a:gd name="connsiteY6" fmla="*/ 2413001 h 4781922"/>
              <a:gd name="connsiteX7" fmla="*/ 0 w 4774091"/>
              <a:gd name="connsiteY7" fmla="*/ 2409958 h 4781922"/>
              <a:gd name="connsiteX8" fmla="*/ 3005 w 4774091"/>
              <a:gd name="connsiteY8" fmla="*/ 2409958 h 4781922"/>
              <a:gd name="connsiteX9" fmla="*/ 2383200 w 4774091"/>
              <a:gd name="connsiteY9" fmla="*/ 0 h 4781922"/>
              <a:gd name="connsiteX0" fmla="*/ 2383200 w 4774091"/>
              <a:gd name="connsiteY0" fmla="*/ 0 h 4780652"/>
              <a:gd name="connsiteX1" fmla="*/ 4763395 w 4774091"/>
              <a:gd name="connsiteY1" fmla="*/ 2409958 h 4780652"/>
              <a:gd name="connsiteX2" fmla="*/ 4766400 w 4774091"/>
              <a:gd name="connsiteY2" fmla="*/ 2409958 h 4780652"/>
              <a:gd name="connsiteX3" fmla="*/ 4766400 w 4774091"/>
              <a:gd name="connsiteY3" fmla="*/ 2413001 h 4780652"/>
              <a:gd name="connsiteX4" fmla="*/ 4774091 w 4774091"/>
              <a:gd name="connsiteY4" fmla="*/ 4780653 h 4780652"/>
              <a:gd name="connsiteX5" fmla="*/ 0 w 4774091"/>
              <a:gd name="connsiteY5" fmla="*/ 4373429 h 4780652"/>
              <a:gd name="connsiteX6" fmla="*/ 0 w 4774091"/>
              <a:gd name="connsiteY6" fmla="*/ 2413001 h 4780652"/>
              <a:gd name="connsiteX7" fmla="*/ 0 w 4774091"/>
              <a:gd name="connsiteY7" fmla="*/ 2409958 h 4780652"/>
              <a:gd name="connsiteX8" fmla="*/ 3005 w 4774091"/>
              <a:gd name="connsiteY8" fmla="*/ 2409958 h 4780652"/>
              <a:gd name="connsiteX9" fmla="*/ 2383200 w 4774091"/>
              <a:gd name="connsiteY9" fmla="*/ 0 h 4780652"/>
              <a:gd name="connsiteX0" fmla="*/ 2383200 w 4766558"/>
              <a:gd name="connsiteY0" fmla="*/ 0 h 4373429"/>
              <a:gd name="connsiteX1" fmla="*/ 4763395 w 4766558"/>
              <a:gd name="connsiteY1" fmla="*/ 2409958 h 4373429"/>
              <a:gd name="connsiteX2" fmla="*/ 4766400 w 4766558"/>
              <a:gd name="connsiteY2" fmla="*/ 2409958 h 4373429"/>
              <a:gd name="connsiteX3" fmla="*/ 4766400 w 4766558"/>
              <a:gd name="connsiteY3" fmla="*/ 2413001 h 4373429"/>
              <a:gd name="connsiteX4" fmla="*/ 4742140 w 4766558"/>
              <a:gd name="connsiteY4" fmla="*/ 4372163 h 4373429"/>
              <a:gd name="connsiteX5" fmla="*/ 0 w 4766558"/>
              <a:gd name="connsiteY5" fmla="*/ 4373429 h 4373429"/>
              <a:gd name="connsiteX6" fmla="*/ 0 w 4766558"/>
              <a:gd name="connsiteY6" fmla="*/ 2413001 h 4373429"/>
              <a:gd name="connsiteX7" fmla="*/ 0 w 4766558"/>
              <a:gd name="connsiteY7" fmla="*/ 2409958 h 4373429"/>
              <a:gd name="connsiteX8" fmla="*/ 3005 w 4766558"/>
              <a:gd name="connsiteY8" fmla="*/ 2409958 h 4373429"/>
              <a:gd name="connsiteX9" fmla="*/ 2383200 w 4766558"/>
              <a:gd name="connsiteY9" fmla="*/ 0 h 437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66558" h="4373429">
                <a:moveTo>
                  <a:pt x="2383200" y="0"/>
                </a:moveTo>
                <a:lnTo>
                  <a:pt x="4763395" y="2409958"/>
                </a:lnTo>
                <a:lnTo>
                  <a:pt x="4766400" y="2409958"/>
                </a:lnTo>
                <a:lnTo>
                  <a:pt x="4766400" y="2413001"/>
                </a:lnTo>
                <a:cubicBezTo>
                  <a:pt x="4768964" y="3086814"/>
                  <a:pt x="4739576" y="3698350"/>
                  <a:pt x="4742140" y="4372163"/>
                </a:cubicBezTo>
                <a:lnTo>
                  <a:pt x="0" y="4373429"/>
                </a:lnTo>
                <a:lnTo>
                  <a:pt x="0" y="2413001"/>
                </a:lnTo>
                <a:lnTo>
                  <a:pt x="0" y="2409958"/>
                </a:lnTo>
                <a:lnTo>
                  <a:pt x="3005" y="2409958"/>
                </a:lnTo>
                <a:lnTo>
                  <a:pt x="238320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1" name="Tijdelijke aanduiding voor tekst 6">
            <a:extLst>
              <a:ext uri="{FF2B5EF4-FFF2-40B4-BE49-F238E27FC236}">
                <a16:creationId xmlns:a16="http://schemas.microsoft.com/office/drawing/2014/main" id="{2489BBEB-D49F-CB77-E864-DA84284662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5346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2DF2DE9-7FA0-4846-BC28-A3B4955784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5347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B864A5A-1A64-45E0-81E8-A37AC003484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145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5AB2838-AFE7-47E0-9C49-E47F28B51DB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48218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F2DA8560-3073-4CAE-8F27-582EC73FA9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14745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6122F964-51A8-4122-B4C8-3F5BCA7188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143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B52E7F0E-6B3A-455D-840E-E28EADEA74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48218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54B16E5-1A64-496D-B740-6952BDF7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8200B906-A002-4556-B28C-F7C47715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3ED6B0DD-865B-4275-B592-254AF6D83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86817A-1C14-4846-B877-299704A36E25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B3800C09-6006-46B9-91A5-BB08BB1D8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B3FDB51-C73B-EC39-9E46-19437AE739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10601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cxnSp>
        <p:nvCxnSpPr>
          <p:cNvPr id="20" name="Straight Connector 30">
            <a:extLst>
              <a:ext uri="{FF2B5EF4-FFF2-40B4-BE49-F238E27FC236}">
                <a16:creationId xmlns:a16="http://schemas.microsoft.com/office/drawing/2014/main" id="{11D07798-2351-4D10-952B-97223EB48EA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24FB4479-01AB-4002-BF4D-E1CF71759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32" name="Straight Connector 30">
            <a:extLst>
              <a:ext uri="{FF2B5EF4-FFF2-40B4-BE49-F238E27FC236}">
                <a16:creationId xmlns:a16="http://schemas.microsoft.com/office/drawing/2014/main" id="{60A0BCB0-F0E9-4EFC-BA28-606EE1FBBC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BC2A3973-81A4-464C-9AF9-7A64533F34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0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DCF7D2-4F23-424F-92B9-079978823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A498B05-B75D-4B2E-B4A5-EBF77FC7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F46BD4B8-6A97-4778-9973-0685DBFD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876773C-B8C8-4BDD-A0EC-AFEC2C570C0C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5D9A119C-B8D1-4E76-993A-32B54EF3ACB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53"/>
            <a:ext cx="10945813" cy="1656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8AFB9332-8838-4EC6-B229-86F1FACAD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1A7227-4B09-46BA-B4E5-64D219698F6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5BF748D-5192-4E43-A4D6-5AD0C52B4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0AA0C730-792E-4090-AFCF-318FD5521A4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27" name="Espace réservé du contenu 6">
            <a:extLst>
              <a:ext uri="{FF2B5EF4-FFF2-40B4-BE49-F238E27FC236}">
                <a16:creationId xmlns:a16="http://schemas.microsoft.com/office/drawing/2014/main" id="{70FE0B4F-A2B7-49E0-B86D-B4C6A1BB50A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5792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CAD352CB-8133-4D0B-8718-CC141C42630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34485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  <p:cxnSp>
        <p:nvCxnSpPr>
          <p:cNvPr id="12" name="Straight Connector 23">
            <a:extLst>
              <a:ext uri="{FF2B5EF4-FFF2-40B4-BE49-F238E27FC236}">
                <a16:creationId xmlns:a16="http://schemas.microsoft.com/office/drawing/2014/main" id="{40B1AB75-27AA-4239-BA6D-23DD2021893A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BE61EC01-104C-43E0-886F-590F112FA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4" name="Straight Connector 23">
            <a:extLst>
              <a:ext uri="{FF2B5EF4-FFF2-40B4-BE49-F238E27FC236}">
                <a16:creationId xmlns:a16="http://schemas.microsoft.com/office/drawing/2014/main" id="{9750E5AB-3BF8-4260-86C2-861B030099D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7F2BC7DA-202F-4508-AEC4-281F6F036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41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51538" y="1487959"/>
            <a:ext cx="5897562" cy="4605337"/>
          </a:xfrm>
          <a:prstGeom prst="rect">
            <a:avLst/>
          </a:prstGeom>
          <a:noFill/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5255187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22">
            <a:extLst>
              <a:ext uri="{FF2B5EF4-FFF2-40B4-BE49-F238E27FC236}">
                <a16:creationId xmlns:a16="http://schemas.microsoft.com/office/drawing/2014/main" id="{0DAE992E-338C-451F-BFA9-6A7B42963569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D45E7E1C-171F-4338-9461-AFAEF3479E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22">
            <a:extLst>
              <a:ext uri="{FF2B5EF4-FFF2-40B4-BE49-F238E27FC236}">
                <a16:creationId xmlns:a16="http://schemas.microsoft.com/office/drawing/2014/main" id="{DFB0766E-E2BB-4BB1-8EE4-2590F854778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45BAEBA-A604-440E-9D29-121B589E4B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14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A378793C-D842-472D-ABCC-91FE563C6C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600423" y="1351278"/>
            <a:ext cx="4248472" cy="4647427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DD458C4-3A18-4F7F-9396-DB740CF2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4F8ADA4E-9558-4414-B606-FFCDDECB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2628A07-F0D7-471C-A13C-E725AF7B83B4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65951D5-81BC-4873-AF9A-564FE6C57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46"/>
            <a:ext cx="6767355" cy="50883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E441101A-1F2F-4E6D-8C50-41A8F56D9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FC144E-FF55-462A-AE7C-DFDB1F6EB8F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D8654857-CEA8-4036-ACAA-2FAD88536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114E2500-D26E-4B9B-8AF5-45A38097464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73AA36D-4856-4230-A3D6-A4C652675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8808427A-979F-4872-AE14-D8399360BBE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6276C06-10F3-49F0-93DA-614D01EDC9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57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4962" y="1124749"/>
            <a:ext cx="8929389" cy="4968548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80376" y="1093913"/>
            <a:ext cx="2518883" cy="51191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250000"/>
              </a:lnSpc>
              <a:buNone/>
              <a:defRPr sz="1400">
                <a:highlight>
                  <a:srgbClr val="B2EDA7"/>
                </a:highlight>
              </a:defRPr>
            </a:lvl4pPr>
            <a:lvl5pPr marL="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E847E7FD-EB23-41D1-A94C-0445B9FF4D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6AE94D-8027-40EE-8AFE-67B69744BF06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7E25381-B292-4F2B-95DB-A6E7AFA44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23">
            <a:extLst>
              <a:ext uri="{FF2B5EF4-FFF2-40B4-BE49-F238E27FC236}">
                <a16:creationId xmlns:a16="http://schemas.microsoft.com/office/drawing/2014/main" id="{371E5D51-9E1E-478D-B0F1-CDAFF7151B9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DD7EEB57-8511-4C54-A0C9-052003435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23">
            <a:extLst>
              <a:ext uri="{FF2B5EF4-FFF2-40B4-BE49-F238E27FC236}">
                <a16:creationId xmlns:a16="http://schemas.microsoft.com/office/drawing/2014/main" id="{2AABC19D-87BC-4C1C-9ECD-0A6CA9B6AD9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9FDF502-70A1-48A2-A8E1-BDDE2BC35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436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0069"/>
            <a:ext cx="11512138" cy="1068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350024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2339138"/>
            <a:ext cx="7705725" cy="2700337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55BD0888-C41D-4055-8788-B673699C2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C8D043-4746-4954-8EAC-DFED1B542A1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832B0D9C-0878-4F5F-BE29-E86968EB2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20">
            <a:extLst>
              <a:ext uri="{FF2B5EF4-FFF2-40B4-BE49-F238E27FC236}">
                <a16:creationId xmlns:a16="http://schemas.microsoft.com/office/drawing/2014/main" id="{D65BA573-3126-4958-A434-D2BCB349810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093CD79-4E29-4B39-BCF8-6D6893C06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3" name="Straight Connector 20">
            <a:extLst>
              <a:ext uri="{FF2B5EF4-FFF2-40B4-BE49-F238E27FC236}">
                <a16:creationId xmlns:a16="http://schemas.microsoft.com/office/drawing/2014/main" id="{522C6C9F-FC05-476D-BEDB-DC1DBA982BC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87994458-5C1F-44A3-BAC4-59F9EF67C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3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99B319-6DB2-4249-9EF9-0BE5A49EE51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6550" y="1125538"/>
            <a:ext cx="11512550" cy="4895850"/>
          </a:xfrm>
          <a:prstGeom prst="rect">
            <a:avLst/>
          </a:prstGeom>
        </p:spPr>
        <p:txBody>
          <a:bodyPr lIns="180000" tIns="18000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cxnSp>
        <p:nvCxnSpPr>
          <p:cNvPr id="8" name="Straight Connector 18">
            <a:extLst>
              <a:ext uri="{FF2B5EF4-FFF2-40B4-BE49-F238E27FC236}">
                <a16:creationId xmlns:a16="http://schemas.microsoft.com/office/drawing/2014/main" id="{A1E16EFD-1148-4611-A133-8B847FADD6DA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F26BC2A2-2288-420A-975E-759336687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A21E1D63-777D-4EFB-9F69-08567052704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EF748C8E-1306-439B-A5C4-83DD437A6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45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2CD231C-7E53-FC3E-217B-6B9C2D2717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7883174-CC0C-CABC-9D25-A0EDDA8FED5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BD3D19C5-4CA4-4AFB-8C20-87B3AC9A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F240F743-4EB4-4F8F-B7B6-404DBB6D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A99BF60-2013-4B78-8E6A-A10209EE9CF6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509F77A4-5507-4238-95ED-84105824AD0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71308"/>
            <a:ext cx="10945813" cy="2249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17883BCD-0606-404A-AE7C-475FE31A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26ED86-60DF-4424-932B-C3F9A1C0881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5EFBE8A7-9496-40E8-9DA9-215A49647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40245D57-27CD-4679-818F-9ABDAF7D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cxnSp>
        <p:nvCxnSpPr>
          <p:cNvPr id="12" name="Straight Connector 22">
            <a:extLst>
              <a:ext uri="{FF2B5EF4-FFF2-40B4-BE49-F238E27FC236}">
                <a16:creationId xmlns:a16="http://schemas.microsoft.com/office/drawing/2014/main" id="{E31817C6-8341-4123-B4CD-7EC9FCFC6AC7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EDE75050-3CBB-4039-92BE-BE211AF6C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81E0405E-8D85-4C22-8688-856E1703B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cxnSp>
        <p:nvCxnSpPr>
          <p:cNvPr id="15" name="Straight Connector 22">
            <a:extLst>
              <a:ext uri="{FF2B5EF4-FFF2-40B4-BE49-F238E27FC236}">
                <a16:creationId xmlns:a16="http://schemas.microsoft.com/office/drawing/2014/main" id="{B66A4E9E-1E74-4D60-A585-E474171D412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E2EED5C8-5E4D-4448-B9B3-A4DF43DB7B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21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231904" y="1341439"/>
            <a:ext cx="6626721" cy="46355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606AF20-9DEB-4F9F-A475-AC03A36C39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235" y="1341439"/>
            <a:ext cx="3888581" cy="463525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E9F2EB19-D992-4F46-A7B6-5FFE44F3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7" name="Date Placeholder 2">
            <a:extLst>
              <a:ext uri="{FF2B5EF4-FFF2-40B4-BE49-F238E27FC236}">
                <a16:creationId xmlns:a16="http://schemas.microsoft.com/office/drawing/2014/main" id="{62898395-5562-4577-892A-DED8B4CB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A720FBA-0993-452C-BA0D-B29829E4DFF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6B8BE8CC-3A2A-4418-B713-7BA0508D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CC7704-3E52-45A5-865D-0C5C6DA3272A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A6833364-511F-446C-96C9-23356AA53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1D8E1259-5DF7-4524-A74A-C6CC8149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cxnSp>
        <p:nvCxnSpPr>
          <p:cNvPr id="11" name="Straight Connector 23">
            <a:extLst>
              <a:ext uri="{FF2B5EF4-FFF2-40B4-BE49-F238E27FC236}">
                <a16:creationId xmlns:a16="http://schemas.microsoft.com/office/drawing/2014/main" id="{0B652F19-4111-4EF0-8349-EA14BB307C1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4BEE86C-A0B1-4353-A981-0184B0AF8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A4F9D703-E6AA-4C55-9ED3-5A8D7D3C9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cxnSp>
        <p:nvCxnSpPr>
          <p:cNvPr id="14" name="Straight Connector 23">
            <a:extLst>
              <a:ext uri="{FF2B5EF4-FFF2-40B4-BE49-F238E27FC236}">
                <a16:creationId xmlns:a16="http://schemas.microsoft.com/office/drawing/2014/main" id="{5849DEE2-3AA7-410A-B63B-ED9A2CDF16A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A406F5E9-FCD7-4FF1-B6BF-F7C2D3FCD2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58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4687156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graphicFrame>
        <p:nvGraphicFramePr>
          <p:cNvPr id="11" name="Table 32">
            <a:extLst>
              <a:ext uri="{FF2B5EF4-FFF2-40B4-BE49-F238E27FC236}">
                <a16:creationId xmlns:a16="http://schemas.microsoft.com/office/drawing/2014/main" id="{5C702B8D-81B6-4D90-B1BD-9F8519DB69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752486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05E27E46-2D83-4F0A-9838-76DF303DADB6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4FE7064-1C81-4EEB-9843-2BFCC6C1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graphicFrame>
        <p:nvGraphicFramePr>
          <p:cNvPr id="14" name="Table 32">
            <a:extLst>
              <a:ext uri="{FF2B5EF4-FFF2-40B4-BE49-F238E27FC236}">
                <a16:creationId xmlns:a16="http://schemas.microsoft.com/office/drawing/2014/main" id="{D153D691-CA8C-43C6-ABD3-905765D4124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99766754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D78C3DC1-FB0F-4B25-BC39-DC778B51D0E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17AA4381-3465-4A7E-AE5C-DE2B9B1DA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81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36B8667-2240-41AA-B3D1-E8D5B84C6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9ECAD8B-6872-4109-BAB6-D61204A8C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60096" y="1003026"/>
            <a:ext cx="3960440" cy="485194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C0791AA-D671-4496-B114-67EBD99A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3687440B-C9C6-4DC2-AE13-75F91714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1C7B704-6277-4566-9E7B-CC823712289A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23">
            <a:extLst>
              <a:ext uri="{FF2B5EF4-FFF2-40B4-BE49-F238E27FC236}">
                <a16:creationId xmlns:a16="http://schemas.microsoft.com/office/drawing/2014/main" id="{FA111444-81F8-45AC-98C6-393471EE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  <p:pic>
        <p:nvPicPr>
          <p:cNvPr id="7" name="Picture 23">
            <a:extLst>
              <a:ext uri="{FF2B5EF4-FFF2-40B4-BE49-F238E27FC236}">
                <a16:creationId xmlns:a16="http://schemas.microsoft.com/office/drawing/2014/main" id="{86494BBD-1C68-4C6C-B916-9E16DDC1D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939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7A6B97D8-20BB-42C9-91BF-39AF88C02B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162CA2-A044-432C-82BA-84906CBEB5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3784" y="2925256"/>
            <a:ext cx="3312368" cy="2183975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6D45D6-8205-4C94-8416-73C4EA08B4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3784" y="2372927"/>
            <a:ext cx="2736304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5C98080-C8C9-4213-A9DE-FEB42F6B5C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962" y="1370391"/>
            <a:ext cx="11513932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87889" y="2107866"/>
            <a:ext cx="5524656" cy="3434182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564C2A2C-2556-442A-8B1E-73BFC28F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3A9E7B52-A027-4AD2-A5B4-68CB9496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63396B5-C0E0-401A-A73E-AEED12937E07}" type="datetime1">
              <a:rPr lang="fr-FR" smtClean="0"/>
              <a:t>11/08/2026</a:t>
            </a:fld>
            <a:endParaRPr lang="en-US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2E02F4A5-9F7C-40B8-AE80-8A7C252FE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A3A3B1-0492-4DE4-9E77-C7630C6F11D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CD9F642-86C4-40B8-BB50-827F8118C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654978DC-F7A4-49D2-B5E9-274F1A58B57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75C110DE-D85C-4615-B8CA-31B1B155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cxnSp>
        <p:nvCxnSpPr>
          <p:cNvPr id="15" name="Straight Connector 26">
            <a:extLst>
              <a:ext uri="{FF2B5EF4-FFF2-40B4-BE49-F238E27FC236}">
                <a16:creationId xmlns:a16="http://schemas.microsoft.com/office/drawing/2014/main" id="{41708ECF-F4D7-40D0-BCFF-58DD4C3F6376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32C78A60-6210-4B18-B2BB-A40C15F82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7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BEDE0C88-DFE9-4E1F-A42B-D73C943590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ACBB7F4B-C430-4039-B317-D9CB555B65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45455324-A23A-4FFD-A49F-A2F17466447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28E96A2F-76B0-4465-84DE-BBF26E1F87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3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7">
            <a:extLst>
              <a:ext uri="{FF2B5EF4-FFF2-40B4-BE49-F238E27FC236}">
                <a16:creationId xmlns:a16="http://schemas.microsoft.com/office/drawing/2014/main" id="{03A1FFB4-280F-4F01-BA94-B0ECBE3651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sp>
        <p:nvSpPr>
          <p:cNvPr id="24" name="Espace réservé pour une image  6">
            <a:extLst>
              <a:ext uri="{FF2B5EF4-FFF2-40B4-BE49-F238E27FC236}">
                <a16:creationId xmlns:a16="http://schemas.microsoft.com/office/drawing/2014/main" id="{2149025D-75C1-4FAB-8A8E-EADD255C03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00257" y="1459130"/>
            <a:ext cx="2160240" cy="4703329"/>
          </a:xfrm>
          <a:custGeom>
            <a:avLst/>
            <a:gdLst>
              <a:gd name="connsiteX0" fmla="*/ 274308 w 2383631"/>
              <a:gd name="connsiteY0" fmla="*/ 0 h 5155406"/>
              <a:gd name="connsiteX1" fmla="*/ 496713 w 2383631"/>
              <a:gd name="connsiteY1" fmla="*/ 0 h 5155406"/>
              <a:gd name="connsiteX2" fmla="*/ 552448 w 2383631"/>
              <a:gd name="connsiteY2" fmla="*/ 55735 h 5155406"/>
              <a:gd name="connsiteX3" fmla="*/ 552162 w 2383631"/>
              <a:gd name="connsiteY3" fmla="*/ 57150 h 5155406"/>
              <a:gd name="connsiteX4" fmla="*/ 552448 w 2383631"/>
              <a:gd name="connsiteY4" fmla="*/ 57150 h 5155406"/>
              <a:gd name="connsiteX5" fmla="*/ 552448 w 2383631"/>
              <a:gd name="connsiteY5" fmla="*/ 55735 h 5155406"/>
              <a:gd name="connsiteX6" fmla="*/ 552448 w 2383631"/>
              <a:gd name="connsiteY6" fmla="*/ 0 h 5155406"/>
              <a:gd name="connsiteX7" fmla="*/ 552450 w 2383631"/>
              <a:gd name="connsiteY7" fmla="*/ 0 h 5155406"/>
              <a:gd name="connsiteX8" fmla="*/ 552450 w 2383631"/>
              <a:gd name="connsiteY8" fmla="*/ 54766 h 5155406"/>
              <a:gd name="connsiteX9" fmla="*/ 697709 w 2383631"/>
              <a:gd name="connsiteY9" fmla="*/ 200025 h 5155406"/>
              <a:gd name="connsiteX10" fmla="*/ 1690307 w 2383631"/>
              <a:gd name="connsiteY10" fmla="*/ 200025 h 5155406"/>
              <a:gd name="connsiteX11" fmla="*/ 1835566 w 2383631"/>
              <a:gd name="connsiteY11" fmla="*/ 54766 h 5155406"/>
              <a:gd name="connsiteX12" fmla="*/ 1835566 w 2383631"/>
              <a:gd name="connsiteY12" fmla="*/ 55735 h 5155406"/>
              <a:gd name="connsiteX13" fmla="*/ 1835566 w 2383631"/>
              <a:gd name="connsiteY13" fmla="*/ 57150 h 5155406"/>
              <a:gd name="connsiteX14" fmla="*/ 1835851 w 2383631"/>
              <a:gd name="connsiteY14" fmla="*/ 57150 h 5155406"/>
              <a:gd name="connsiteX15" fmla="*/ 1835566 w 2383631"/>
              <a:gd name="connsiteY15" fmla="*/ 55735 h 5155406"/>
              <a:gd name="connsiteX16" fmla="*/ 1891301 w 2383631"/>
              <a:gd name="connsiteY16" fmla="*/ 0 h 5155406"/>
              <a:gd name="connsiteX17" fmla="*/ 2109323 w 2383631"/>
              <a:gd name="connsiteY17" fmla="*/ 0 h 5155406"/>
              <a:gd name="connsiteX18" fmla="*/ 2383631 w 2383631"/>
              <a:gd name="connsiteY18" fmla="*/ 274308 h 5155406"/>
              <a:gd name="connsiteX19" fmla="*/ 2383631 w 2383631"/>
              <a:gd name="connsiteY19" fmla="*/ 4881098 h 5155406"/>
              <a:gd name="connsiteX20" fmla="*/ 2109323 w 2383631"/>
              <a:gd name="connsiteY20" fmla="*/ 5155406 h 5155406"/>
              <a:gd name="connsiteX21" fmla="*/ 274308 w 2383631"/>
              <a:gd name="connsiteY21" fmla="*/ 5155406 h 5155406"/>
              <a:gd name="connsiteX22" fmla="*/ 0 w 2383631"/>
              <a:gd name="connsiteY22" fmla="*/ 4881098 h 5155406"/>
              <a:gd name="connsiteX23" fmla="*/ 0 w 2383631"/>
              <a:gd name="connsiteY23" fmla="*/ 274308 h 5155406"/>
              <a:gd name="connsiteX24" fmla="*/ 274308 w 2383631"/>
              <a:gd name="connsiteY24" fmla="*/ 0 h 5155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83631" h="5155406">
                <a:moveTo>
                  <a:pt x="274308" y="0"/>
                </a:moveTo>
                <a:lnTo>
                  <a:pt x="496713" y="0"/>
                </a:lnTo>
                <a:cubicBezTo>
                  <a:pt x="527494" y="0"/>
                  <a:pt x="552448" y="24953"/>
                  <a:pt x="552448" y="55735"/>
                </a:cubicBezTo>
                <a:lnTo>
                  <a:pt x="552162" y="57150"/>
                </a:lnTo>
                <a:lnTo>
                  <a:pt x="552448" y="57150"/>
                </a:lnTo>
                <a:lnTo>
                  <a:pt x="552448" y="55735"/>
                </a:lnTo>
                <a:lnTo>
                  <a:pt x="552448" y="0"/>
                </a:lnTo>
                <a:lnTo>
                  <a:pt x="552450" y="0"/>
                </a:lnTo>
                <a:lnTo>
                  <a:pt x="552450" y="54766"/>
                </a:lnTo>
                <a:cubicBezTo>
                  <a:pt x="552450" y="134990"/>
                  <a:pt x="617485" y="200025"/>
                  <a:pt x="697709" y="200025"/>
                </a:cubicBezTo>
                <a:lnTo>
                  <a:pt x="1690307" y="200025"/>
                </a:lnTo>
                <a:cubicBezTo>
                  <a:pt x="1770531" y="200025"/>
                  <a:pt x="1835566" y="134990"/>
                  <a:pt x="1835566" y="54766"/>
                </a:cubicBezTo>
                <a:lnTo>
                  <a:pt x="1835566" y="55735"/>
                </a:lnTo>
                <a:lnTo>
                  <a:pt x="1835566" y="57150"/>
                </a:lnTo>
                <a:lnTo>
                  <a:pt x="1835851" y="57150"/>
                </a:lnTo>
                <a:lnTo>
                  <a:pt x="1835566" y="55735"/>
                </a:lnTo>
                <a:cubicBezTo>
                  <a:pt x="1835566" y="24953"/>
                  <a:pt x="1860519" y="0"/>
                  <a:pt x="1891301" y="0"/>
                </a:cubicBezTo>
                <a:lnTo>
                  <a:pt x="2109323" y="0"/>
                </a:lnTo>
                <a:cubicBezTo>
                  <a:pt x="2260819" y="0"/>
                  <a:pt x="2383631" y="122812"/>
                  <a:pt x="2383631" y="274308"/>
                </a:cubicBezTo>
                <a:lnTo>
                  <a:pt x="2383631" y="4881098"/>
                </a:lnTo>
                <a:cubicBezTo>
                  <a:pt x="2383631" y="5032594"/>
                  <a:pt x="2260819" y="5155406"/>
                  <a:pt x="2109323" y="5155406"/>
                </a:cubicBezTo>
                <a:lnTo>
                  <a:pt x="274308" y="5155406"/>
                </a:lnTo>
                <a:cubicBezTo>
                  <a:pt x="122812" y="5155406"/>
                  <a:pt x="0" y="5032594"/>
                  <a:pt x="0" y="4881098"/>
                </a:cubicBezTo>
                <a:lnTo>
                  <a:pt x="0" y="274308"/>
                </a:lnTo>
                <a:cubicBezTo>
                  <a:pt x="0" y="122812"/>
                  <a:pt x="122812" y="0"/>
                  <a:pt x="274308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AB445C5-8E6F-4510-8735-5A5F7142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0F97DEDE-5EF2-4F76-AAE2-0AEA82B4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1AF09C8-B8C9-4319-B42A-ABCBE6C76F5D}" type="datetime1">
              <a:rPr lang="fr-FR" smtClean="0"/>
              <a:t>11/08/2026</a:t>
            </a:fld>
            <a:endParaRPr lang="en-US"/>
          </a:p>
        </p:txBody>
      </p:sp>
      <p:sp>
        <p:nvSpPr>
          <p:cNvPr id="25" name="Espace réservé du contenu 6">
            <a:extLst>
              <a:ext uri="{FF2B5EF4-FFF2-40B4-BE49-F238E27FC236}">
                <a16:creationId xmlns:a16="http://schemas.microsoft.com/office/drawing/2014/main" id="{1426606B-A2A9-4F52-A426-7A7BC68890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7271411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974B5DDE-E39D-442D-B518-0A95FAB82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FB3A4-5290-47AE-80CC-41B088283968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8F0FCDF2-E4B8-4FF8-951F-333F195AE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0" name="Image 7">
            <a:extLst>
              <a:ext uri="{FF2B5EF4-FFF2-40B4-BE49-F238E27FC236}">
                <a16:creationId xmlns:a16="http://schemas.microsoft.com/office/drawing/2014/main" id="{D60CEF7E-4094-4038-B491-69476BD980E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B244F53E-5C2B-4EA5-AD53-78856A03C3E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CFBC3F93-AE99-44B7-A6B0-31564359F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Image 7">
            <a:extLst>
              <a:ext uri="{FF2B5EF4-FFF2-40B4-BE49-F238E27FC236}">
                <a16:creationId xmlns:a16="http://schemas.microsoft.com/office/drawing/2014/main" id="{595016C7-9E73-4F0E-B28D-B54AB1076F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cxnSp>
        <p:nvCxnSpPr>
          <p:cNvPr id="14" name="Straight Connector 25">
            <a:extLst>
              <a:ext uri="{FF2B5EF4-FFF2-40B4-BE49-F238E27FC236}">
                <a16:creationId xmlns:a16="http://schemas.microsoft.com/office/drawing/2014/main" id="{DABDB1EC-63E6-44D4-9F47-143CCFF689B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87FB9FEF-50E4-469F-BC95-B55C787149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82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456363" y="1124747"/>
            <a:ext cx="5392737" cy="4939504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grafiek wilt toevoegen</a:t>
            </a:r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918"/>
            <a:ext cx="5759243" cy="50951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43FD81A3-6C64-4A12-994F-DE8BF2858214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3357B02E-A5FC-465B-BE33-30A09DBFB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78D3DDCD-42FD-4E4A-AC35-D752EDBEF29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DD407AE-FD60-4BF5-83CA-4E426E27BA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8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336757" y="1220999"/>
            <a:ext cx="5759243" cy="3168348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grafiek wilt toevoegen</a:t>
            </a:r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4533363"/>
            <a:ext cx="5759243" cy="15599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AEBA425F-E483-4CF4-DCFF-567159453D5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336360" y="1556793"/>
            <a:ext cx="2232248" cy="1944215"/>
          </a:xfrm>
          <a:prstGeom prst="rect">
            <a:avLst/>
          </a:prstGeom>
        </p:spPr>
        <p:txBody>
          <a:bodyPr tIns="360000"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1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1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1BD8DA07-CA01-4289-8825-67302385F99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C8297F81-8461-4907-8349-68DECDE6A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2" name="Straight Connector 18">
            <a:extLst>
              <a:ext uri="{FF2B5EF4-FFF2-40B4-BE49-F238E27FC236}">
                <a16:creationId xmlns:a16="http://schemas.microsoft.com/office/drawing/2014/main" id="{94FF1820-5CEF-443F-A9E1-553CD18D3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72C914BE-7CF9-471B-A039-09228DC3E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63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Connecteur droit avec flèche 19">
            <a:extLst>
              <a:ext uri="{FF2B5EF4-FFF2-40B4-BE49-F238E27FC236}">
                <a16:creationId xmlns:a16="http://schemas.microsoft.com/office/drawing/2014/main" id="{82157D0B-5B43-4499-B811-FC97F94CC5B3}"/>
              </a:ext>
            </a:extLst>
          </p:cNvPr>
          <p:cNvCxnSpPr>
            <a:cxnSpLocks/>
          </p:cNvCxnSpPr>
          <p:nvPr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5BAA6DF2-6BF1-44D2-A7A2-4E832E7F35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3541" y="2957868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D273E6C-5B43-47A1-AB8A-A2455EA3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2094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85A9C4E4-9C76-46EA-A104-6A52B8A2A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0647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F45A75B0-EDC2-4FD4-8027-3C0679164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9200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1EB615D0-8561-40D1-A9FF-DB0B9BB024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7753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6C61FD5F-4FF2-4CCF-8216-A276AD21D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16306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C7E7B9E7-1191-45B9-9409-E9FAAA1B7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4859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8DC8E8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1B8BFFF6-FB1C-4DCF-9551-4DC6B11669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33415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E6ADBE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16A49026-9DDC-4DEC-9349-93D1C08BDF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023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A99BAA1A-E09C-4363-AA56-912797FB92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18454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CF7CD207-D6C9-4F3B-8E35-0A29272125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35560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D4CC00DC-4570-4C16-A178-BFBDE56AE4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6408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885ABC25-DCA1-476F-B9DE-8CD54A70E9D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09901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AE26B1A6-6780-4059-BA90-AF69B771FC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803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F67A492-5383-4C80-B06A-4451DB1346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44113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51B5A691-1DDD-4108-AD2C-7149CE8B851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0795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cxnSp>
        <p:nvCxnSpPr>
          <p:cNvPr id="26" name="Straight Connector 22">
            <a:extLst>
              <a:ext uri="{FF2B5EF4-FFF2-40B4-BE49-F238E27FC236}">
                <a16:creationId xmlns:a16="http://schemas.microsoft.com/office/drawing/2014/main" id="{A14CE590-7CF0-4DC5-8CFE-8B5E6D87D50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7BD3451F-B457-4D9F-A524-A192EB53D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28" name="Connecteur droit avec flèche 19">
            <a:extLst>
              <a:ext uri="{FF2B5EF4-FFF2-40B4-BE49-F238E27FC236}">
                <a16:creationId xmlns:a16="http://schemas.microsoft.com/office/drawing/2014/main" id="{426B382C-5681-4CE1-A35D-11CE8CAC817D}"/>
              </a:ext>
            </a:extLst>
          </p:cNvPr>
          <p:cNvCxnSpPr>
            <a:cxnSpLocks/>
          </p:cNvCxnSpPr>
          <p:nvPr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BD217DF9-2142-434D-9D0A-9D5E21F8066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C0AE8CB3-2492-444F-8D4E-656B8C5B06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32" name="Connecteur droit avec flèche 19">
            <a:extLst>
              <a:ext uri="{FF2B5EF4-FFF2-40B4-BE49-F238E27FC236}">
                <a16:creationId xmlns:a16="http://schemas.microsoft.com/office/drawing/2014/main" id="{9B7A39BC-4247-46F3-818B-42DB93384B90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6623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0814652-4E64-BB4E-4C15-1630519B5CF6}"/>
              </a:ext>
            </a:extLst>
          </p:cNvPr>
          <p:cNvGrpSpPr/>
          <p:nvPr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8E78E-6E08-1993-B94C-1346633B0E98}"/>
                </a:ext>
              </a:extLst>
            </p:cNvPr>
            <p:cNvSpPr txBox="1"/>
            <p:nvPr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F9AC48-87F1-85CE-2EB6-91E863A35687}"/>
                </a:ext>
              </a:extLst>
            </p:cNvPr>
            <p:cNvSpPr txBox="1"/>
            <p:nvPr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55864" y="1052736"/>
            <a:ext cx="11502761" cy="5101546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16757FF-58A1-48FC-9430-00C1FF4A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9D750953-D239-4F53-960F-BFB41CB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DCF8A-FD77-41B6-A17C-740D06CEA781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748BCF6B-A6F6-47F4-BEEC-36E35EF0A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FE0BAD-61A9-47B9-BB0D-B65F8F1CF02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69792E35-ED0B-4E00-BDFF-52D0A18A3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grpSp>
        <p:nvGrpSpPr>
          <p:cNvPr id="11" name="Group 15">
            <a:extLst>
              <a:ext uri="{FF2B5EF4-FFF2-40B4-BE49-F238E27FC236}">
                <a16:creationId xmlns:a16="http://schemas.microsoft.com/office/drawing/2014/main" id="{08F5F0AF-F0BC-4CEC-9185-776DBD49F529}"/>
              </a:ext>
            </a:extLst>
          </p:cNvPr>
          <p:cNvGrpSpPr/>
          <p:nvPr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E30A03D8-AE25-4AE0-9A9A-1660192B9D28}"/>
                </a:ext>
              </a:extLst>
            </p:cNvPr>
            <p:cNvSpPr txBox="1"/>
            <p:nvPr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B7663167-836A-4CE4-9B82-61BD9539AF44}"/>
                </a:ext>
              </a:extLst>
            </p:cNvPr>
            <p:cNvSpPr txBox="1"/>
            <p:nvPr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cxnSp>
        <p:nvCxnSpPr>
          <p:cNvPr id="17" name="Straight Connector 20">
            <a:extLst>
              <a:ext uri="{FF2B5EF4-FFF2-40B4-BE49-F238E27FC236}">
                <a16:creationId xmlns:a16="http://schemas.microsoft.com/office/drawing/2014/main" id="{91E959A8-8498-43C3-8185-86E9F0A194F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7484A411-E77D-4C08-8537-D345079BA9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grpSp>
        <p:nvGrpSpPr>
          <p:cNvPr id="24" name="Group 15">
            <a:extLst>
              <a:ext uri="{FF2B5EF4-FFF2-40B4-BE49-F238E27FC236}">
                <a16:creationId xmlns:a16="http://schemas.microsoft.com/office/drawing/2014/main" id="{A94EB00D-AE70-49CC-A65A-DADBC2BD2697}"/>
              </a:ext>
            </a:extLst>
          </p:cNvPr>
          <p:cNvGrpSpPr/>
          <p:nvPr userDrawn="1"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0EAB1EA5-DBFE-4BF4-9E95-326A92C18F48}"/>
                </a:ext>
              </a:extLst>
            </p:cNvPr>
            <p:cNvSpPr txBox="1"/>
            <p:nvPr userDrawn="1"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8ADA3C15-99FB-4FFC-B731-E3F8A2A1EC1D}"/>
                </a:ext>
              </a:extLst>
            </p:cNvPr>
            <p:cNvSpPr txBox="1"/>
            <p:nvPr userDrawn="1"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cxnSp>
        <p:nvCxnSpPr>
          <p:cNvPr id="27" name="Straight Connector 20">
            <a:extLst>
              <a:ext uri="{FF2B5EF4-FFF2-40B4-BE49-F238E27FC236}">
                <a16:creationId xmlns:a16="http://schemas.microsoft.com/office/drawing/2014/main" id="{7683B55B-7925-4977-8ED1-A40A4ADCFE56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467A3E0F-8BE1-471D-9DFB-DF2009E0BB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10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0104C34-5A7E-4B6D-BBCA-13B481B383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888088" y="1555529"/>
            <a:ext cx="4422767" cy="4247423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E69296D-3905-4CE6-9A55-02EE72A5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FA733F98-84BC-4DC7-80B4-DF3E70E2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4D693B8-F3FD-4AA0-BB78-88A56E05B336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Titel 14">
            <a:extLst>
              <a:ext uri="{FF2B5EF4-FFF2-40B4-BE49-F238E27FC236}">
                <a16:creationId xmlns:a16="http://schemas.microsoft.com/office/drawing/2014/main" id="{21E81E08-3054-4082-AB23-A0374AC24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048055-C1CC-4F50-8EAC-426A79B0A4B9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2A1329B-ABCE-47BE-9BFD-76DB0A66A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F9B88322-A091-42F4-BAA2-313065EB3BDC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6C439BAB-6530-435B-9F8B-D0ECE5AACE8E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25">
            <a:extLst>
              <a:ext uri="{FF2B5EF4-FFF2-40B4-BE49-F238E27FC236}">
                <a16:creationId xmlns:a16="http://schemas.microsoft.com/office/drawing/2014/main" id="{070F6063-39F2-46B4-B0D7-51ECA21B97C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59D48B0D-3C3B-42D3-9D4D-A492C03B2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38F5474F-2B81-49EE-BBAF-E7A84E3D0766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144C63F2-2055-4D6F-A350-2BF185ACE81C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Connector 25">
            <a:extLst>
              <a:ext uri="{FF2B5EF4-FFF2-40B4-BE49-F238E27FC236}">
                <a16:creationId xmlns:a16="http://schemas.microsoft.com/office/drawing/2014/main" id="{23A182B9-D96A-47BB-A42C-82A12EA79EC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55B029F5-FBD9-492D-9A8B-D5961C708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86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99665FB2-EC47-49E4-A249-21A1F62F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3818A388-D90C-4FAB-BD74-27AF1E87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BA961B0-4255-4892-B4D6-ECE2BB7EB469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E5A9C3B-BBB6-473D-9D32-4B7E3067766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76120" y="1527400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A400BF6B-DE11-4894-8F8B-C43733E04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C5CB43-66B2-45AA-A1C4-F1D077B69C4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03F45113-86BC-45EE-BF29-7E13F9156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BD9DEB04-2A38-4817-B759-157A681F3115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6DFB83EB-A91E-4FAB-81C0-7FD8C5291E9A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AF443DF9-0EBC-4100-8D55-6AC225C6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cxnSp>
        <p:nvCxnSpPr>
          <p:cNvPr id="17" name="Straight Connector 24">
            <a:extLst>
              <a:ext uri="{FF2B5EF4-FFF2-40B4-BE49-F238E27FC236}">
                <a16:creationId xmlns:a16="http://schemas.microsoft.com/office/drawing/2014/main" id="{315E149F-AADE-4699-BCC6-E222F5388E24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86A22DFF-F195-4AC8-B2D0-7702D1189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2" name="Rectangle 11">
            <a:extLst>
              <a:ext uri="{FF2B5EF4-FFF2-40B4-BE49-F238E27FC236}">
                <a16:creationId xmlns:a16="http://schemas.microsoft.com/office/drawing/2014/main" id="{814B6D91-DDED-4C0D-A03D-C7F49120842E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FE10EEE7-36E8-456D-A3D0-3DD975B88C18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Picture 5">
            <a:extLst>
              <a:ext uri="{FF2B5EF4-FFF2-40B4-BE49-F238E27FC236}">
                <a16:creationId xmlns:a16="http://schemas.microsoft.com/office/drawing/2014/main" id="{3856A773-45C7-4B32-BD42-E96143FA02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cxnSp>
        <p:nvCxnSpPr>
          <p:cNvPr id="29" name="Straight Connector 24">
            <a:extLst>
              <a:ext uri="{FF2B5EF4-FFF2-40B4-BE49-F238E27FC236}">
                <a16:creationId xmlns:a16="http://schemas.microsoft.com/office/drawing/2014/main" id="{1E2200D0-774D-446B-9DE1-840F45F2F86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153E4DCD-D27E-4C3E-8C5C-BB024B6438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245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-you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6157D6E6-799B-45B6-9377-40659CA3AB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393F4E0B-0539-4B57-A2E0-7F5AD4D292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163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5956624E-3989-1F2F-6744-AF96ED6434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0527" y="10916392"/>
            <a:ext cx="2886182" cy="2643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B2EDA7"/>
                </a:solidFill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CF3748E-BAEB-FA0D-EA71-EF50D45B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EE67C9C5-F182-417E-BB2D-80CFBF0A1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DFA51DF-D332-4C07-8F44-CBCF86C067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430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-title-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F4053492-0D4F-4EFB-8114-5EFEE914F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7" name="Graphique 3">
            <a:extLst>
              <a:ext uri="{FF2B5EF4-FFF2-40B4-BE49-F238E27FC236}">
                <a16:creationId xmlns:a16="http://schemas.microsoft.com/office/drawing/2014/main" id="{53BF48E3-EAB0-4DFE-987B-1EF03295B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185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1CE2FAB5-97DB-4F66-BC4D-77010E146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A0F2786B-D839-4633-80F8-E0499B6CD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151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BLOSS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F3D14EEE-549C-4062-B51C-95D3CA7C7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D470F757-3EA5-4CBE-90E9-E464E7D124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56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>
            <a:extLst>
              <a:ext uri="{FF2B5EF4-FFF2-40B4-BE49-F238E27FC236}">
                <a16:creationId xmlns:a16="http://schemas.microsoft.com/office/drawing/2014/main" id="{23649652-109F-30B3-D03C-F3D91739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CD11E3A0-E6F7-41A7-8A96-65978088B8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6488DC4D-DFA4-4D54-956F-13A65D78554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8C0B706A-4DEF-4BFD-9326-BB3B9ED25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2" name="Picture 16">
            <a:extLst>
              <a:ext uri="{FF2B5EF4-FFF2-40B4-BE49-F238E27FC236}">
                <a16:creationId xmlns:a16="http://schemas.microsoft.com/office/drawing/2014/main" id="{33F9B114-C4F7-44B1-9996-5EFCFBEB00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cxnSp>
        <p:nvCxnSpPr>
          <p:cNvPr id="13" name="Straight Connector 23">
            <a:extLst>
              <a:ext uri="{FF2B5EF4-FFF2-40B4-BE49-F238E27FC236}">
                <a16:creationId xmlns:a16="http://schemas.microsoft.com/office/drawing/2014/main" id="{B247B671-8970-4B16-8FF4-CB26CB1F11A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5261FB15-96B2-4FD6-8EED-E97021A46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629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TABLE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bg2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611D72B-3CAA-4D2B-B5B9-D6EE12CEC4E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86EE60F-8BEF-4717-BDBB-9DC82B0FD99D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56FE840B-8B38-42D5-9A6B-BE218E0B8143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D8247F80-28FD-480B-AF6A-81B5A4D3B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2C041DFA-3F84-49E4-BC31-AC2D711014CB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C64F327-9BE0-464A-A35A-6DF733484194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Straight Connector 4">
            <a:extLst>
              <a:ext uri="{FF2B5EF4-FFF2-40B4-BE49-F238E27FC236}">
                <a16:creationId xmlns:a16="http://schemas.microsoft.com/office/drawing/2014/main" id="{7FE319DD-8790-441D-A674-ADBAE56A95E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841DEF92-3F73-4AD9-B0B6-AB317EE21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960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SU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FFB0D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rgbClr val="FFB0D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id="{3B2E6603-80D9-0573-5187-BF5A75DA9A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rgbClr val="FFB0D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rgbClr val="FFB0D6"/>
                </a:solidFill>
              </a:defRPr>
            </a:lvl2pPr>
            <a:lvl3pPr marL="0" indent="0">
              <a:buNone/>
              <a:defRPr>
                <a:solidFill>
                  <a:srgbClr val="FFB0D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rgbClr val="FFB0D6"/>
                </a:solidFill>
              </a:defRPr>
            </a:lvl5pPr>
            <a:lvl6pPr marL="0" indent="0">
              <a:buNone/>
              <a:defRPr sz="1400" b="1">
                <a:solidFill>
                  <a:srgbClr val="FFB0D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rgbClr val="FFB0D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75040CC-10BC-4A42-A776-875E42A887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053EB491-DC19-4E8B-9DF5-3B85078C49DA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F73BFBB3-CB24-4D11-A392-D93B9318C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2F7F9502-781D-43F0-9523-EAC20EB99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D5E7A829-7FA4-4A87-B7F0-03D69E0741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15989BAF-F1D3-4A38-89C7-033A5C55C8C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21541F26-D575-476B-8121-24561FC0E2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0" name="Picture 14">
            <a:extLst>
              <a:ext uri="{FF2B5EF4-FFF2-40B4-BE49-F238E27FC236}">
                <a16:creationId xmlns:a16="http://schemas.microsoft.com/office/drawing/2014/main" id="{D768CCC0-B066-4181-B8A0-8ED6E05ED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53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BLOSS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rgbClr val="FFB0D6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2"/>
                </a:solidFill>
              </a:defRPr>
            </a:lvl5pPr>
            <a:lvl6pPr marL="0" indent="0">
              <a:buNone/>
              <a:defRPr sz="1400" b="1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1CB6FD-5F28-4120-901B-82C36DA0B4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C395598-F77F-402E-84EF-77964FD7FF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9CC7B3E9-D855-48FF-B4DD-33534A590C8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EECF47C-617B-4C37-8D18-7E3E2BE02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17">
            <a:extLst>
              <a:ext uri="{FF2B5EF4-FFF2-40B4-BE49-F238E27FC236}">
                <a16:creationId xmlns:a16="http://schemas.microsoft.com/office/drawing/2014/main" id="{C283E2E3-1EA5-4BAA-9747-5BA461C0CB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2B1CDBF5-F907-4213-99FE-6034994CC22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68A08AF0-400B-4D07-AF89-2A07BD2BF8F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A5ED9104-76AB-4C72-A314-83314EF1F5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1" name="Picture 17">
            <a:extLst>
              <a:ext uri="{FF2B5EF4-FFF2-40B4-BE49-F238E27FC236}">
                <a16:creationId xmlns:a16="http://schemas.microsoft.com/office/drawing/2014/main" id="{E5609D3B-3111-4E45-8660-EACFE27568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619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1768855-FACA-4549-99D9-E8300DDC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2204864"/>
            <a:ext cx="4392488" cy="335829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F346218-9C3C-4B3D-BE62-F3FE963C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3898158-63AD-4764-985C-36F3F297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54D66B-6124-4183-985C-3A5B0C606042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A1D751BF-834B-4F04-84F9-AEE29661D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B2A41B68-6B68-4927-A3FB-3B7861C07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609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-you_BLOSSO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95C7B01E-8274-487C-A9E5-8193C4569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E1E02D43-6199-4613-BFC4-C0B723F2A7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19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-title_LAGO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FA19F7C0-CA79-44FC-A9A6-0AE7B47C8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7" name="Graphique 3">
            <a:extLst>
              <a:ext uri="{FF2B5EF4-FFF2-40B4-BE49-F238E27FC236}">
                <a16:creationId xmlns:a16="http://schemas.microsoft.com/office/drawing/2014/main" id="{0E6EBFA5-5674-45F7-B1B2-7E041A3DBF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358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4">
            <a:extLst>
              <a:ext uri="{FF2B5EF4-FFF2-40B4-BE49-F238E27FC236}">
                <a16:creationId xmlns:a16="http://schemas.microsoft.com/office/drawing/2014/main" id="{899C6986-6A14-6AF6-1E52-1C619F6694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5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24">
            <a:extLst>
              <a:ext uri="{FF2B5EF4-FFF2-40B4-BE49-F238E27FC236}">
                <a16:creationId xmlns:a16="http://schemas.microsoft.com/office/drawing/2014/main" id="{E1267481-1EF0-47F0-B9F6-F6A72B313D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4D9BDBF7-E978-415F-9B5A-F30C45E01E27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9285A7FB-D099-44D4-A14C-06D066DA7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2" name="Picture 24">
            <a:extLst>
              <a:ext uri="{FF2B5EF4-FFF2-40B4-BE49-F238E27FC236}">
                <a16:creationId xmlns:a16="http://schemas.microsoft.com/office/drawing/2014/main" id="{1A00723E-41E5-4E23-887A-982CCDEE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cxnSp>
        <p:nvCxnSpPr>
          <p:cNvPr id="13" name="Straight Connector 23">
            <a:extLst>
              <a:ext uri="{FF2B5EF4-FFF2-40B4-BE49-F238E27FC236}">
                <a16:creationId xmlns:a16="http://schemas.microsoft.com/office/drawing/2014/main" id="{BF2CE139-79D1-48E7-BC35-5CD808F5449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6DB738DC-B92A-4AF0-AC78-C955614AC5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094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mple-text_TABLE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B53A702-2C6B-4B54-8902-1CA8DE3BDAE2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C26C9C5-2707-4FFF-89E8-D0070E362ECA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9E462FCF-3A0F-4423-8156-BA3C9691E53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F0E3D82A-46EC-407E-93DD-ACC263557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8EF6807E-D815-450C-9B8A-A29D3530866E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AA231FA-DE69-4E13-94FF-8B6BA82DC524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Straight Connector 4">
            <a:extLst>
              <a:ext uri="{FF2B5EF4-FFF2-40B4-BE49-F238E27FC236}">
                <a16:creationId xmlns:a16="http://schemas.microsoft.com/office/drawing/2014/main" id="{8AC3511D-7E86-40A3-AC7E-120D7BA0496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444DE825-A9AC-4732-8E7E-B0A62314F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452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LAG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24">
            <a:extLst>
              <a:ext uri="{FF2B5EF4-FFF2-40B4-BE49-F238E27FC236}">
                <a16:creationId xmlns:a16="http://schemas.microsoft.com/office/drawing/2014/main" id="{763E44B9-D67B-A7FF-E763-F352A71917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6"/>
                </a:solidFill>
              </a:defRPr>
            </a:lvl2pPr>
            <a:lvl3pPr marL="0" indent="0">
              <a:buNone/>
              <a:defRPr>
                <a:solidFill>
                  <a:schemeClr val="accent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6"/>
                </a:solidFill>
              </a:defRPr>
            </a:lvl5pPr>
            <a:lvl6pPr marL="0" indent="0">
              <a:buNone/>
              <a:defRPr sz="1400" b="1">
                <a:solidFill>
                  <a:schemeClr val="accent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093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49A292A-7E4D-4A52-B719-C8AB857E94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6364F462-216D-4BB2-99D7-0552B30818DD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C41EB6D-FC57-4E04-80F5-26443C1CD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24">
            <a:extLst>
              <a:ext uri="{FF2B5EF4-FFF2-40B4-BE49-F238E27FC236}">
                <a16:creationId xmlns:a16="http://schemas.microsoft.com/office/drawing/2014/main" id="{6155E435-81E1-41B7-847D-A88D4E6DDC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9B32B556-A806-443F-883D-F861427DFF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F84C44A2-3B0A-4F82-AEED-C0B2B0AF75D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5B9A1D7D-CEB4-45D0-892C-DA64D186D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0" name="Picture 24">
            <a:extLst>
              <a:ext uri="{FF2B5EF4-FFF2-40B4-BE49-F238E27FC236}">
                <a16:creationId xmlns:a16="http://schemas.microsoft.com/office/drawing/2014/main" id="{4B6D18DB-B1D3-441A-B830-04F7D739A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256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S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5"/>
                </a:solidFill>
              </a:defRPr>
            </a:lvl5pPr>
            <a:lvl6pPr marL="0" indent="0">
              <a:buNone/>
              <a:defRPr sz="1400" b="1">
                <a:solidFill>
                  <a:schemeClr val="accent5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EB7D4-0EB1-4DD6-B4F2-1375FA3FBA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8C2B0D3-E98B-41DD-BF8B-313A0FA825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72002D54-F936-4ECA-8C8A-4970DB87FF63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0F28116-1C0E-41A2-B9FB-D4717445C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ECF0ED7B-1889-4DFC-B974-59888C329E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D1051321-D7A2-4D1A-BD59-0C99F5A84EE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871C2B98-8729-44BE-AF25-8FC5B0EBCB96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3CFBDB59-E836-4D19-8A57-47744CF79C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1F80F44D-1689-4FD4-A694-B31AF5179C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481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LAG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4F6FD98F-3A0F-4C4D-B99F-C4E6E12577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99056ECC-7CAA-41EA-BEBD-4410C3E34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516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SK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95E0B050-A31F-48D1-8BE3-E6ED6BFFB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FCB2AF9B-DE38-4B5D-874E-0A0230BFF2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018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D832270-EC8E-4F55-929E-693A8118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00056" y="1412775"/>
            <a:ext cx="3456384" cy="432047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DB97E91-24CF-486F-ADB5-AF17ADC4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A66240C-04F7-463C-A8B9-AE5CE2BC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5F17FB8-2650-485F-B3FB-66E416F085DF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0BA05CFD-E9F3-48DF-8FAE-8E454725F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1B3D6A32-0738-461E-8A02-44E7BD2101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910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-you_SK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8C1B5DAC-342C-42EF-AE02-B92286A17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164F0BAC-F283-4869-B0F9-B482E125C6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6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4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7C5A3D43-8FF9-43AD-BB6B-C562DA5E9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7" name="Graphique 3">
            <a:extLst>
              <a:ext uri="{FF2B5EF4-FFF2-40B4-BE49-F238E27FC236}">
                <a16:creationId xmlns:a16="http://schemas.microsoft.com/office/drawing/2014/main" id="{E2161DFA-1F35-4C73-8705-B4321D320A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39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-text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3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4" name="Picture 32">
            <a:extLst>
              <a:ext uri="{FF2B5EF4-FFF2-40B4-BE49-F238E27FC236}">
                <a16:creationId xmlns:a16="http://schemas.microsoft.com/office/drawing/2014/main" id="{D547B26C-4529-C12B-B948-9F8BD3853D8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  <p:cxnSp>
        <p:nvCxnSpPr>
          <p:cNvPr id="9" name="Straight Connector 23">
            <a:extLst>
              <a:ext uri="{FF2B5EF4-FFF2-40B4-BE49-F238E27FC236}">
                <a16:creationId xmlns:a16="http://schemas.microsoft.com/office/drawing/2014/main" id="{FA4CEAF1-D145-4BC1-9B83-BFBEB3A81B2B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E024861E-D037-4B85-9D8A-79A1CFE40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1" name="Picture 32">
            <a:extLst>
              <a:ext uri="{FF2B5EF4-FFF2-40B4-BE49-F238E27FC236}">
                <a16:creationId xmlns:a16="http://schemas.microsoft.com/office/drawing/2014/main" id="{7D7DA11E-433C-4878-9DD0-9F6B2DC9E9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  <p:cxnSp>
        <p:nvCxnSpPr>
          <p:cNvPr id="12" name="Straight Connector 23">
            <a:extLst>
              <a:ext uri="{FF2B5EF4-FFF2-40B4-BE49-F238E27FC236}">
                <a16:creationId xmlns:a16="http://schemas.microsoft.com/office/drawing/2014/main" id="{7EF4FD9C-1495-4028-B302-786A0FC7327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83370AE-0900-4618-8DF0-24FA8444A8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4" name="Picture 32">
            <a:extLst>
              <a:ext uri="{FF2B5EF4-FFF2-40B4-BE49-F238E27FC236}">
                <a16:creationId xmlns:a16="http://schemas.microsoft.com/office/drawing/2014/main" id="{C985E20F-95F4-4089-A08D-156E2530A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17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mple-text_TABLE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78C34F9-27CA-49B5-823B-3FE1AAA5CC69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7F0D5AA-DB01-4D42-AE5D-4D07EE24980A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A0F9C6CA-7C40-4BD2-AE4D-E755B187A37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15170535-573B-4F9A-A898-21C349291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60E19621-A471-47F5-B24A-F23B5473CA2B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D807E94-F2DF-4918-8EA1-3F12AFD83D6E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Straight Connector 4">
            <a:extLst>
              <a:ext uri="{FF2B5EF4-FFF2-40B4-BE49-F238E27FC236}">
                <a16:creationId xmlns:a16="http://schemas.microsoft.com/office/drawing/2014/main" id="{0E42F02A-7C21-4BC9-BE41-692727A53CB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2B631FE0-2504-4077-B82A-177F9553C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089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B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4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3" name="Picture 31">
            <a:extLst>
              <a:ext uri="{FF2B5EF4-FFF2-40B4-BE49-F238E27FC236}">
                <a16:creationId xmlns:a16="http://schemas.microsoft.com/office/drawing/2014/main" id="{F8084AD0-B6E5-138E-D4A1-A0D162740A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1200">
                <a:solidFill>
                  <a:schemeClr val="accent4"/>
                </a:solidFill>
              </a:defRPr>
            </a:lvl2pPr>
            <a:lvl3pPr marL="0" indent="0">
              <a:buNone/>
              <a:defRPr>
                <a:solidFill>
                  <a:schemeClr val="accent4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4"/>
                </a:solidFill>
              </a:defRPr>
            </a:lvl5pPr>
            <a:lvl6pPr marL="0" indent="0">
              <a:buNone/>
              <a:defRPr sz="1400" b="1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7C41B03-6638-49A4-958E-2A28410FC3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Connector 18">
            <a:extLst>
              <a:ext uri="{FF2B5EF4-FFF2-40B4-BE49-F238E27FC236}">
                <a16:creationId xmlns:a16="http://schemas.microsoft.com/office/drawing/2014/main" id="{4D2C62EB-4A5D-40CE-B8D1-749E6CF26D31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4A2577CF-A106-4882-AB80-1FD5662CD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CAF0503A-E354-4B87-81A4-2E8B00E52C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16" name="Picture 31">
            <a:extLst>
              <a:ext uri="{FF2B5EF4-FFF2-40B4-BE49-F238E27FC236}">
                <a16:creationId xmlns:a16="http://schemas.microsoft.com/office/drawing/2014/main" id="{A69A2401-38E3-4C1F-8943-5405D777D9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1BB59C47-92DF-4216-BFF4-DC0F8D00B0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Straight Connector 18">
            <a:extLst>
              <a:ext uri="{FF2B5EF4-FFF2-40B4-BE49-F238E27FC236}">
                <a16:creationId xmlns:a16="http://schemas.microsoft.com/office/drawing/2014/main" id="{86E227AE-8582-4122-8DB5-B120B8EBB445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E7B3A8BE-6161-49C1-AD99-A1598787F9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8B46087C-8DE6-435A-8FFB-3FF63B1506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23" name="Picture 31">
            <a:extLst>
              <a:ext uri="{FF2B5EF4-FFF2-40B4-BE49-F238E27FC236}">
                <a16:creationId xmlns:a16="http://schemas.microsoft.com/office/drawing/2014/main" id="{37FA6E3D-838B-4077-9D0B-97B0697AEA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823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ED_simple_text_HON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3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3"/>
                </a:solidFill>
              </a:defRPr>
            </a:lvl5pPr>
            <a:lvl6pPr marL="0" indent="0">
              <a:buNone/>
              <a:defRPr sz="1400" b="1">
                <a:solidFill>
                  <a:schemeClr val="accent3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72AA3AB-3606-41FC-AF54-C337179DB5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67019747-D342-40EB-A0DC-053BE41ED5C4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21583B8-3620-485D-8BB4-001022F17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2D15997A-F73E-49B8-AFB5-FC94FB3EBD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62744905-06B5-41CF-896E-7723DA0FD08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C9D532F8-599E-4714-913E-B6B647A2289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8DA41326-9D7C-4E33-8B0D-B1D418B285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F3AE41C9-315B-4BE9-85A2-CA16CA20B0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990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image_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87A30D-ABF0-49A1-B42A-59764138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1988840"/>
            <a:ext cx="4392488" cy="357432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77B8F76-D931-454A-834C-DD0616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7FFEEC5-495E-44AF-B58B-250A4DE4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C95E0B9-1397-4357-A7A4-00B5E38C0113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08D8CFA2-3941-4379-B915-61FF878BB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DF85E119-B211-4D00-942B-92A8EDECC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981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52FFCAA1-0C9D-4FC8-8D25-04D904544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5A5B1D43-411B-4E29-8C74-B3830C57D3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24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-title_HON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10DA63A5-8784-45AE-90E4-F97CAE2BF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6" name="Graphic 56">
            <a:extLst>
              <a:ext uri="{FF2B5EF4-FFF2-40B4-BE49-F238E27FC236}">
                <a16:creationId xmlns:a16="http://schemas.microsoft.com/office/drawing/2014/main" id="{78055FED-9407-4882-B099-C12740034E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84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-you_HONE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C5F5AD03-9230-4E13-A134-7B306D17E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C0E13B0B-AC38-4A12-BCFA-B0CC0F2E0D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562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CBAD-3D1A-4BB9-9D09-53C7C913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290154"/>
      </p:ext>
    </p:extLst>
  </p:cSld>
  <p:clrMapOvr>
    <a:masterClrMapping/>
  </p:clrMapOvr>
  <p:hf hdr="0" ft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2DB889-D85F-3648-A7EB-2274393CE1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83733" y="1564199"/>
            <a:ext cx="10601867" cy="4916481"/>
          </a:xfrm>
          <a:prstGeom prst="rect">
            <a:avLst/>
          </a:prstGeom>
        </p:spPr>
        <p:txBody>
          <a:bodyPr/>
          <a:lstStyle>
            <a:lvl1pPr marL="380990" indent="-380990">
              <a:buFont typeface="Arial" panose="020B0604020202020204" pitchFamily="34" charset="0"/>
              <a:buChar char="•"/>
              <a:tabLst>
                <a:tab pos="2010783" algn="l"/>
              </a:tabLst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Arial Nova" panose="020B0504020202020204" pitchFamily="34" charset="0"/>
              </a:rPr>
              <a:t>We </a:t>
            </a:r>
            <a:r>
              <a:rPr lang="en-GB" sz="1600" err="1">
                <a:latin typeface="Arial Nova" panose="020B0504020202020204" pitchFamily="34" charset="0"/>
              </a:rPr>
              <a:t>hebben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ze</a:t>
            </a:r>
            <a:r>
              <a:rPr lang="en-GB" sz="1600">
                <a:latin typeface="Arial Nova" panose="020B0504020202020204" pitchFamily="34" charset="0"/>
              </a:rPr>
              <a:t> in alle </a:t>
            </a:r>
            <a:r>
              <a:rPr lang="en-GB" sz="1600" err="1">
                <a:latin typeface="Arial Nova" panose="020B0504020202020204" pitchFamily="34" charset="0"/>
              </a:rPr>
              <a:t>soorten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maten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Altijd</a:t>
            </a:r>
            <a:r>
              <a:rPr lang="en-GB" sz="1600">
                <a:latin typeface="Arial Nova" panose="020B0504020202020204" pitchFamily="34" charset="0"/>
              </a:rPr>
              <a:t> midden in de </a:t>
            </a:r>
            <a:r>
              <a:rPr lang="en-GB" sz="1600" err="1">
                <a:latin typeface="Arial Nova" panose="020B0504020202020204" pitchFamily="34" charset="0"/>
              </a:rPr>
              <a:t>natuur</a:t>
            </a:r>
            <a:r>
              <a:rPr lang="en-GB" sz="1600">
                <a:latin typeface="Arial Nova" panose="020B0504020202020204" pitchFamily="34" charset="0"/>
              </a:rPr>
              <a:t>, met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woonkamer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keuken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slaapkamer</a:t>
            </a:r>
            <a:r>
              <a:rPr lang="en-GB" sz="1600">
                <a:latin typeface="Arial Nova" panose="020B0504020202020204" pitchFamily="34" charset="0"/>
              </a:rPr>
              <a:t>(s), </a:t>
            </a:r>
            <a:r>
              <a:rPr lang="en-GB" sz="1600" err="1">
                <a:latin typeface="Arial Nova" panose="020B0504020202020204" pitchFamily="34" charset="0"/>
              </a:rPr>
              <a:t>badkamer</a:t>
            </a:r>
            <a:r>
              <a:rPr lang="en-GB" sz="1600">
                <a:latin typeface="Arial Nova" panose="020B0504020202020204" pitchFamily="34" charset="0"/>
              </a:rPr>
              <a:t>(s)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eigen </a:t>
            </a:r>
            <a:r>
              <a:rPr lang="en-GB" sz="1600" err="1">
                <a:latin typeface="Arial Nova" panose="020B0504020202020204" pitchFamily="34" charset="0"/>
              </a:rPr>
              <a:t>privéterras</a:t>
            </a:r>
            <a:r>
              <a:rPr lang="en-GB" sz="1600">
                <a:latin typeface="Arial Nova" panose="020B0504020202020204" pitchFamily="34" charset="0"/>
              </a:rPr>
              <a:t>. Je </a:t>
            </a:r>
            <a:r>
              <a:rPr lang="en-GB" sz="1600" err="1">
                <a:latin typeface="Arial Nova" panose="020B0504020202020204" pitchFamily="34" charset="0"/>
              </a:rPr>
              <a:t>kunt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kiezen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uit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verschillende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luxeniveaus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trouverez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forcément</a:t>
            </a:r>
            <a:r>
              <a:rPr lang="en-GB" sz="1600">
                <a:latin typeface="Arial Nova" panose="020B0504020202020204" pitchFamily="34" charset="0"/>
              </a:rPr>
              <a:t> le </a:t>
            </a:r>
            <a:r>
              <a:rPr lang="en-GB" sz="1600" err="1">
                <a:latin typeface="Arial Nova" panose="020B0504020202020204" pitchFamily="34" charset="0"/>
              </a:rPr>
              <a:t>vôtre</a:t>
            </a:r>
            <a:r>
              <a:rPr lang="en-GB" sz="1600">
                <a:latin typeface="Arial Nova" panose="020B0504020202020204" pitchFamily="34" charset="0"/>
              </a:rPr>
              <a:t> !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pleine</a:t>
            </a:r>
            <a:r>
              <a:rPr lang="en-GB" sz="1600">
                <a:latin typeface="Arial Nova" panose="020B0504020202020204" pitchFamily="34" charset="0"/>
              </a:rPr>
              <a:t> nature, avec salon, cuisine, chambre(s), salle(s) de </a:t>
            </a:r>
            <a:r>
              <a:rPr lang="en-GB" sz="1600" err="1">
                <a:latin typeface="Arial Nova" panose="020B0504020202020204" pitchFamily="34" charset="0"/>
              </a:rPr>
              <a:t>bains</a:t>
            </a:r>
            <a:r>
              <a:rPr lang="en-GB" sz="1600">
                <a:latin typeface="Arial Nova" panose="020B0504020202020204" pitchFamily="34" charset="0"/>
              </a:rPr>
              <a:t> et terrasse </a:t>
            </a:r>
            <a:r>
              <a:rPr lang="en-GB" sz="1600" err="1">
                <a:latin typeface="Arial Nova" panose="020B0504020202020204" pitchFamily="34" charset="0"/>
              </a:rPr>
              <a:t>privée</a:t>
            </a:r>
            <a:r>
              <a:rPr lang="en-GB" sz="1600">
                <a:latin typeface="Arial Nova" panose="020B0504020202020204" pitchFamily="34" charset="0"/>
              </a:rPr>
              <a:t>, nous </a:t>
            </a: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proposons</a:t>
            </a:r>
            <a:r>
              <a:rPr lang="en-GB" sz="1600">
                <a:latin typeface="Arial Nova" panose="020B0504020202020204" pitchFamily="34" charset="0"/>
              </a:rPr>
              <a:t> de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formes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tailles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ce</a:t>
            </a:r>
            <a:r>
              <a:rPr lang="en-GB" sz="1600">
                <a:latin typeface="Arial Nova" panose="020B0504020202020204" pitchFamily="34" charset="0"/>
              </a:rPr>
              <a:t> dans 4 </a:t>
            </a:r>
            <a:r>
              <a:rPr lang="en-GB" sz="1600" err="1">
                <a:latin typeface="Arial Nova" panose="020B0504020202020204" pitchFamily="34" charset="0"/>
              </a:rPr>
              <a:t>gammes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Ferienhäuser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haben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wir</a:t>
            </a:r>
            <a:r>
              <a:rPr lang="en-GB" sz="1600">
                <a:latin typeface="Arial Nova" panose="020B0504020202020204" pitchFamily="34" charset="0"/>
              </a:rPr>
              <a:t> in </a:t>
            </a:r>
            <a:r>
              <a:rPr lang="en-GB" sz="1600" err="1">
                <a:latin typeface="Arial Nova" panose="020B0504020202020204" pitchFamily="34" charset="0"/>
              </a:rPr>
              <a:t>allen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Größen</a:t>
            </a:r>
            <a:r>
              <a:rPr lang="en-GB" sz="1600">
                <a:latin typeface="Arial Nova" panose="020B0504020202020204" pitchFamily="34" charset="0"/>
              </a:rPr>
              <a:t> - </a:t>
            </a:r>
            <a:r>
              <a:rPr lang="en-GB" sz="1600" err="1">
                <a:latin typeface="Arial Nova" panose="020B0504020202020204" pitchFamily="34" charset="0"/>
              </a:rPr>
              <a:t>immer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inmitten</a:t>
            </a:r>
            <a:r>
              <a:rPr lang="en-GB" sz="1600">
                <a:latin typeface="Arial Nova" panose="020B0504020202020204" pitchFamily="34" charset="0"/>
              </a:rPr>
              <a:t> der </a:t>
            </a:r>
            <a:r>
              <a:rPr lang="en-GB" sz="1600" err="1">
                <a:latin typeface="Arial Nova" panose="020B0504020202020204" pitchFamily="34" charset="0"/>
              </a:rPr>
              <a:t>Natur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Mit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Wohnzimmern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Küchen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Schlafzimmern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Bädern</a:t>
            </a:r>
            <a:r>
              <a:rPr lang="en-GB" sz="1600">
                <a:latin typeface="Arial Nova" panose="020B0504020202020204" pitchFamily="34" charset="0"/>
              </a:rPr>
              <a:t> und </a:t>
            </a:r>
            <a:r>
              <a:rPr lang="en-GB" sz="1600" err="1">
                <a:latin typeface="Arial Nova" panose="020B0504020202020204" pitchFamily="34" charset="0"/>
              </a:rPr>
              <a:t>privaten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Terrassen</a:t>
            </a:r>
            <a:r>
              <a:rPr lang="en-GB" sz="1600">
                <a:latin typeface="Arial Nova" panose="020B0504020202020204" pitchFamily="34" charset="0"/>
              </a:rPr>
              <a:t>. Sie </a:t>
            </a:r>
            <a:r>
              <a:rPr lang="en-GB" sz="1600" err="1">
                <a:latin typeface="Arial Nova" panose="020B0504020202020204" pitchFamily="34" charset="0"/>
              </a:rPr>
              <a:t>können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verschiedenen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Wohlfühl-Niveaus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wählen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1508125" algn="l"/>
              </a:tabLst>
            </a:pPr>
            <a:r>
              <a:rPr lang="en-GB" sz="1600">
                <a:latin typeface="Arial Nova" panose="020B0504020202020204" pitchFamily="34" charset="0"/>
              </a:rPr>
              <a:t>We have them in all shapes and sizes. Always in the middle of nature, with a living room, kitchen, bedroom(s), bathroom(s) and its own private terrace. You can choose from different luxury levels.</a:t>
            </a:r>
            <a:endParaRPr lang="en-NL" sz="1600">
              <a:latin typeface="Arial Nova" panose="020B05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535A7EB-EC06-444B-95A9-D4D3D9800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215153" y="137559"/>
            <a:ext cx="3142217" cy="624311"/>
          </a:xfrm>
          <a:prstGeom prst="rect">
            <a:avLst/>
          </a:prstGeom>
        </p:spPr>
        <p:txBody>
          <a:bodyPr wrap="none" lIns="936000" tIns="108000" bIns="108000">
            <a:spAutoFit/>
          </a:bodyPr>
          <a:lstStyle>
            <a:lvl1pPr marL="0" indent="0">
              <a:buNone/>
              <a:defRPr sz="2933">
                <a:solidFill>
                  <a:srgbClr val="006735"/>
                </a:solidFill>
                <a:latin typeface="Arial Nova" panose="020B0504020202020204" pitchFamily="34" charset="0"/>
              </a:defRPr>
            </a:lvl1pPr>
            <a:lvl2pPr marL="609585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2pPr>
            <a:lvl3pPr marL="1219170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3pPr>
            <a:lvl4pPr marL="1828754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4pPr>
            <a:lvl5pPr marL="2438339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/>
              <a:t>HEADLINE 1</a:t>
            </a:r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738B3-438B-48CF-ACC2-BD8C91C5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A7B071C-E5C6-42E2-801B-D0BDC9354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3A96F7D-CDF0-438C-BE0A-EC4F040923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4807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in-title_P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1421BE9F-A59E-C4C4-E0E7-0DBC788AE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7" name="Graphique 5">
            <a:extLst>
              <a:ext uri="{FF2B5EF4-FFF2-40B4-BE49-F238E27FC236}">
                <a16:creationId xmlns:a16="http://schemas.microsoft.com/office/drawing/2014/main" id="{8B97C580-0EBF-4F88-8D83-AA0F2D82C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257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in-title_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C937E9-88E3-4F00-A000-9ECAE5FA1B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1BA075-17CF-4D1E-B36B-9C327F31D2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30B0C0E-C2C8-4AB4-A7A7-2E16D48E65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5FF5AC37-EC66-46F4-A28F-F9287EA076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831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ndex-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4591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4591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4591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4591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4591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4591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687" y="2165851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8687" y="1340768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38687" y="3816017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8687" y="2990934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38687" y="4641100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38687" y="5466183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5680" y="303238"/>
            <a:ext cx="7396865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085A8B9E-7DC3-0ACE-914B-09A47B36402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2855913" cy="6871717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D06788CA-28B6-471D-9678-AE5A210D0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911BA480-8BF4-42C9-AE1B-EAB8AEC96A5A}"/>
              </a:ext>
            </a:extLst>
          </p:cNvPr>
          <p:cNvSpPr txBox="1">
            <a:spLocks/>
          </p:cNvSpPr>
          <p:nvPr userDrawn="1"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63FA2D3-8647-464B-BDB5-24006017857D}"/>
              </a:ext>
            </a:extLst>
          </p:cNvPr>
          <p:cNvSpPr txBox="1">
            <a:spLocks/>
          </p:cNvSpPr>
          <p:nvPr userDrawn="1"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9ED730A-01BB-45A3-9C2C-75675FFB23E5}"/>
              </a:ext>
            </a:extLst>
          </p:cNvPr>
          <p:cNvSpPr txBox="1">
            <a:spLocks/>
          </p:cNvSpPr>
          <p:nvPr userDrawn="1"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6518B5B-0966-4198-908C-F4C513AAA146}"/>
              </a:ext>
            </a:extLst>
          </p:cNvPr>
          <p:cNvSpPr txBox="1">
            <a:spLocks/>
          </p:cNvSpPr>
          <p:nvPr userDrawn="1"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9" name="Straight Connector 33">
            <a:extLst>
              <a:ext uri="{FF2B5EF4-FFF2-40B4-BE49-F238E27FC236}">
                <a16:creationId xmlns:a16="http://schemas.microsoft.com/office/drawing/2014/main" id="{30591B39-A14A-471D-B8CF-AAF928E86F44}"/>
              </a:ext>
            </a:extLst>
          </p:cNvPr>
          <p:cNvCxnSpPr>
            <a:cxnSpLocks/>
          </p:cNvCxnSpPr>
          <p:nvPr userDrawn="1"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022DF3DF-6386-4BD7-B6F7-09CFAD8B9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910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ndex-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8225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25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225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8225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8225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8225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025" y="2165851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3025" y="1340768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3025" y="3816017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3025" y="2990934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4641100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43025" y="5466183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5" name="Date Placeholder 2">
            <a:extLst>
              <a:ext uri="{FF2B5EF4-FFF2-40B4-BE49-F238E27FC236}">
                <a16:creationId xmlns:a16="http://schemas.microsoft.com/office/drawing/2014/main" id="{CAE33E2C-B9EE-4F4A-8A99-76EDB445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69427A9-63F3-43D4-9776-5CEABDC55610}" type="datetime1">
              <a:rPr lang="fr-FR" smtClean="0"/>
              <a:t>11/08/2026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F18E69F6-06D1-4239-80F7-168D5E675A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EDB92AE5-6B52-456E-BC78-52981037E78E}"/>
              </a:ext>
            </a:extLst>
          </p:cNvPr>
          <p:cNvSpPr txBox="1">
            <a:spLocks/>
          </p:cNvSpPr>
          <p:nvPr userDrawn="1"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253CF68-3584-4F48-9496-9B3FA5A2A9B1}"/>
              </a:ext>
            </a:extLst>
          </p:cNvPr>
          <p:cNvSpPr txBox="1">
            <a:spLocks/>
          </p:cNvSpPr>
          <p:nvPr userDrawn="1"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121980E-8586-41AA-87BD-2F059ECE8FB3}"/>
              </a:ext>
            </a:extLst>
          </p:cNvPr>
          <p:cNvSpPr txBox="1">
            <a:spLocks/>
          </p:cNvSpPr>
          <p:nvPr userDrawn="1"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B6B5F5FB-B0B3-4FE0-9E75-B2AF0D317F2A}"/>
              </a:ext>
            </a:extLst>
          </p:cNvPr>
          <p:cNvSpPr txBox="1">
            <a:spLocks/>
          </p:cNvSpPr>
          <p:nvPr userDrawn="1"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9" name="Straight Connector 33">
            <a:extLst>
              <a:ext uri="{FF2B5EF4-FFF2-40B4-BE49-F238E27FC236}">
                <a16:creationId xmlns:a16="http://schemas.microsoft.com/office/drawing/2014/main" id="{255F59B8-D579-4062-ADDD-74D2987066D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8E222B49-F534-4950-A642-78C44B4CE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453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ndex-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B1E221A1-C7F7-4B33-A7AA-DE096F4B101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823644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</a:t>
            </a:r>
            <a:r>
              <a:rPr lang="nl-NL" err="1"/>
              <a:t>lines</a:t>
            </a:r>
            <a:endParaRPr lang="nl-NL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3FFDCC1-E9A8-42FA-9A2C-9343CD2C1AD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17285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2" name="Text Placeholder 5">
            <a:extLst>
              <a:ext uri="{FF2B5EF4-FFF2-40B4-BE49-F238E27FC236}">
                <a16:creationId xmlns:a16="http://schemas.microsoft.com/office/drawing/2014/main" id="{99BD2BA5-73B4-48B4-8117-F68DAD6B81F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17285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4" name="Text Placeholder 5">
            <a:extLst>
              <a:ext uri="{FF2B5EF4-FFF2-40B4-BE49-F238E27FC236}">
                <a16:creationId xmlns:a16="http://schemas.microsoft.com/office/drawing/2014/main" id="{8EAAF473-B065-429E-A087-0702DBFDE92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17285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6" name="Text Placeholder 5">
            <a:extLst>
              <a:ext uri="{FF2B5EF4-FFF2-40B4-BE49-F238E27FC236}">
                <a16:creationId xmlns:a16="http://schemas.microsoft.com/office/drawing/2014/main" id="{F011F3CE-B920-410E-8BD2-48403A4BA40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17285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8" name="Tijdelijke aanduiding voor tekst 6">
            <a:extLst>
              <a:ext uri="{FF2B5EF4-FFF2-40B4-BE49-F238E27FC236}">
                <a16:creationId xmlns:a16="http://schemas.microsoft.com/office/drawing/2014/main" id="{2C1C4193-4B9F-4DCF-B62C-C5EB18BEE47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868713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29" name="Text Placeholder 5">
            <a:extLst>
              <a:ext uri="{FF2B5EF4-FFF2-40B4-BE49-F238E27FC236}">
                <a16:creationId xmlns:a16="http://schemas.microsoft.com/office/drawing/2014/main" id="{A70153CA-9C0A-40C6-A69E-6B03F0995D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862354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1" name="Text Placeholder 5">
            <a:extLst>
              <a:ext uri="{FF2B5EF4-FFF2-40B4-BE49-F238E27FC236}">
                <a16:creationId xmlns:a16="http://schemas.microsoft.com/office/drawing/2014/main" id="{D97B4A2C-E7D0-4317-80B7-98FED2D887A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862354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3" name="Text Placeholder 5">
            <a:extLst>
              <a:ext uri="{FF2B5EF4-FFF2-40B4-BE49-F238E27FC236}">
                <a16:creationId xmlns:a16="http://schemas.microsoft.com/office/drawing/2014/main" id="{01BF98C3-9891-4227-B2A4-F777DE1AA79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62354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5" name="Text Placeholder 5">
            <a:extLst>
              <a:ext uri="{FF2B5EF4-FFF2-40B4-BE49-F238E27FC236}">
                <a16:creationId xmlns:a16="http://schemas.microsoft.com/office/drawing/2014/main" id="{BF059DDD-79AE-4A25-85CE-C136EB94AAB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62354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7" name="Tijdelijke aanduiding voor tekst 6">
            <a:extLst>
              <a:ext uri="{FF2B5EF4-FFF2-40B4-BE49-F238E27FC236}">
                <a16:creationId xmlns:a16="http://schemas.microsoft.com/office/drawing/2014/main" id="{CD553364-D38D-4E1D-9C9A-9D379394CAC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23644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38" name="Text Placeholder 5">
            <a:extLst>
              <a:ext uri="{FF2B5EF4-FFF2-40B4-BE49-F238E27FC236}">
                <a16:creationId xmlns:a16="http://schemas.microsoft.com/office/drawing/2014/main" id="{E32327F4-8256-4336-B934-ADDC264F537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817285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0" name="Text Placeholder 5">
            <a:extLst>
              <a:ext uri="{FF2B5EF4-FFF2-40B4-BE49-F238E27FC236}">
                <a16:creationId xmlns:a16="http://schemas.microsoft.com/office/drawing/2014/main" id="{0F1203A7-2812-4969-AF48-DC8A6F3191E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817285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2" name="Text Placeholder 5">
            <a:extLst>
              <a:ext uri="{FF2B5EF4-FFF2-40B4-BE49-F238E27FC236}">
                <a16:creationId xmlns:a16="http://schemas.microsoft.com/office/drawing/2014/main" id="{8DBFDAE0-08DB-47F3-8FCB-5C1078FAC36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2817285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4" name="Text Placeholder 5">
            <a:extLst>
              <a:ext uri="{FF2B5EF4-FFF2-40B4-BE49-F238E27FC236}">
                <a16:creationId xmlns:a16="http://schemas.microsoft.com/office/drawing/2014/main" id="{F1A8E4F5-5958-4E47-8E08-EC4900ABC86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817285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6" name="Tijdelijke aanduiding voor tekst 6">
            <a:extLst>
              <a:ext uri="{FF2B5EF4-FFF2-40B4-BE49-F238E27FC236}">
                <a16:creationId xmlns:a16="http://schemas.microsoft.com/office/drawing/2014/main" id="{EA8862AD-0937-4728-BB78-0584AF19B6D8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7868713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lines</a:t>
            </a:r>
          </a:p>
        </p:txBody>
      </p:sp>
      <p:sp>
        <p:nvSpPr>
          <p:cNvPr id="147" name="Text Placeholder 5">
            <a:extLst>
              <a:ext uri="{FF2B5EF4-FFF2-40B4-BE49-F238E27FC236}">
                <a16:creationId xmlns:a16="http://schemas.microsoft.com/office/drawing/2014/main" id="{0146C3FE-C1CF-43EA-AA17-180A34AD2E2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862354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9" name="Text Placeholder 5">
            <a:extLst>
              <a:ext uri="{FF2B5EF4-FFF2-40B4-BE49-F238E27FC236}">
                <a16:creationId xmlns:a16="http://schemas.microsoft.com/office/drawing/2014/main" id="{CAB4BEB3-280C-4958-8262-1289F5F4C309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862354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1" name="Text Placeholder 5">
            <a:extLst>
              <a:ext uri="{FF2B5EF4-FFF2-40B4-BE49-F238E27FC236}">
                <a16:creationId xmlns:a16="http://schemas.microsoft.com/office/drawing/2014/main" id="{FF095831-FD1C-4C56-8FBE-A7A69D6CA6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862354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3" name="Text Placeholder 5">
            <a:extLst>
              <a:ext uri="{FF2B5EF4-FFF2-40B4-BE49-F238E27FC236}">
                <a16:creationId xmlns:a16="http://schemas.microsoft.com/office/drawing/2014/main" id="{C6C29853-3603-47E7-84FB-BF906D09A17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62354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52" name="Slide Number Placeholder 4">
            <a:extLst>
              <a:ext uri="{FF2B5EF4-FFF2-40B4-BE49-F238E27FC236}">
                <a16:creationId xmlns:a16="http://schemas.microsoft.com/office/drawing/2014/main" id="{47E1A5FA-654E-4EB8-86A0-A90C89AB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3" name="Date Placeholder 2">
            <a:extLst>
              <a:ext uri="{FF2B5EF4-FFF2-40B4-BE49-F238E27FC236}">
                <a16:creationId xmlns:a16="http://schemas.microsoft.com/office/drawing/2014/main" id="{81437B7F-560C-4C8E-A6BA-5D73312D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54" name="Titel 14">
            <a:extLst>
              <a:ext uri="{FF2B5EF4-FFF2-40B4-BE49-F238E27FC236}">
                <a16:creationId xmlns:a16="http://schemas.microsoft.com/office/drawing/2014/main" id="{F3130F2C-F608-4D29-B242-94DC921EB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88BCA76-2256-438A-A8C9-6F32AE257889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>
            <a:extLst>
              <a:ext uri="{FF2B5EF4-FFF2-40B4-BE49-F238E27FC236}">
                <a16:creationId xmlns:a16="http://schemas.microsoft.com/office/drawing/2014/main" id="{BD9D77BC-B0D7-4DDE-9C1F-6B350183F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28" name="Straight Connector 55">
            <a:extLst>
              <a:ext uri="{FF2B5EF4-FFF2-40B4-BE49-F238E27FC236}">
                <a16:creationId xmlns:a16="http://schemas.microsoft.com/office/drawing/2014/main" id="{82C7A2F1-AD0A-4A88-B9CA-73BAD7A9C38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65CF7CDE-ACF6-4A0A-B014-D304308E6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358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621D8ED-9EFD-4E0E-A606-D9B8D312CF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450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GRAS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404C1B0-2154-4A30-83EA-CE6980B59A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1D174E2-F318-B09E-6040-7295C94042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C889FC6-2272-46C8-A67A-B890DB5507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6124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mple-text_sans_lay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91D53A7E-8EA8-4FD1-9F26-E99FC197F19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23C83792-415E-4C17-9485-06C08EB27F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164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P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1610F45C-7D0C-6BD3-57EC-A0F8EBC660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F26EBA-E431-45A9-A235-AF782E08DC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7AA74929-AB3C-47AB-8A1A-2B20D827D5C9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2E55CED4-293A-46BF-8491-002914099F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955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TWO_COLU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9" name="Espace réservé du contenu 6">
            <a:extLst>
              <a:ext uri="{FF2B5EF4-FFF2-40B4-BE49-F238E27FC236}">
                <a16:creationId xmlns:a16="http://schemas.microsoft.com/office/drawing/2014/main" id="{2905BCB7-09B0-4CBC-8A45-606A71775E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732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936E6D66-9997-44FE-BE57-390125279689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6D490144-CC06-4B02-A896-6724807662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790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4">
            <a:extLst>
              <a:ext uri="{FF2B5EF4-FFF2-40B4-BE49-F238E27FC236}">
                <a16:creationId xmlns:a16="http://schemas.microsoft.com/office/drawing/2014/main" id="{89077073-F08B-4C9B-B1DA-ACA566607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C8ADEE-62CD-4C87-B85D-85455DEF7543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5E9E06E-634D-48A9-99CB-034451F4F2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67DB9F0-FE9E-4628-8C45-BF35046F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8680422-37C6-480A-9DCE-B5ADFA2ACF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40418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1C0ABC2-C295-460D-99D5-AE83EAFD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EC1E1DA3-2198-4359-97C8-BA5D2594DF1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5AA82B77-16B8-42B6-8C2C-0B27D0E412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7092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graphicFrame>
        <p:nvGraphicFramePr>
          <p:cNvPr id="11" name="Table 32">
            <a:extLst>
              <a:ext uri="{FF2B5EF4-FFF2-40B4-BE49-F238E27FC236}">
                <a16:creationId xmlns:a16="http://schemas.microsoft.com/office/drawing/2014/main" id="{9AFA5782-9607-4F3F-8F78-8CFBD09BAC61}"/>
              </a:ext>
            </a:extLst>
          </p:cNvPr>
          <p:cNvGraphicFramePr>
            <a:graphicFrameLocks/>
          </p:cNvGraphicFramePr>
          <p:nvPr userDrawn="1"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96A51186-41AF-45DB-ACE6-0A3DA14121A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23688159-56C6-4603-B751-F8CB0D50C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4176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LI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605"/>
            <a:ext cx="7775467" cy="18793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E6508B0-8C46-4410-B3FE-A17087F8FC6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256240" y="1145005"/>
            <a:ext cx="3592655" cy="11121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spcBef>
                <a:spcPts val="1000"/>
              </a:spcBef>
              <a:buNone/>
              <a:defRPr sz="900" b="1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 u="sng"/>
            </a:lvl2pPr>
            <a:lvl3pPr marL="0" indent="0" algn="r"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 err="1"/>
              <a:t>Acitvation</a:t>
            </a:r>
            <a:r>
              <a:rPr lang="en-US"/>
              <a:t> calendar</a:t>
            </a:r>
          </a:p>
          <a:p>
            <a:pPr lvl="1"/>
            <a:r>
              <a:rPr lang="fr-FR"/>
              <a:t>Bullet point</a:t>
            </a:r>
          </a:p>
          <a:p>
            <a:pPr lvl="2"/>
            <a:r>
              <a:rPr lang="en-US"/>
              <a:t>Continuously updated based on actual situation:</a:t>
            </a:r>
          </a:p>
          <a:p>
            <a:pPr lvl="3"/>
            <a:endParaRPr lang="fr-FR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565400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D47AFAE-0904-41A7-B5BA-B1ECB19A7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44D3B6-41BA-4DF9-B5A4-CE66BD9BF26F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00451FBD-8BBE-4B78-AD36-2414BC59C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6A755BBD-D1BF-4157-BD1A-D19BEAEC514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110C9F9A-DEA6-4EA3-98ED-842C90159C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4844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_INF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1114263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1119519"/>
            <a:ext cx="7705725" cy="4037669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87763A20-09D2-4AE5-AA8F-90EBB1F13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1D1DEB-A2F0-49B6-80F5-9738F1A474B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3194FE39-5C1B-4038-B1A3-0069E2B47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0" name="Straight Connector 20">
            <a:extLst>
              <a:ext uri="{FF2B5EF4-FFF2-40B4-BE49-F238E27FC236}">
                <a16:creationId xmlns:a16="http://schemas.microsoft.com/office/drawing/2014/main" id="{89F7DA92-B465-49B0-BC92-142C449C3B7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BA7D071D-A8F1-4DFB-8349-994214E3D6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786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P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5">
            <a:extLst>
              <a:ext uri="{FF2B5EF4-FFF2-40B4-BE49-F238E27FC236}">
                <a16:creationId xmlns:a16="http://schemas.microsoft.com/office/drawing/2014/main" id="{6F317A44-B7F2-7FE3-A8DA-5E3F91365E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2"/>
                </a:solidFill>
              </a:defRPr>
            </a:lvl2pPr>
            <a:lvl3pPr marL="0" indent="0">
              <a:buNone/>
              <a:defRPr>
                <a:solidFill>
                  <a:schemeClr val="accent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1"/>
                </a:solidFill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2"/>
                </a:solidFill>
              </a:defRPr>
            </a:lvl5pPr>
            <a:lvl6pPr marL="0" indent="0">
              <a:buNone/>
              <a:defRPr sz="1400" b="1">
                <a:solidFill>
                  <a:schemeClr val="accent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5C39996-627A-489E-A954-9DF0E52171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1E3954AC-5568-49B7-8E06-483617C60D9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5">
            <a:extLst>
              <a:ext uri="{FF2B5EF4-FFF2-40B4-BE49-F238E27FC236}">
                <a16:creationId xmlns:a16="http://schemas.microsoft.com/office/drawing/2014/main" id="{CB68B9BE-0122-4E8C-ACF7-0A5D3C47D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9D13980-D710-428E-8737-9590950FC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9332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GRA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2"/>
                </a:solidFill>
                <a:highlight>
                  <a:srgbClr val="045E51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1"/>
                </a:solidFill>
              </a:defRPr>
            </a:lvl5pPr>
            <a:lvl6pPr marL="0" indent="0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53DB1FF-9B9E-4F35-85A8-36DE868949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A236891-DF3A-405E-A71C-9046DEE355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29FDFF94-C723-4D9E-98F9-ACACFB09FCA9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82A732B-58AC-4091-BEBA-9955D277D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23">
            <a:extLst>
              <a:ext uri="{FF2B5EF4-FFF2-40B4-BE49-F238E27FC236}">
                <a16:creationId xmlns:a16="http://schemas.microsoft.com/office/drawing/2014/main" id="{3E4607BF-B7D6-4397-AC4E-E2BFD79D85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6898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Freeform 11">
            <a:extLst>
              <a:ext uri="{FF2B5EF4-FFF2-40B4-BE49-F238E27FC236}">
                <a16:creationId xmlns:a16="http://schemas.microsoft.com/office/drawing/2014/main" id="{20FEADF5-C8A6-B291-C939-277AC767E19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51384" y="1296991"/>
            <a:ext cx="2355352" cy="2376489"/>
          </a:xfrm>
          <a:custGeom>
            <a:avLst/>
            <a:gdLst>
              <a:gd name="connsiteX0" fmla="*/ 0 w 4823819"/>
              <a:gd name="connsiteY0" fmla="*/ 3582764 h 4789266"/>
              <a:gd name="connsiteX1" fmla="*/ 0 w 4823819"/>
              <a:gd name="connsiteY1" fmla="*/ 3582765 h 4789266"/>
              <a:gd name="connsiteX2" fmla="*/ 0 w 4823819"/>
              <a:gd name="connsiteY2" fmla="*/ 3582765 h 4789266"/>
              <a:gd name="connsiteX3" fmla="*/ 0 w 4823819"/>
              <a:gd name="connsiteY3" fmla="*/ 1206500 h 4789266"/>
              <a:gd name="connsiteX4" fmla="*/ 0 w 4823819"/>
              <a:gd name="connsiteY4" fmla="*/ 1206500 h 4789266"/>
              <a:gd name="connsiteX5" fmla="*/ 0 w 4823819"/>
              <a:gd name="connsiteY5" fmla="*/ 1206501 h 4789266"/>
              <a:gd name="connsiteX6" fmla="*/ 1206501 w 4823819"/>
              <a:gd name="connsiteY6" fmla="*/ 0 h 4789266"/>
              <a:gd name="connsiteX7" fmla="*/ 3617318 w 4823819"/>
              <a:gd name="connsiteY7" fmla="*/ 0 h 4789266"/>
              <a:gd name="connsiteX8" fmla="*/ 4823819 w 4823819"/>
              <a:gd name="connsiteY8" fmla="*/ 1206501 h 4789266"/>
              <a:gd name="connsiteX9" fmla="*/ 4823818 w 4823819"/>
              <a:gd name="connsiteY9" fmla="*/ 1206501 h 4789266"/>
              <a:gd name="connsiteX10" fmla="*/ 3860469 w 4823819"/>
              <a:gd name="connsiteY10" fmla="*/ 2388490 h 4789266"/>
              <a:gd name="connsiteX11" fmla="*/ 3820220 w 4823819"/>
              <a:gd name="connsiteY11" fmla="*/ 2394633 h 4789266"/>
              <a:gd name="connsiteX12" fmla="*/ 3860470 w 4823819"/>
              <a:gd name="connsiteY12" fmla="*/ 2400776 h 4789266"/>
              <a:gd name="connsiteX13" fmla="*/ 4823819 w 4823819"/>
              <a:gd name="connsiteY13" fmla="*/ 3582765 h 4789266"/>
              <a:gd name="connsiteX14" fmla="*/ 4823818 w 4823819"/>
              <a:gd name="connsiteY14" fmla="*/ 3582765 h 4789266"/>
              <a:gd name="connsiteX15" fmla="*/ 3617317 w 4823819"/>
              <a:gd name="connsiteY15" fmla="*/ 4789266 h 4789266"/>
              <a:gd name="connsiteX16" fmla="*/ 1206501 w 4823819"/>
              <a:gd name="connsiteY16" fmla="*/ 4789265 h 4789266"/>
              <a:gd name="connsiteX17" fmla="*/ 6229 w 4823819"/>
              <a:gd name="connsiteY17" fmla="*/ 3706122 h 4789266"/>
              <a:gd name="connsiteX18" fmla="*/ 0 w 4823819"/>
              <a:gd name="connsiteY18" fmla="*/ 3582765 h 4789266"/>
              <a:gd name="connsiteX19" fmla="*/ 6229 w 4823819"/>
              <a:gd name="connsiteY19" fmla="*/ 3459408 h 4789266"/>
              <a:gd name="connsiteX20" fmla="*/ 963349 w 4823819"/>
              <a:gd name="connsiteY20" fmla="*/ 2400776 h 4789266"/>
              <a:gd name="connsiteX21" fmla="*/ 1003602 w 4823819"/>
              <a:gd name="connsiteY21" fmla="*/ 2394633 h 4789266"/>
              <a:gd name="connsiteX22" fmla="*/ 963349 w 4823819"/>
              <a:gd name="connsiteY22" fmla="*/ 2388489 h 4789266"/>
              <a:gd name="connsiteX23" fmla="*/ 6229 w 4823819"/>
              <a:gd name="connsiteY23" fmla="*/ 1329858 h 4789266"/>
              <a:gd name="connsiteX24" fmla="*/ 0 w 4823819"/>
              <a:gd name="connsiteY24" fmla="*/ 1206500 h 4789266"/>
              <a:gd name="connsiteX25" fmla="*/ 6229 w 4823819"/>
              <a:gd name="connsiteY25" fmla="*/ 1083143 h 4789266"/>
              <a:gd name="connsiteX26" fmla="*/ 1206501 w 4823819"/>
              <a:gd name="connsiteY26" fmla="*/ 0 h 478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823819" h="4789266">
                <a:moveTo>
                  <a:pt x="0" y="3582764"/>
                </a:moveTo>
                <a:lnTo>
                  <a:pt x="0" y="3582765"/>
                </a:lnTo>
                <a:lnTo>
                  <a:pt x="0" y="3582765"/>
                </a:lnTo>
                <a:close/>
                <a:moveTo>
                  <a:pt x="0" y="1206500"/>
                </a:moveTo>
                <a:lnTo>
                  <a:pt x="0" y="1206500"/>
                </a:lnTo>
                <a:lnTo>
                  <a:pt x="0" y="1206501"/>
                </a:lnTo>
                <a:close/>
                <a:moveTo>
                  <a:pt x="1206501" y="0"/>
                </a:moveTo>
                <a:lnTo>
                  <a:pt x="3617318" y="0"/>
                </a:lnTo>
                <a:cubicBezTo>
                  <a:pt x="4283650" y="0"/>
                  <a:pt x="4823819" y="540169"/>
                  <a:pt x="4823819" y="1206501"/>
                </a:cubicBezTo>
                <a:lnTo>
                  <a:pt x="4823818" y="1206501"/>
                </a:lnTo>
                <a:cubicBezTo>
                  <a:pt x="4823818" y="1789541"/>
                  <a:pt x="4410251" y="2275988"/>
                  <a:pt x="3860469" y="2388490"/>
                </a:cubicBezTo>
                <a:lnTo>
                  <a:pt x="3820220" y="2394633"/>
                </a:lnTo>
                <a:lnTo>
                  <a:pt x="3860470" y="2400776"/>
                </a:lnTo>
                <a:cubicBezTo>
                  <a:pt x="4410252" y="2513278"/>
                  <a:pt x="4823819" y="2999725"/>
                  <a:pt x="4823819" y="3582765"/>
                </a:cubicBezTo>
                <a:lnTo>
                  <a:pt x="4823818" y="3582765"/>
                </a:lnTo>
                <a:cubicBezTo>
                  <a:pt x="4823818" y="4249097"/>
                  <a:pt x="4283649" y="4789266"/>
                  <a:pt x="3617317" y="4789266"/>
                </a:cubicBezTo>
                <a:lnTo>
                  <a:pt x="1206501" y="4789265"/>
                </a:lnTo>
                <a:cubicBezTo>
                  <a:pt x="581815" y="4789265"/>
                  <a:pt x="68014" y="4314507"/>
                  <a:pt x="6229" y="3706122"/>
                </a:cubicBezTo>
                <a:lnTo>
                  <a:pt x="0" y="3582765"/>
                </a:lnTo>
                <a:lnTo>
                  <a:pt x="6229" y="3459408"/>
                </a:lnTo>
                <a:cubicBezTo>
                  <a:pt x="59776" y="2932140"/>
                  <a:pt x="452837" y="2505242"/>
                  <a:pt x="963349" y="2400776"/>
                </a:cubicBezTo>
                <a:lnTo>
                  <a:pt x="1003602" y="2394633"/>
                </a:lnTo>
                <a:lnTo>
                  <a:pt x="963349" y="2388489"/>
                </a:lnTo>
                <a:cubicBezTo>
                  <a:pt x="452837" y="2284023"/>
                  <a:pt x="59776" y="1857125"/>
                  <a:pt x="6229" y="1329858"/>
                </a:cubicBezTo>
                <a:lnTo>
                  <a:pt x="0" y="1206500"/>
                </a:lnTo>
                <a:lnTo>
                  <a:pt x="6229" y="1083143"/>
                </a:lnTo>
                <a:cubicBezTo>
                  <a:pt x="68014" y="474758"/>
                  <a:pt x="581815" y="0"/>
                  <a:pt x="120650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BF1CCEA6-C1AE-3353-BB17-66E6E8B78B2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506183" y="1296991"/>
            <a:ext cx="2172481" cy="2376489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75B395F-81AA-8A8F-A89B-DECFDDA30C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278111" y="1321069"/>
            <a:ext cx="2449524" cy="2352411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E3E23F56-B9D2-8D1F-E6D4-415C9FBD746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27082" y="1314616"/>
            <a:ext cx="2351869" cy="2363064"/>
          </a:xfrm>
          <a:custGeom>
            <a:avLst/>
            <a:gdLst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834792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413004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9" fmla="*/ 2383200 w 4766400"/>
              <a:gd name="connsiteY9" fmla="*/ 0 h 4834792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13004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27052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780653"/>
              <a:gd name="connsiteX1" fmla="*/ 4763395 w 4774091"/>
              <a:gd name="connsiteY1" fmla="*/ 2409958 h 4780653"/>
              <a:gd name="connsiteX2" fmla="*/ 4766400 w 4774091"/>
              <a:gd name="connsiteY2" fmla="*/ 2409958 h 4780653"/>
              <a:gd name="connsiteX3" fmla="*/ 4766400 w 4774091"/>
              <a:gd name="connsiteY3" fmla="*/ 2413001 h 4780653"/>
              <a:gd name="connsiteX4" fmla="*/ 4774091 w 4774091"/>
              <a:gd name="connsiteY4" fmla="*/ 4780653 h 4780653"/>
              <a:gd name="connsiteX5" fmla="*/ 0 w 4774091"/>
              <a:gd name="connsiteY5" fmla="*/ 4427052 h 4780653"/>
              <a:gd name="connsiteX6" fmla="*/ 0 w 4774091"/>
              <a:gd name="connsiteY6" fmla="*/ 2413001 h 4780653"/>
              <a:gd name="connsiteX7" fmla="*/ 0 w 4774091"/>
              <a:gd name="connsiteY7" fmla="*/ 2409958 h 4780653"/>
              <a:gd name="connsiteX8" fmla="*/ 3005 w 4774091"/>
              <a:gd name="connsiteY8" fmla="*/ 2409958 h 4780653"/>
              <a:gd name="connsiteX9" fmla="*/ 2383200 w 4774091"/>
              <a:gd name="connsiteY9" fmla="*/ 0 h 4780653"/>
              <a:gd name="connsiteX0" fmla="*/ 2383200 w 4774091"/>
              <a:gd name="connsiteY0" fmla="*/ 0 h 4781922"/>
              <a:gd name="connsiteX1" fmla="*/ 4763395 w 4774091"/>
              <a:gd name="connsiteY1" fmla="*/ 2409958 h 4781922"/>
              <a:gd name="connsiteX2" fmla="*/ 4766400 w 4774091"/>
              <a:gd name="connsiteY2" fmla="*/ 2409958 h 4781922"/>
              <a:gd name="connsiteX3" fmla="*/ 4766400 w 4774091"/>
              <a:gd name="connsiteY3" fmla="*/ 2413001 h 4781922"/>
              <a:gd name="connsiteX4" fmla="*/ 4774091 w 4774091"/>
              <a:gd name="connsiteY4" fmla="*/ 4780653 h 4781922"/>
              <a:gd name="connsiteX5" fmla="*/ 0 w 4774091"/>
              <a:gd name="connsiteY5" fmla="*/ 4781922 h 4781922"/>
              <a:gd name="connsiteX6" fmla="*/ 0 w 4774091"/>
              <a:gd name="connsiteY6" fmla="*/ 2413001 h 4781922"/>
              <a:gd name="connsiteX7" fmla="*/ 0 w 4774091"/>
              <a:gd name="connsiteY7" fmla="*/ 2409958 h 4781922"/>
              <a:gd name="connsiteX8" fmla="*/ 3005 w 4774091"/>
              <a:gd name="connsiteY8" fmla="*/ 2409958 h 4781922"/>
              <a:gd name="connsiteX9" fmla="*/ 2383200 w 4774091"/>
              <a:gd name="connsiteY9" fmla="*/ 0 h 4781922"/>
              <a:gd name="connsiteX0" fmla="*/ 2383200 w 4774091"/>
              <a:gd name="connsiteY0" fmla="*/ 0 h 4780652"/>
              <a:gd name="connsiteX1" fmla="*/ 4763395 w 4774091"/>
              <a:gd name="connsiteY1" fmla="*/ 2409958 h 4780652"/>
              <a:gd name="connsiteX2" fmla="*/ 4766400 w 4774091"/>
              <a:gd name="connsiteY2" fmla="*/ 2409958 h 4780652"/>
              <a:gd name="connsiteX3" fmla="*/ 4766400 w 4774091"/>
              <a:gd name="connsiteY3" fmla="*/ 2413001 h 4780652"/>
              <a:gd name="connsiteX4" fmla="*/ 4774091 w 4774091"/>
              <a:gd name="connsiteY4" fmla="*/ 4780653 h 4780652"/>
              <a:gd name="connsiteX5" fmla="*/ 0 w 4774091"/>
              <a:gd name="connsiteY5" fmla="*/ 4373429 h 4780652"/>
              <a:gd name="connsiteX6" fmla="*/ 0 w 4774091"/>
              <a:gd name="connsiteY6" fmla="*/ 2413001 h 4780652"/>
              <a:gd name="connsiteX7" fmla="*/ 0 w 4774091"/>
              <a:gd name="connsiteY7" fmla="*/ 2409958 h 4780652"/>
              <a:gd name="connsiteX8" fmla="*/ 3005 w 4774091"/>
              <a:gd name="connsiteY8" fmla="*/ 2409958 h 4780652"/>
              <a:gd name="connsiteX9" fmla="*/ 2383200 w 4774091"/>
              <a:gd name="connsiteY9" fmla="*/ 0 h 4780652"/>
              <a:gd name="connsiteX0" fmla="*/ 2383200 w 4766558"/>
              <a:gd name="connsiteY0" fmla="*/ 0 h 4373429"/>
              <a:gd name="connsiteX1" fmla="*/ 4763395 w 4766558"/>
              <a:gd name="connsiteY1" fmla="*/ 2409958 h 4373429"/>
              <a:gd name="connsiteX2" fmla="*/ 4766400 w 4766558"/>
              <a:gd name="connsiteY2" fmla="*/ 2409958 h 4373429"/>
              <a:gd name="connsiteX3" fmla="*/ 4766400 w 4766558"/>
              <a:gd name="connsiteY3" fmla="*/ 2413001 h 4373429"/>
              <a:gd name="connsiteX4" fmla="*/ 4742140 w 4766558"/>
              <a:gd name="connsiteY4" fmla="*/ 4372163 h 4373429"/>
              <a:gd name="connsiteX5" fmla="*/ 0 w 4766558"/>
              <a:gd name="connsiteY5" fmla="*/ 4373429 h 4373429"/>
              <a:gd name="connsiteX6" fmla="*/ 0 w 4766558"/>
              <a:gd name="connsiteY6" fmla="*/ 2413001 h 4373429"/>
              <a:gd name="connsiteX7" fmla="*/ 0 w 4766558"/>
              <a:gd name="connsiteY7" fmla="*/ 2409958 h 4373429"/>
              <a:gd name="connsiteX8" fmla="*/ 3005 w 4766558"/>
              <a:gd name="connsiteY8" fmla="*/ 2409958 h 4373429"/>
              <a:gd name="connsiteX9" fmla="*/ 2383200 w 4766558"/>
              <a:gd name="connsiteY9" fmla="*/ 0 h 437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66558" h="4373429">
                <a:moveTo>
                  <a:pt x="2383200" y="0"/>
                </a:moveTo>
                <a:lnTo>
                  <a:pt x="4763395" y="2409958"/>
                </a:lnTo>
                <a:lnTo>
                  <a:pt x="4766400" y="2409958"/>
                </a:lnTo>
                <a:lnTo>
                  <a:pt x="4766400" y="2413001"/>
                </a:lnTo>
                <a:cubicBezTo>
                  <a:pt x="4768964" y="3086814"/>
                  <a:pt x="4739576" y="3698350"/>
                  <a:pt x="4742140" y="4372163"/>
                </a:cubicBezTo>
                <a:lnTo>
                  <a:pt x="0" y="4373429"/>
                </a:lnTo>
                <a:lnTo>
                  <a:pt x="0" y="2413001"/>
                </a:lnTo>
                <a:lnTo>
                  <a:pt x="0" y="2409958"/>
                </a:lnTo>
                <a:lnTo>
                  <a:pt x="3005" y="2409958"/>
                </a:lnTo>
                <a:lnTo>
                  <a:pt x="238320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1" name="Tijdelijke aanduiding voor tekst 6">
            <a:extLst>
              <a:ext uri="{FF2B5EF4-FFF2-40B4-BE49-F238E27FC236}">
                <a16:creationId xmlns:a16="http://schemas.microsoft.com/office/drawing/2014/main" id="{2489BBEB-D49F-CB77-E864-DA84284662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5346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2DF2DE9-7FA0-4846-BC28-A3B4955784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5347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B864A5A-1A64-45E0-81E8-A37AC003484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145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5AB2838-AFE7-47E0-9C49-E47F28B51DB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48218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F2DA8560-3073-4CAE-8F27-582EC73FA9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14745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6122F964-51A8-4122-B4C8-3F5BCA7188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143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B52E7F0E-6B3A-455D-840E-E28EADEA74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48218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54B16E5-1A64-496D-B740-6952BDF7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8200B906-A002-4556-B28C-F7C47715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3ED6B0DD-865B-4275-B592-254AF6D83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86817A-1C14-4846-B877-299704A36E25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B3800C09-6006-46B9-91A5-BB08BB1D8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B3FDB51-C73B-EC39-9E46-19437AE739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10601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cxnSp>
        <p:nvCxnSpPr>
          <p:cNvPr id="20" name="Straight Connector 30">
            <a:extLst>
              <a:ext uri="{FF2B5EF4-FFF2-40B4-BE49-F238E27FC236}">
                <a16:creationId xmlns:a16="http://schemas.microsoft.com/office/drawing/2014/main" id="{0BC5F9AD-AD0E-4826-B491-9A7EDC19ACA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9AE27262-C4D9-44AE-9DBC-5E59E470C8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3913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DCF7D2-4F23-424F-92B9-079978823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A498B05-B75D-4B2E-B4A5-EBF77FC7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F46BD4B8-6A97-4778-9973-0685DBFD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876773C-B8C8-4BDD-A0EC-AFEC2C570C0C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5D9A119C-B8D1-4E76-993A-32B54EF3ACB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53"/>
            <a:ext cx="10945813" cy="1656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8AFB9332-8838-4EC6-B229-86F1FACAD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1A7227-4B09-46BA-B4E5-64D219698F6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5BF748D-5192-4E43-A4D6-5AD0C52B4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0AA0C730-792E-4090-AFCF-318FD5521A4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27" name="Espace réservé du contenu 6">
            <a:extLst>
              <a:ext uri="{FF2B5EF4-FFF2-40B4-BE49-F238E27FC236}">
                <a16:creationId xmlns:a16="http://schemas.microsoft.com/office/drawing/2014/main" id="{70FE0B4F-A2B7-49E0-B86D-B4C6A1BB50A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5792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CAD352CB-8133-4D0B-8718-CC141C42630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34485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  <p:cxnSp>
        <p:nvCxnSpPr>
          <p:cNvPr id="12" name="Straight Connector 23">
            <a:extLst>
              <a:ext uri="{FF2B5EF4-FFF2-40B4-BE49-F238E27FC236}">
                <a16:creationId xmlns:a16="http://schemas.microsoft.com/office/drawing/2014/main" id="{0A052054-16B4-43B0-87C3-AFEAE67AA87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9C7B10C6-E007-48B9-9BB4-63A54ED00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2162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51538" y="1487959"/>
            <a:ext cx="5897562" cy="4605337"/>
          </a:xfrm>
          <a:prstGeom prst="rect">
            <a:avLst/>
          </a:prstGeom>
          <a:noFill/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5255187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22">
            <a:extLst>
              <a:ext uri="{FF2B5EF4-FFF2-40B4-BE49-F238E27FC236}">
                <a16:creationId xmlns:a16="http://schemas.microsoft.com/office/drawing/2014/main" id="{0BA8F464-0BE5-43DE-AF4E-8BB9A9015C0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A9FB1B24-4BC9-4666-9A05-80CA2BB4C8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225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A378793C-D842-472D-ABCC-91FE563C6C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600423" y="1351278"/>
            <a:ext cx="4248472" cy="4647427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DD458C4-3A18-4F7F-9396-DB740CF2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4F8ADA4E-9558-4414-B606-FFCDDECB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2628A07-F0D7-471C-A13C-E725AF7B83B4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65951D5-81BC-4873-AF9A-564FE6C57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46"/>
            <a:ext cx="6767355" cy="50883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E441101A-1F2F-4E6D-8C50-41A8F56D9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FC144E-FF55-462A-AE7C-DFDB1F6EB8F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D8654857-CEA8-4036-ACAA-2FAD88536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2EA47001-2E53-4404-A6A1-0FD435F0447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351E7EA-AAA9-48D3-83BE-A4E1F9C1B7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160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4962" y="1124749"/>
            <a:ext cx="8929389" cy="4968548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80376" y="1093913"/>
            <a:ext cx="2518883" cy="51191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250000"/>
              </a:lnSpc>
              <a:buNone/>
              <a:defRPr sz="1400">
                <a:highlight>
                  <a:srgbClr val="B2EDA7"/>
                </a:highlight>
              </a:defRPr>
            </a:lvl4pPr>
            <a:lvl5pPr marL="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E847E7FD-EB23-41D1-A94C-0445B9FF4D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6AE94D-8027-40EE-8AFE-67B69744BF06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7E25381-B292-4F2B-95DB-A6E7AFA44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23">
            <a:extLst>
              <a:ext uri="{FF2B5EF4-FFF2-40B4-BE49-F238E27FC236}">
                <a16:creationId xmlns:a16="http://schemas.microsoft.com/office/drawing/2014/main" id="{EA38E504-B21D-4EA9-A5DF-29C0471794B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BDF42F5-E0BF-40EE-B8D1-24A3EEC2FA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039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0069"/>
            <a:ext cx="11512138" cy="1068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350024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2339138"/>
            <a:ext cx="7705725" cy="2700337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55BD0888-C41D-4055-8788-B673699C2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C8D043-4746-4954-8EAC-DFED1B542A10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832B0D9C-0878-4F5F-BE29-E86968EB2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Straight Connector 20">
            <a:extLst>
              <a:ext uri="{FF2B5EF4-FFF2-40B4-BE49-F238E27FC236}">
                <a16:creationId xmlns:a16="http://schemas.microsoft.com/office/drawing/2014/main" id="{6E78D8B4-0033-4FE8-AE52-33BD7E5307F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30BFA3F-F9E1-41FF-89FC-E4DD840C2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281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99B319-6DB2-4249-9EF9-0BE5A49EE51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6550" y="1125538"/>
            <a:ext cx="11512550" cy="4895850"/>
          </a:xfrm>
          <a:prstGeom prst="rect">
            <a:avLst/>
          </a:prstGeom>
        </p:spPr>
        <p:txBody>
          <a:bodyPr lIns="180000" tIns="18000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nl-NL"/>
              <a:t>Klik op het pictogram als u een tabel wilt toevoegen</a:t>
            </a:r>
            <a:endParaRPr lang="fr-FR"/>
          </a:p>
        </p:txBody>
      </p:sp>
      <p:cxnSp>
        <p:nvCxnSpPr>
          <p:cNvPr id="8" name="Straight Connector 18">
            <a:extLst>
              <a:ext uri="{FF2B5EF4-FFF2-40B4-BE49-F238E27FC236}">
                <a16:creationId xmlns:a16="http://schemas.microsoft.com/office/drawing/2014/main" id="{05C88FA9-1A1F-4498-941C-5A72E7641FF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0A57A7C-EBA4-40F8-BD1B-76FD44745A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9381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2CD231C-7E53-FC3E-217B-6B9C2D2717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7883174-CC0C-CABC-9D25-A0EDDA8FED5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BD3D19C5-4CA4-4AFB-8C20-87B3AC9A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F240F743-4EB4-4F8F-B7B6-404DBB6D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A99BF60-2013-4B78-8E6A-A10209EE9CF6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509F77A4-5507-4238-95ED-84105824AD0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71308"/>
            <a:ext cx="10945813" cy="2249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17883BCD-0606-404A-AE7C-475FE31A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26ED86-60DF-4424-932B-C3F9A1C0881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5EFBE8A7-9496-40E8-9DA9-215A49647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A6EEA19F-184B-4B67-88A2-1620D1E37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cxnSp>
        <p:nvCxnSpPr>
          <p:cNvPr id="12" name="Straight Connector 22">
            <a:extLst>
              <a:ext uri="{FF2B5EF4-FFF2-40B4-BE49-F238E27FC236}">
                <a16:creationId xmlns:a16="http://schemas.microsoft.com/office/drawing/2014/main" id="{98364A95-9772-431B-AE51-5C8CDAD5F92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999DBC96-CF2D-4E04-88F5-FE1C39A3DC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2252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231904" y="1341439"/>
            <a:ext cx="6626721" cy="46355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606AF20-9DEB-4F9F-A475-AC03A36C39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235" y="1341439"/>
            <a:ext cx="3888581" cy="463525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E9F2EB19-D992-4F46-A7B6-5FFE44F3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7" name="Date Placeholder 2">
            <a:extLst>
              <a:ext uri="{FF2B5EF4-FFF2-40B4-BE49-F238E27FC236}">
                <a16:creationId xmlns:a16="http://schemas.microsoft.com/office/drawing/2014/main" id="{62898395-5562-4577-892A-DED8B4CB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A720FBA-0993-452C-BA0D-B29829E4DFF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6B8BE8CC-3A2A-4418-B713-7BA0508D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CC7704-3E52-45A5-865D-0C5C6DA3272A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A6833364-511F-446C-96C9-23356AA53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07DBE549-8A6D-4FAE-AAA6-ACA7196BBB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cxnSp>
        <p:nvCxnSpPr>
          <p:cNvPr id="11" name="Straight Connector 23">
            <a:extLst>
              <a:ext uri="{FF2B5EF4-FFF2-40B4-BE49-F238E27FC236}">
                <a16:creationId xmlns:a16="http://schemas.microsoft.com/office/drawing/2014/main" id="{77705AC0-4CC8-4515-A1EE-5943E5DDD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9B549977-E2FA-406C-8891-064498F2B6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37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506562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graphicFrame>
        <p:nvGraphicFramePr>
          <p:cNvPr id="11" name="Table 32">
            <a:extLst>
              <a:ext uri="{FF2B5EF4-FFF2-40B4-BE49-F238E27FC236}">
                <a16:creationId xmlns:a16="http://schemas.microsoft.com/office/drawing/2014/main" id="{9AFA5782-9607-4F3F-8F78-8CFBD09BAC6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19823384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96A51186-41AF-45DB-ACE6-0A3DA14121A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23688159-56C6-4603-B751-F8CB0D50C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4176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36B8667-2240-41AA-B3D1-E8D5B84C6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9ECAD8B-6872-4109-BAB6-D61204A8C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60096" y="1003026"/>
            <a:ext cx="3960440" cy="485194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C0791AA-D671-4496-B114-67EBD99A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3687440B-C9C6-4DC2-AE13-75F91714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1C7B704-6277-4566-9E7B-CC823712289A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23">
            <a:extLst>
              <a:ext uri="{FF2B5EF4-FFF2-40B4-BE49-F238E27FC236}">
                <a16:creationId xmlns:a16="http://schemas.microsoft.com/office/drawing/2014/main" id="{B128940B-64E1-4940-8575-1F99D4AC14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5898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ockup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7A6B97D8-20BB-42C9-91BF-39AF88C02B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162CA2-A044-432C-82BA-84906CBEB5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3784" y="2925256"/>
            <a:ext cx="3312368" cy="2183975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6D45D6-8205-4C94-8416-73C4EA08B4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3784" y="2372927"/>
            <a:ext cx="2736304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5C98080-C8C9-4213-A9DE-FEB42F6B5C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962" y="1370391"/>
            <a:ext cx="11513932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87889" y="2107866"/>
            <a:ext cx="5524656" cy="3434182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564C2A2C-2556-442A-8B1E-73BFC28F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3A9E7B52-A027-4AD2-A5B4-68CB9496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63396B5-C0E0-401A-A73E-AEED12937E07}" type="datetime1">
              <a:rPr lang="fr-FR" smtClean="0"/>
              <a:t>11/08/2026</a:t>
            </a:fld>
            <a:endParaRPr lang="en-US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2E02F4A5-9F7C-40B8-AE80-8A7C252FE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A3A3B1-0492-4DE4-9E77-C7630C6F11D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CD9F642-86C4-40B8-BB50-827F8118C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DB0D0BBB-2CBC-4671-AB3D-35F32A0A0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D218FF43-7D64-409E-9A56-3079C7F5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cxnSp>
        <p:nvCxnSpPr>
          <p:cNvPr id="15" name="Straight Connector 26">
            <a:extLst>
              <a:ext uri="{FF2B5EF4-FFF2-40B4-BE49-F238E27FC236}">
                <a16:creationId xmlns:a16="http://schemas.microsoft.com/office/drawing/2014/main" id="{003D3ED6-0219-48AE-AF41-B098D7C515D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C05278F0-F127-4AD5-B24F-C116FF872F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4601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ockup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7">
            <a:extLst>
              <a:ext uri="{FF2B5EF4-FFF2-40B4-BE49-F238E27FC236}">
                <a16:creationId xmlns:a16="http://schemas.microsoft.com/office/drawing/2014/main" id="{03A1FFB4-280F-4F01-BA94-B0ECBE3651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sp>
        <p:nvSpPr>
          <p:cNvPr id="24" name="Espace réservé pour une image  6">
            <a:extLst>
              <a:ext uri="{FF2B5EF4-FFF2-40B4-BE49-F238E27FC236}">
                <a16:creationId xmlns:a16="http://schemas.microsoft.com/office/drawing/2014/main" id="{2149025D-75C1-4FAB-8A8E-EADD255C03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00257" y="1459130"/>
            <a:ext cx="2160240" cy="4703329"/>
          </a:xfrm>
          <a:custGeom>
            <a:avLst/>
            <a:gdLst>
              <a:gd name="connsiteX0" fmla="*/ 274308 w 2383631"/>
              <a:gd name="connsiteY0" fmla="*/ 0 h 5155406"/>
              <a:gd name="connsiteX1" fmla="*/ 496713 w 2383631"/>
              <a:gd name="connsiteY1" fmla="*/ 0 h 5155406"/>
              <a:gd name="connsiteX2" fmla="*/ 552448 w 2383631"/>
              <a:gd name="connsiteY2" fmla="*/ 55735 h 5155406"/>
              <a:gd name="connsiteX3" fmla="*/ 552162 w 2383631"/>
              <a:gd name="connsiteY3" fmla="*/ 57150 h 5155406"/>
              <a:gd name="connsiteX4" fmla="*/ 552448 w 2383631"/>
              <a:gd name="connsiteY4" fmla="*/ 57150 h 5155406"/>
              <a:gd name="connsiteX5" fmla="*/ 552448 w 2383631"/>
              <a:gd name="connsiteY5" fmla="*/ 55735 h 5155406"/>
              <a:gd name="connsiteX6" fmla="*/ 552448 w 2383631"/>
              <a:gd name="connsiteY6" fmla="*/ 0 h 5155406"/>
              <a:gd name="connsiteX7" fmla="*/ 552450 w 2383631"/>
              <a:gd name="connsiteY7" fmla="*/ 0 h 5155406"/>
              <a:gd name="connsiteX8" fmla="*/ 552450 w 2383631"/>
              <a:gd name="connsiteY8" fmla="*/ 54766 h 5155406"/>
              <a:gd name="connsiteX9" fmla="*/ 697709 w 2383631"/>
              <a:gd name="connsiteY9" fmla="*/ 200025 h 5155406"/>
              <a:gd name="connsiteX10" fmla="*/ 1690307 w 2383631"/>
              <a:gd name="connsiteY10" fmla="*/ 200025 h 5155406"/>
              <a:gd name="connsiteX11" fmla="*/ 1835566 w 2383631"/>
              <a:gd name="connsiteY11" fmla="*/ 54766 h 5155406"/>
              <a:gd name="connsiteX12" fmla="*/ 1835566 w 2383631"/>
              <a:gd name="connsiteY12" fmla="*/ 55735 h 5155406"/>
              <a:gd name="connsiteX13" fmla="*/ 1835566 w 2383631"/>
              <a:gd name="connsiteY13" fmla="*/ 57150 h 5155406"/>
              <a:gd name="connsiteX14" fmla="*/ 1835851 w 2383631"/>
              <a:gd name="connsiteY14" fmla="*/ 57150 h 5155406"/>
              <a:gd name="connsiteX15" fmla="*/ 1835566 w 2383631"/>
              <a:gd name="connsiteY15" fmla="*/ 55735 h 5155406"/>
              <a:gd name="connsiteX16" fmla="*/ 1891301 w 2383631"/>
              <a:gd name="connsiteY16" fmla="*/ 0 h 5155406"/>
              <a:gd name="connsiteX17" fmla="*/ 2109323 w 2383631"/>
              <a:gd name="connsiteY17" fmla="*/ 0 h 5155406"/>
              <a:gd name="connsiteX18" fmla="*/ 2383631 w 2383631"/>
              <a:gd name="connsiteY18" fmla="*/ 274308 h 5155406"/>
              <a:gd name="connsiteX19" fmla="*/ 2383631 w 2383631"/>
              <a:gd name="connsiteY19" fmla="*/ 4881098 h 5155406"/>
              <a:gd name="connsiteX20" fmla="*/ 2109323 w 2383631"/>
              <a:gd name="connsiteY20" fmla="*/ 5155406 h 5155406"/>
              <a:gd name="connsiteX21" fmla="*/ 274308 w 2383631"/>
              <a:gd name="connsiteY21" fmla="*/ 5155406 h 5155406"/>
              <a:gd name="connsiteX22" fmla="*/ 0 w 2383631"/>
              <a:gd name="connsiteY22" fmla="*/ 4881098 h 5155406"/>
              <a:gd name="connsiteX23" fmla="*/ 0 w 2383631"/>
              <a:gd name="connsiteY23" fmla="*/ 274308 h 5155406"/>
              <a:gd name="connsiteX24" fmla="*/ 274308 w 2383631"/>
              <a:gd name="connsiteY24" fmla="*/ 0 h 5155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83631" h="5155406">
                <a:moveTo>
                  <a:pt x="274308" y="0"/>
                </a:moveTo>
                <a:lnTo>
                  <a:pt x="496713" y="0"/>
                </a:lnTo>
                <a:cubicBezTo>
                  <a:pt x="527494" y="0"/>
                  <a:pt x="552448" y="24953"/>
                  <a:pt x="552448" y="55735"/>
                </a:cubicBezTo>
                <a:lnTo>
                  <a:pt x="552162" y="57150"/>
                </a:lnTo>
                <a:lnTo>
                  <a:pt x="552448" y="57150"/>
                </a:lnTo>
                <a:lnTo>
                  <a:pt x="552448" y="55735"/>
                </a:lnTo>
                <a:lnTo>
                  <a:pt x="552448" y="0"/>
                </a:lnTo>
                <a:lnTo>
                  <a:pt x="552450" y="0"/>
                </a:lnTo>
                <a:lnTo>
                  <a:pt x="552450" y="54766"/>
                </a:lnTo>
                <a:cubicBezTo>
                  <a:pt x="552450" y="134990"/>
                  <a:pt x="617485" y="200025"/>
                  <a:pt x="697709" y="200025"/>
                </a:cubicBezTo>
                <a:lnTo>
                  <a:pt x="1690307" y="200025"/>
                </a:lnTo>
                <a:cubicBezTo>
                  <a:pt x="1770531" y="200025"/>
                  <a:pt x="1835566" y="134990"/>
                  <a:pt x="1835566" y="54766"/>
                </a:cubicBezTo>
                <a:lnTo>
                  <a:pt x="1835566" y="55735"/>
                </a:lnTo>
                <a:lnTo>
                  <a:pt x="1835566" y="57150"/>
                </a:lnTo>
                <a:lnTo>
                  <a:pt x="1835851" y="57150"/>
                </a:lnTo>
                <a:lnTo>
                  <a:pt x="1835566" y="55735"/>
                </a:lnTo>
                <a:cubicBezTo>
                  <a:pt x="1835566" y="24953"/>
                  <a:pt x="1860519" y="0"/>
                  <a:pt x="1891301" y="0"/>
                </a:cubicBezTo>
                <a:lnTo>
                  <a:pt x="2109323" y="0"/>
                </a:lnTo>
                <a:cubicBezTo>
                  <a:pt x="2260819" y="0"/>
                  <a:pt x="2383631" y="122812"/>
                  <a:pt x="2383631" y="274308"/>
                </a:cubicBezTo>
                <a:lnTo>
                  <a:pt x="2383631" y="4881098"/>
                </a:lnTo>
                <a:cubicBezTo>
                  <a:pt x="2383631" y="5032594"/>
                  <a:pt x="2260819" y="5155406"/>
                  <a:pt x="2109323" y="5155406"/>
                </a:cubicBezTo>
                <a:lnTo>
                  <a:pt x="274308" y="5155406"/>
                </a:lnTo>
                <a:cubicBezTo>
                  <a:pt x="122812" y="5155406"/>
                  <a:pt x="0" y="5032594"/>
                  <a:pt x="0" y="4881098"/>
                </a:cubicBezTo>
                <a:lnTo>
                  <a:pt x="0" y="274308"/>
                </a:lnTo>
                <a:cubicBezTo>
                  <a:pt x="0" y="122812"/>
                  <a:pt x="122812" y="0"/>
                  <a:pt x="274308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AB445C5-8E6F-4510-8735-5A5F7142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0F97DEDE-5EF2-4F76-AAE2-0AEA82B4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1AF09C8-B8C9-4319-B42A-ABCBE6C76F5D}" type="datetime1">
              <a:rPr lang="fr-FR" smtClean="0"/>
              <a:t>11/08/2026</a:t>
            </a:fld>
            <a:endParaRPr lang="en-US"/>
          </a:p>
        </p:txBody>
      </p:sp>
      <p:sp>
        <p:nvSpPr>
          <p:cNvPr id="25" name="Espace réservé du contenu 6">
            <a:extLst>
              <a:ext uri="{FF2B5EF4-FFF2-40B4-BE49-F238E27FC236}">
                <a16:creationId xmlns:a16="http://schemas.microsoft.com/office/drawing/2014/main" id="{1426606B-A2A9-4F52-A426-7A7BC68890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7271411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974B5DDE-E39D-442D-B518-0A95FAB82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FB3A4-5290-47AE-80CC-41B088283968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8F0FCDF2-E4B8-4FF8-951F-333F195AE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0" name="Image 7">
            <a:extLst>
              <a:ext uri="{FF2B5EF4-FFF2-40B4-BE49-F238E27FC236}">
                <a16:creationId xmlns:a16="http://schemas.microsoft.com/office/drawing/2014/main" id="{E2D90B34-ADB0-468D-82B5-27942B7FAD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B7DFD98D-6A6B-4BA5-A251-01EC49929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05761BE8-D6D0-430E-940A-7756D7317D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5055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raph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456363" y="1124747"/>
            <a:ext cx="5392737" cy="4939504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grafiek wilt toevoegen</a:t>
            </a:r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918"/>
            <a:ext cx="5759243" cy="50951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35AEBD17-A819-4F75-ADAA-C44416F4159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30DDEE7E-DE32-44A1-AAA3-D8C75E81B5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7117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raph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336757" y="1220999"/>
            <a:ext cx="5759243" cy="3168348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grafiek wilt toevoegen</a:t>
            </a:r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4533363"/>
            <a:ext cx="5759243" cy="15599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AEBA425F-E483-4CF4-DCFF-567159453D5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336360" y="1556793"/>
            <a:ext cx="2232248" cy="1944215"/>
          </a:xfrm>
          <a:prstGeom prst="rect">
            <a:avLst/>
          </a:prstGeom>
        </p:spPr>
        <p:txBody>
          <a:bodyPr tIns="360000"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1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1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F08CA129-CCA6-4D5F-860C-8563FB03CA9D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A76EA7-2415-4704-B090-442C005EBD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8151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raph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Connecteur droit avec flèche 19">
            <a:extLst>
              <a:ext uri="{FF2B5EF4-FFF2-40B4-BE49-F238E27FC236}">
                <a16:creationId xmlns:a16="http://schemas.microsoft.com/office/drawing/2014/main" id="{82157D0B-5B43-4499-B811-FC97F94CC5B3}"/>
              </a:ext>
            </a:extLst>
          </p:cNvPr>
          <p:cNvCxnSpPr>
            <a:cxnSpLocks/>
          </p:cNvCxnSpPr>
          <p:nvPr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5BAA6DF2-6BF1-44D2-A7A2-4E832E7F35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3541" y="2957868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D273E6C-5B43-47A1-AB8A-A2455EA3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2094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85A9C4E4-9C76-46EA-A104-6A52B8A2A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0647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F45A75B0-EDC2-4FD4-8027-3C0679164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9200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1EB615D0-8561-40D1-A9FF-DB0B9BB024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7753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6C61FD5F-4FF2-4CCF-8216-A276AD21D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16306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C7E7B9E7-1191-45B9-9409-E9FAAA1B7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4859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8DC8E8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1B8BFFF6-FB1C-4DCF-9551-4DC6B11669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33415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E6ADBE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16A49026-9DDC-4DEC-9349-93D1C08BDF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023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A99BAA1A-E09C-4363-AA56-912797FB92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18454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CF7CD207-D6C9-4F3B-8E35-0A29272125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35560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D4CC00DC-4570-4C16-A178-BFBDE56AE4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6408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885ABC25-DCA1-476F-B9DE-8CD54A70E9D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09901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AE26B1A6-6780-4059-BA90-AF69B771FC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803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F67A492-5383-4C80-B06A-4451DB1346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44113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51B5A691-1DDD-4108-AD2C-7149CE8B851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0795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cxnSp>
        <p:nvCxnSpPr>
          <p:cNvPr id="26" name="Straight Connector 22">
            <a:extLst>
              <a:ext uri="{FF2B5EF4-FFF2-40B4-BE49-F238E27FC236}">
                <a16:creationId xmlns:a16="http://schemas.microsoft.com/office/drawing/2014/main" id="{41491E88-DCF3-4A3A-B25D-12AA5C0E72C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8C3E1B27-1E7D-4F13-B744-3820C7823F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28" name="Connecteur droit avec flèche 19">
            <a:extLst>
              <a:ext uri="{FF2B5EF4-FFF2-40B4-BE49-F238E27FC236}">
                <a16:creationId xmlns:a16="http://schemas.microsoft.com/office/drawing/2014/main" id="{E5E201C7-D3E5-4562-A24A-14AF0318777C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5403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0814652-4E64-BB4E-4C15-1630519B5CF6}"/>
              </a:ext>
            </a:extLst>
          </p:cNvPr>
          <p:cNvGrpSpPr/>
          <p:nvPr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8E78E-6E08-1993-B94C-1346633B0E98}"/>
                </a:ext>
              </a:extLst>
            </p:cNvPr>
            <p:cNvSpPr txBox="1"/>
            <p:nvPr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F9AC48-87F1-85CE-2EB6-91E863A35687}"/>
                </a:ext>
              </a:extLst>
            </p:cNvPr>
            <p:cNvSpPr txBox="1"/>
            <p:nvPr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55864" y="1052736"/>
            <a:ext cx="11502761" cy="5101546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16757FF-58A1-48FC-9430-00C1FF4A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9D750953-D239-4F53-960F-BFB41CB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DCF8A-FD77-41B6-A17C-740D06CEA781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748BCF6B-A6F6-47F4-BEEC-36E35EF0A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FE0BAD-61A9-47B9-BB0D-B65F8F1CF02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69792E35-ED0B-4E00-BDFF-52D0A18A3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grpSp>
        <p:nvGrpSpPr>
          <p:cNvPr id="11" name="Group 15">
            <a:extLst>
              <a:ext uri="{FF2B5EF4-FFF2-40B4-BE49-F238E27FC236}">
                <a16:creationId xmlns:a16="http://schemas.microsoft.com/office/drawing/2014/main" id="{378A74DD-433A-49E2-8544-040AA89DB5B7}"/>
              </a:ext>
            </a:extLst>
          </p:cNvPr>
          <p:cNvGrpSpPr/>
          <p:nvPr userDrawn="1"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D2BBA3A3-67B2-4BEE-B367-C69E7C5C8658}"/>
                </a:ext>
              </a:extLst>
            </p:cNvPr>
            <p:cNvSpPr txBox="1"/>
            <p:nvPr userDrawn="1"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9AF78295-20EA-455E-B58E-B82AFEB878F2}"/>
                </a:ext>
              </a:extLst>
            </p:cNvPr>
            <p:cNvSpPr txBox="1"/>
            <p:nvPr userDrawn="1"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cxnSp>
        <p:nvCxnSpPr>
          <p:cNvPr id="17" name="Straight Connector 20">
            <a:extLst>
              <a:ext uri="{FF2B5EF4-FFF2-40B4-BE49-F238E27FC236}">
                <a16:creationId xmlns:a16="http://schemas.microsoft.com/office/drawing/2014/main" id="{D492FFC9-6190-4BC7-BB0C-65D7BAFE637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DC12DC74-666B-4D81-B39C-D817A25A8D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629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0104C34-5A7E-4B6D-BBCA-13B481B383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888088" y="1555529"/>
            <a:ext cx="4422767" cy="4247423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E69296D-3905-4CE6-9A55-02EE72A5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FA733F98-84BC-4DC7-80B4-DF3E70E2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4D693B8-F3FD-4AA0-BB78-88A56E05B336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Titel 14">
            <a:extLst>
              <a:ext uri="{FF2B5EF4-FFF2-40B4-BE49-F238E27FC236}">
                <a16:creationId xmlns:a16="http://schemas.microsoft.com/office/drawing/2014/main" id="{21E81E08-3054-4082-AB23-A0374AC24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048055-C1CC-4F50-8EAC-426A79B0A4B9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2A1329B-ABCE-47BE-9BFD-76DB0A66A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94CF8881-77C5-4E3F-AA42-08F28BEAF107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FCB0E114-248F-44AF-93D1-2D3393685291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25">
            <a:extLst>
              <a:ext uri="{FF2B5EF4-FFF2-40B4-BE49-F238E27FC236}">
                <a16:creationId xmlns:a16="http://schemas.microsoft.com/office/drawing/2014/main" id="{3192FDAA-F7C6-4A4C-B099-50EE36D0EDAD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6AA6D136-4908-47D8-8896-D37F4EC59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4617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99665FB2-EC47-49E4-A249-21A1F62F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3818A388-D90C-4FAB-BD74-27AF1E87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BA961B0-4255-4892-B4D6-ECE2BB7EB469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E5A9C3B-BBB6-473D-9D32-4B7E3067766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76120" y="1527400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A400BF6B-DE11-4894-8F8B-C43733E04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C5CB43-66B2-45AA-A1C4-F1D077B69C4C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03F45113-86BC-45EE-BF29-7E13F9156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5BF5CE3D-A18B-4F18-9FA3-A0D53ED440B7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09815612-65EC-42A4-8251-7BF99DFD6549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31412D14-8F4E-4C7C-8D18-A5EB08461A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cxnSp>
        <p:nvCxnSpPr>
          <p:cNvPr id="17" name="Straight Connector 24">
            <a:extLst>
              <a:ext uri="{FF2B5EF4-FFF2-40B4-BE49-F238E27FC236}">
                <a16:creationId xmlns:a16="http://schemas.microsoft.com/office/drawing/2014/main" id="{B7DBA1A1-E7AC-48D8-985F-D9F295F8D206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F9BD8CDE-C06C-401C-AA76-202F1DA3C9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5618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-you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098AB852-192F-433A-9CAD-5562DB6C12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8727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_Sli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5956624E-3989-1F2F-6744-AF96ED6434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0527" y="10916392"/>
            <a:ext cx="2886182" cy="2643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B2EDA7"/>
                </a:solidFill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CF3748E-BAEB-FA0D-EA71-EF50D45B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1D97113-5AD9-430B-B089-E0021BD696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6206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in-title-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16D65DCB-AC4A-4152-AA68-876ABBB48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1623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_title_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ACE988A1-9993-4CD1-84BB-751DF1F83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5575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BLOSS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2BF05229-FBCC-4297-906D-B2843EC10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4423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>
            <a:extLst>
              <a:ext uri="{FF2B5EF4-FFF2-40B4-BE49-F238E27FC236}">
                <a16:creationId xmlns:a16="http://schemas.microsoft.com/office/drawing/2014/main" id="{23649652-109F-30B3-D03C-F3D91739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F3141F40-9E99-4929-AABF-9233291DB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81E01857-5F0C-4D92-B1FF-78F94C94530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B143E29-A41E-4DC7-9DBF-96FBC964E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4725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mple-text_TABLE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bg2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5D6D08D-4621-4C9D-A250-0079F5E1786B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B9ABE2E-9091-477B-8026-0F1686EA45B1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5D0D5FA1-5CA0-4FA5-8A70-BB88A2867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A7D4D670-8885-4273-9A0A-404B8CA84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982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SU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FFB0D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rgbClr val="FFB0D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id="{3B2E6603-80D9-0573-5187-BF5A75DA9A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rgbClr val="FFB0D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rgbClr val="FFB0D6"/>
                </a:solidFill>
              </a:defRPr>
            </a:lvl2pPr>
            <a:lvl3pPr marL="0" indent="0">
              <a:buNone/>
              <a:defRPr>
                <a:solidFill>
                  <a:srgbClr val="FFB0D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rgbClr val="FFB0D6"/>
                </a:solidFill>
              </a:defRPr>
            </a:lvl5pPr>
            <a:lvl6pPr marL="0" indent="0">
              <a:buNone/>
              <a:defRPr sz="1400" b="1">
                <a:solidFill>
                  <a:srgbClr val="FFB0D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rgbClr val="FFB0D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B4569DF-9B0B-4CFB-87C6-CADDF72C2A3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CEAF972B-A16D-428E-A688-D8EAC7FF60A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8C66FB2-BF08-45BF-BF7C-6D9D014265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CADF20E2-1D99-4C5E-A794-8B27BCB7E6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7025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BLOSS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rgbClr val="FFB0D6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2"/>
                </a:solidFill>
              </a:defRPr>
            </a:lvl5pPr>
            <a:lvl6pPr marL="0" indent="0">
              <a:buNone/>
              <a:defRPr sz="1400" b="1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1CB6FD-5F28-4120-901B-82C36DA0B4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87A41E3-7226-4BBE-9E92-BF73DC9400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35BC9114-7BDF-4904-A2A0-0A92C1AF7AB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4F42CD4D-E25F-41B7-8322-A9386862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17">
            <a:extLst>
              <a:ext uri="{FF2B5EF4-FFF2-40B4-BE49-F238E27FC236}">
                <a16:creationId xmlns:a16="http://schemas.microsoft.com/office/drawing/2014/main" id="{56259F42-19D9-400C-8F16-19D568E840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9224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1768855-FACA-4549-99D9-E8300DDC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2204864"/>
            <a:ext cx="4392488" cy="335829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F346218-9C3C-4B3D-BE62-F3FE963C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3898158-63AD-4764-985C-36F3F297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54D66B-6124-4183-985C-3A5B0C606042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2E2C3C42-7BAA-4C79-9729-431C1F131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7282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-you_BLOSSO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0391751C-6D45-483D-AC33-B3D9FB62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9231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in-title_LAGO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CC2F8F53-501E-4196-A182-4FD11750F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7495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4">
            <a:extLst>
              <a:ext uri="{FF2B5EF4-FFF2-40B4-BE49-F238E27FC236}">
                <a16:creationId xmlns:a16="http://schemas.microsoft.com/office/drawing/2014/main" id="{899C6986-6A14-6AF6-1E52-1C619F6694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5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24">
            <a:extLst>
              <a:ext uri="{FF2B5EF4-FFF2-40B4-BE49-F238E27FC236}">
                <a16:creationId xmlns:a16="http://schemas.microsoft.com/office/drawing/2014/main" id="{E81E0413-3354-4695-8A19-BEA175D59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cxnSp>
        <p:nvCxnSpPr>
          <p:cNvPr id="10" name="Straight Connector 23">
            <a:extLst>
              <a:ext uri="{FF2B5EF4-FFF2-40B4-BE49-F238E27FC236}">
                <a16:creationId xmlns:a16="http://schemas.microsoft.com/office/drawing/2014/main" id="{0C497041-74BB-4FD8-910B-D3AB3B230404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284C913F-530F-47BF-BBBB-F22437761C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6568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mple-text_TABLE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50C53DA-F9CC-4FA3-927B-B29028C08F97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8416F92-538C-4352-B067-A1F70A1F0F83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03ADBA16-6F9E-4CC8-A8C3-86FDE860F10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0BD56E2C-7608-4CF7-A4F0-E2D6325B39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4042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LAG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24">
            <a:extLst>
              <a:ext uri="{FF2B5EF4-FFF2-40B4-BE49-F238E27FC236}">
                <a16:creationId xmlns:a16="http://schemas.microsoft.com/office/drawing/2014/main" id="{763E44B9-D67B-A7FF-E763-F352A71917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6"/>
                </a:solidFill>
              </a:defRPr>
            </a:lvl2pPr>
            <a:lvl3pPr marL="0" indent="0">
              <a:buNone/>
              <a:defRPr>
                <a:solidFill>
                  <a:schemeClr val="accent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6"/>
                </a:solidFill>
              </a:defRPr>
            </a:lvl5pPr>
            <a:lvl6pPr marL="0" indent="0">
              <a:buNone/>
              <a:defRPr sz="1400" b="1">
                <a:solidFill>
                  <a:schemeClr val="accent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093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9D460E-BA3D-4A56-BC4F-1FC316C834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2042E662-843F-444F-B51D-B4355973F2F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C833D1A6-A80E-4B87-A0A3-D61C648C46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24">
            <a:extLst>
              <a:ext uri="{FF2B5EF4-FFF2-40B4-BE49-F238E27FC236}">
                <a16:creationId xmlns:a16="http://schemas.microsoft.com/office/drawing/2014/main" id="{C53CD8C5-1B2A-4F16-B93E-00707956C3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1262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S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5"/>
                </a:solidFill>
              </a:defRPr>
            </a:lvl5pPr>
            <a:lvl6pPr marL="0" indent="0">
              <a:buNone/>
              <a:defRPr sz="1400" b="1">
                <a:solidFill>
                  <a:schemeClr val="accent5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EB7D4-0EB1-4DD6-B4F2-1375FA3FBA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6BE92BA-DC70-4C0D-9D95-6C913087D14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51BC929A-DE30-43C0-B759-A9D503859CE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C891C28-FA57-4F48-BF51-2D5371EF7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0D6E2AF8-8061-438C-BC69-E678298035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5895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LAG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EDEFBB69-9040-4A7A-BDC1-95683D8CB7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8679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SK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C2CFCA37-CA81-4C0A-8F86-F728AD387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4645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D832270-EC8E-4F55-929E-693A8118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00056" y="1412775"/>
            <a:ext cx="3456384" cy="432047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DB97E91-24CF-486F-ADB5-AF17ADC4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A66240C-04F7-463C-A8B9-AE5CE2BC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5F17FB8-2650-485F-B3FB-66E416F085DF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431BDB5E-A026-4719-B337-44AA37E640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1939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-you_SK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52EF526E-24EC-4D9D-AD0C-FB137D639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070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i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4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  <p:pic>
        <p:nvPicPr>
          <p:cNvPr id="6" name="Graphique 3">
            <a:extLst>
              <a:ext uri="{FF2B5EF4-FFF2-40B4-BE49-F238E27FC236}">
                <a16:creationId xmlns:a16="http://schemas.microsoft.com/office/drawing/2014/main" id="{51518440-73A8-4D0D-9083-DCACABB551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966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-text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3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4" name="Picture 32">
            <a:extLst>
              <a:ext uri="{FF2B5EF4-FFF2-40B4-BE49-F238E27FC236}">
                <a16:creationId xmlns:a16="http://schemas.microsoft.com/office/drawing/2014/main" id="{D547B26C-4529-C12B-B948-9F8BD3853D8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  <p:cxnSp>
        <p:nvCxnSpPr>
          <p:cNvPr id="9" name="Straight Connector 23">
            <a:extLst>
              <a:ext uri="{FF2B5EF4-FFF2-40B4-BE49-F238E27FC236}">
                <a16:creationId xmlns:a16="http://schemas.microsoft.com/office/drawing/2014/main" id="{F7037BED-7396-40CD-880C-67ADD0289A2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9E0E90C-0963-4229-9CDE-372E04CE1E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1" name="Picture 32">
            <a:extLst>
              <a:ext uri="{FF2B5EF4-FFF2-40B4-BE49-F238E27FC236}">
                <a16:creationId xmlns:a16="http://schemas.microsoft.com/office/drawing/2014/main" id="{4724AF76-D70E-497B-B765-9590E76150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866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mple-text_TABLE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5123AD0-DE32-4B44-81A2-1E1B27CED58A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E144EDC-4A68-4EF8-9554-412B6AD434FC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A3260BF1-87A1-49DC-B0D1-3AFD2E544F5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D7477F50-2170-4273-8F55-2A6584D5DF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6002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B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4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3" name="Picture 31">
            <a:extLst>
              <a:ext uri="{FF2B5EF4-FFF2-40B4-BE49-F238E27FC236}">
                <a16:creationId xmlns:a16="http://schemas.microsoft.com/office/drawing/2014/main" id="{F8084AD0-B6E5-138E-D4A1-A0D162740A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1200">
                <a:solidFill>
                  <a:schemeClr val="accent4"/>
                </a:solidFill>
              </a:defRPr>
            </a:lvl2pPr>
            <a:lvl3pPr marL="0" indent="0">
              <a:buNone/>
              <a:defRPr>
                <a:solidFill>
                  <a:schemeClr val="accent4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4"/>
                </a:solidFill>
              </a:defRPr>
            </a:lvl5pPr>
            <a:lvl6pPr marL="0" indent="0">
              <a:buNone/>
              <a:defRPr sz="1400" b="1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C7ACBB1-44AF-49B6-9578-3FB48029D5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Connector 18">
            <a:extLst>
              <a:ext uri="{FF2B5EF4-FFF2-40B4-BE49-F238E27FC236}">
                <a16:creationId xmlns:a16="http://schemas.microsoft.com/office/drawing/2014/main" id="{C09E51FB-B620-49EA-ABC7-DC2EED61EF7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1A84D2EA-C664-495E-98E3-AA6D6EB002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D5D1CAF5-5B8A-4F80-A518-4FACD424B0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16" name="Picture 31">
            <a:extLst>
              <a:ext uri="{FF2B5EF4-FFF2-40B4-BE49-F238E27FC236}">
                <a16:creationId xmlns:a16="http://schemas.microsoft.com/office/drawing/2014/main" id="{2A79E170-7F2A-4D6C-8EDE-C9AC3EEFB2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1483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ORED_simple_text_HON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3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3"/>
                </a:solidFill>
              </a:defRPr>
            </a:lvl5pPr>
            <a:lvl6pPr marL="0" indent="0">
              <a:buNone/>
              <a:defRPr sz="1400" b="1">
                <a:solidFill>
                  <a:schemeClr val="accent3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A51C234-9B16-4DD5-ACF1-75C3B84E90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22B70358-FEDF-4AE5-8BA9-E435B5F8F365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C77382A2-FC0C-43F2-8C5E-465D88312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42F1AAFE-FDCF-4C39-8622-C8444F02D4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9564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image_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87A30D-ABF0-49A1-B42A-59764138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1988840"/>
            <a:ext cx="4392488" cy="357432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77B8F76-D931-454A-834C-DD0616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7FFEEC5-495E-44AF-B58B-250A4DE4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C95E0B9-1397-4357-A7A4-00B5E38C0113}" type="datetime1">
              <a:rPr lang="fr-FR" smtClean="0"/>
              <a:t>11/08/2026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F8E2C11D-07F4-438F-A469-1B9A36624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776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6ADA370F-6925-44B8-ACFE-C820A132B5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4405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-title_HON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  <p:pic>
        <p:nvPicPr>
          <p:cNvPr id="5" name="Graphic 56">
            <a:extLst>
              <a:ext uri="{FF2B5EF4-FFF2-40B4-BE49-F238E27FC236}">
                <a16:creationId xmlns:a16="http://schemas.microsoft.com/office/drawing/2014/main" id="{E949E362-82B8-44E4-B1F7-AD1EF0CFC0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705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-you_HONE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  <p:pic>
        <p:nvPicPr>
          <p:cNvPr id="5" name="Graphique 3">
            <a:extLst>
              <a:ext uri="{FF2B5EF4-FFF2-40B4-BE49-F238E27FC236}">
                <a16:creationId xmlns:a16="http://schemas.microsoft.com/office/drawing/2014/main" id="{3C688AAF-0783-4E4F-9908-5F9CFFE81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8794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2DB889-D85F-3648-A7EB-2274393CE1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83733" y="1564199"/>
            <a:ext cx="10601867" cy="4916481"/>
          </a:xfrm>
          <a:prstGeom prst="rect">
            <a:avLst/>
          </a:prstGeom>
        </p:spPr>
        <p:txBody>
          <a:bodyPr/>
          <a:lstStyle>
            <a:lvl1pPr marL="380990" indent="-380990">
              <a:buFont typeface="Arial" panose="020B0604020202020204" pitchFamily="34" charset="0"/>
              <a:buChar char="•"/>
              <a:tabLst>
                <a:tab pos="2010783" algn="l"/>
              </a:tabLst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Arial Nova" panose="020B0504020202020204" pitchFamily="34" charset="0"/>
              </a:rPr>
              <a:t>We </a:t>
            </a:r>
            <a:r>
              <a:rPr lang="en-GB" sz="1600" err="1">
                <a:latin typeface="Arial Nova" panose="020B0504020202020204" pitchFamily="34" charset="0"/>
              </a:rPr>
              <a:t>hebben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ze</a:t>
            </a:r>
            <a:r>
              <a:rPr lang="en-GB" sz="1600">
                <a:latin typeface="Arial Nova" panose="020B0504020202020204" pitchFamily="34" charset="0"/>
              </a:rPr>
              <a:t> in alle </a:t>
            </a:r>
            <a:r>
              <a:rPr lang="en-GB" sz="1600" err="1">
                <a:latin typeface="Arial Nova" panose="020B0504020202020204" pitchFamily="34" charset="0"/>
              </a:rPr>
              <a:t>soorten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maten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Altijd</a:t>
            </a:r>
            <a:r>
              <a:rPr lang="en-GB" sz="1600">
                <a:latin typeface="Arial Nova" panose="020B0504020202020204" pitchFamily="34" charset="0"/>
              </a:rPr>
              <a:t> midden in de </a:t>
            </a:r>
            <a:r>
              <a:rPr lang="en-GB" sz="1600" err="1">
                <a:latin typeface="Arial Nova" panose="020B0504020202020204" pitchFamily="34" charset="0"/>
              </a:rPr>
              <a:t>natuur</a:t>
            </a:r>
            <a:r>
              <a:rPr lang="en-GB" sz="1600">
                <a:latin typeface="Arial Nova" panose="020B0504020202020204" pitchFamily="34" charset="0"/>
              </a:rPr>
              <a:t>, met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woonkamer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keuken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slaapkamer</a:t>
            </a:r>
            <a:r>
              <a:rPr lang="en-GB" sz="1600">
                <a:latin typeface="Arial Nova" panose="020B0504020202020204" pitchFamily="34" charset="0"/>
              </a:rPr>
              <a:t>(s), </a:t>
            </a:r>
            <a:r>
              <a:rPr lang="en-GB" sz="1600" err="1">
                <a:latin typeface="Arial Nova" panose="020B0504020202020204" pitchFamily="34" charset="0"/>
              </a:rPr>
              <a:t>badkamer</a:t>
            </a:r>
            <a:r>
              <a:rPr lang="en-GB" sz="1600">
                <a:latin typeface="Arial Nova" panose="020B0504020202020204" pitchFamily="34" charset="0"/>
              </a:rPr>
              <a:t>(s)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eigen </a:t>
            </a:r>
            <a:r>
              <a:rPr lang="en-GB" sz="1600" err="1">
                <a:latin typeface="Arial Nova" panose="020B0504020202020204" pitchFamily="34" charset="0"/>
              </a:rPr>
              <a:t>privéterras</a:t>
            </a:r>
            <a:r>
              <a:rPr lang="en-GB" sz="1600">
                <a:latin typeface="Arial Nova" panose="020B0504020202020204" pitchFamily="34" charset="0"/>
              </a:rPr>
              <a:t>. Je </a:t>
            </a:r>
            <a:r>
              <a:rPr lang="en-GB" sz="1600" err="1">
                <a:latin typeface="Arial Nova" panose="020B0504020202020204" pitchFamily="34" charset="0"/>
              </a:rPr>
              <a:t>kunt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kiezen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uit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verschillende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luxeniveaus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trouverez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forcément</a:t>
            </a:r>
            <a:r>
              <a:rPr lang="en-GB" sz="1600">
                <a:latin typeface="Arial Nova" panose="020B0504020202020204" pitchFamily="34" charset="0"/>
              </a:rPr>
              <a:t> le </a:t>
            </a:r>
            <a:r>
              <a:rPr lang="en-GB" sz="1600" err="1">
                <a:latin typeface="Arial Nova" panose="020B0504020202020204" pitchFamily="34" charset="0"/>
              </a:rPr>
              <a:t>vôtre</a:t>
            </a:r>
            <a:r>
              <a:rPr lang="en-GB" sz="1600">
                <a:latin typeface="Arial Nova" panose="020B0504020202020204" pitchFamily="34" charset="0"/>
              </a:rPr>
              <a:t> !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pleine</a:t>
            </a:r>
            <a:r>
              <a:rPr lang="en-GB" sz="1600">
                <a:latin typeface="Arial Nova" panose="020B0504020202020204" pitchFamily="34" charset="0"/>
              </a:rPr>
              <a:t> nature, avec salon, cuisine, chambre(s), salle(s) de </a:t>
            </a:r>
            <a:r>
              <a:rPr lang="en-GB" sz="1600" err="1">
                <a:latin typeface="Arial Nova" panose="020B0504020202020204" pitchFamily="34" charset="0"/>
              </a:rPr>
              <a:t>bains</a:t>
            </a:r>
            <a:r>
              <a:rPr lang="en-GB" sz="1600">
                <a:latin typeface="Arial Nova" panose="020B0504020202020204" pitchFamily="34" charset="0"/>
              </a:rPr>
              <a:t> et terrasse </a:t>
            </a:r>
            <a:r>
              <a:rPr lang="en-GB" sz="1600" err="1">
                <a:latin typeface="Arial Nova" panose="020B0504020202020204" pitchFamily="34" charset="0"/>
              </a:rPr>
              <a:t>privée</a:t>
            </a:r>
            <a:r>
              <a:rPr lang="en-GB" sz="1600">
                <a:latin typeface="Arial Nova" panose="020B0504020202020204" pitchFamily="34" charset="0"/>
              </a:rPr>
              <a:t>, nous </a:t>
            </a: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proposons</a:t>
            </a:r>
            <a:r>
              <a:rPr lang="en-GB" sz="1600">
                <a:latin typeface="Arial Nova" panose="020B0504020202020204" pitchFamily="34" charset="0"/>
              </a:rPr>
              <a:t> de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formes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tailles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ce</a:t>
            </a:r>
            <a:r>
              <a:rPr lang="en-GB" sz="1600">
                <a:latin typeface="Arial Nova" panose="020B0504020202020204" pitchFamily="34" charset="0"/>
              </a:rPr>
              <a:t> dans 4 </a:t>
            </a:r>
            <a:r>
              <a:rPr lang="en-GB" sz="1600" err="1">
                <a:latin typeface="Arial Nova" panose="020B0504020202020204" pitchFamily="34" charset="0"/>
              </a:rPr>
              <a:t>gammes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Ferienhäuser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haben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wir</a:t>
            </a:r>
            <a:r>
              <a:rPr lang="en-GB" sz="1600">
                <a:latin typeface="Arial Nova" panose="020B0504020202020204" pitchFamily="34" charset="0"/>
              </a:rPr>
              <a:t> in </a:t>
            </a:r>
            <a:r>
              <a:rPr lang="en-GB" sz="1600" err="1">
                <a:latin typeface="Arial Nova" panose="020B0504020202020204" pitchFamily="34" charset="0"/>
              </a:rPr>
              <a:t>allen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Größen</a:t>
            </a:r>
            <a:r>
              <a:rPr lang="en-GB" sz="1600">
                <a:latin typeface="Arial Nova" panose="020B0504020202020204" pitchFamily="34" charset="0"/>
              </a:rPr>
              <a:t> - </a:t>
            </a:r>
            <a:r>
              <a:rPr lang="en-GB" sz="1600" err="1">
                <a:latin typeface="Arial Nova" panose="020B0504020202020204" pitchFamily="34" charset="0"/>
              </a:rPr>
              <a:t>immer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inmitten</a:t>
            </a:r>
            <a:r>
              <a:rPr lang="en-GB" sz="1600">
                <a:latin typeface="Arial Nova" panose="020B0504020202020204" pitchFamily="34" charset="0"/>
              </a:rPr>
              <a:t> der </a:t>
            </a:r>
            <a:r>
              <a:rPr lang="en-GB" sz="1600" err="1">
                <a:latin typeface="Arial Nova" panose="020B0504020202020204" pitchFamily="34" charset="0"/>
              </a:rPr>
              <a:t>Natur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Mit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Wohnzimmern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Küchen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Schlafzimmern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Bädern</a:t>
            </a:r>
            <a:r>
              <a:rPr lang="en-GB" sz="1600">
                <a:latin typeface="Arial Nova" panose="020B0504020202020204" pitchFamily="34" charset="0"/>
              </a:rPr>
              <a:t> und </a:t>
            </a:r>
            <a:r>
              <a:rPr lang="en-GB" sz="1600" err="1">
                <a:latin typeface="Arial Nova" panose="020B0504020202020204" pitchFamily="34" charset="0"/>
              </a:rPr>
              <a:t>privaten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Terrassen</a:t>
            </a:r>
            <a:r>
              <a:rPr lang="en-GB" sz="1600">
                <a:latin typeface="Arial Nova" panose="020B0504020202020204" pitchFamily="34" charset="0"/>
              </a:rPr>
              <a:t>. Sie </a:t>
            </a:r>
            <a:r>
              <a:rPr lang="en-GB" sz="1600" err="1">
                <a:latin typeface="Arial Nova" panose="020B0504020202020204" pitchFamily="34" charset="0"/>
              </a:rPr>
              <a:t>können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verschiedenen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Wohlfühl-Niveaus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wählen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1508125" algn="l"/>
              </a:tabLst>
            </a:pPr>
            <a:r>
              <a:rPr lang="en-GB" sz="1600">
                <a:latin typeface="Arial Nova" panose="020B0504020202020204" pitchFamily="34" charset="0"/>
              </a:rPr>
              <a:t>We have them in all shapes and sizes. Always in the middle of nature, with a living room, kitchen, bedroom(s), bathroom(s) and its own private terrace. You can choose from different luxury levels.</a:t>
            </a:r>
            <a:endParaRPr lang="en-NL" sz="1600">
              <a:latin typeface="Arial Nova" panose="020B05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535A7EB-EC06-444B-95A9-D4D3D9800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215153" y="137559"/>
            <a:ext cx="3142217" cy="624311"/>
          </a:xfrm>
          <a:prstGeom prst="rect">
            <a:avLst/>
          </a:prstGeom>
        </p:spPr>
        <p:txBody>
          <a:bodyPr wrap="none" lIns="936000" tIns="108000" bIns="108000">
            <a:spAutoFit/>
          </a:bodyPr>
          <a:lstStyle>
            <a:lvl1pPr marL="0" indent="0">
              <a:buNone/>
              <a:defRPr sz="2933">
                <a:solidFill>
                  <a:srgbClr val="006735"/>
                </a:solidFill>
                <a:latin typeface="Arial Nova" panose="020B0504020202020204" pitchFamily="34" charset="0"/>
              </a:defRPr>
            </a:lvl1pPr>
            <a:lvl2pPr marL="609585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2pPr>
            <a:lvl3pPr marL="1219170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3pPr>
            <a:lvl4pPr marL="1828754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4pPr>
            <a:lvl5pPr marL="2438339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/>
              <a:t>HEADLINE 1</a:t>
            </a:r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738B3-438B-48CF-ACC2-BD8C91C5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C0C2329-712E-4B47-A70C-584643948D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92847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-title_P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1421BE9F-A59E-C4C4-E0E7-0DBC788AE3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3573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-title_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C937E9-88E3-4F00-A000-9ECAE5FA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fld id="{CACEA970-51D5-41D8-BAF3-D0927549698A}" type="datetime1">
              <a:rPr lang="fr-FR" smtClean="0"/>
              <a:t>11/08/2026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1BA075-17CF-4D1E-B36B-9C327F31D2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5394" y="815344"/>
            <a:ext cx="3521210" cy="59983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21047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-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 userDrawn="1"/>
        </p:nvSpPr>
        <p:spPr>
          <a:xfrm>
            <a:off x="2874591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 userDrawn="1"/>
        </p:nvSpPr>
        <p:spPr>
          <a:xfrm>
            <a:off x="2874591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 userDrawn="1"/>
        </p:nvSpPr>
        <p:spPr>
          <a:xfrm>
            <a:off x="2874591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 userDrawn="1"/>
        </p:nvSpPr>
        <p:spPr>
          <a:xfrm>
            <a:off x="2874591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4591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4591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4591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4591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4591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4591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 algn="r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687" y="2165851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8687" y="1340768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38687" y="3816017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8687" y="2990934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38687" y="4641100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38687" y="5466183"/>
            <a:ext cx="7036826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5680" y="303238"/>
            <a:ext cx="7396865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3215680" y="836712"/>
            <a:ext cx="8638902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085A8B9E-7DC3-0ACE-914B-09A47B36402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2855913" cy="6871717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4926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-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B21353B-B845-C17B-7440-856A6FF52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07EE6DF-5551-22FA-E06B-48F0D8E6BC87}"/>
              </a:ext>
            </a:extLst>
          </p:cNvPr>
          <p:cNvSpPr txBox="1">
            <a:spLocks/>
          </p:cNvSpPr>
          <p:nvPr userDrawn="1"/>
        </p:nvSpPr>
        <p:spPr>
          <a:xfrm>
            <a:off x="378225" y="2255546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093771-F21C-0635-646A-493E2E39285B}"/>
              </a:ext>
            </a:extLst>
          </p:cNvPr>
          <p:cNvSpPr txBox="1">
            <a:spLocks/>
          </p:cNvSpPr>
          <p:nvPr userDrawn="1"/>
        </p:nvSpPr>
        <p:spPr>
          <a:xfrm>
            <a:off x="378225" y="3080189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A7F67E0-3C76-C7E0-35B5-A13D630C3C7B}"/>
              </a:ext>
            </a:extLst>
          </p:cNvPr>
          <p:cNvSpPr txBox="1">
            <a:spLocks/>
          </p:cNvSpPr>
          <p:nvPr userDrawn="1"/>
        </p:nvSpPr>
        <p:spPr>
          <a:xfrm>
            <a:off x="378225" y="3918858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978AAD6-E55D-DCAA-DCAE-FBE3AD8ED966}"/>
              </a:ext>
            </a:extLst>
          </p:cNvPr>
          <p:cNvSpPr txBox="1">
            <a:spLocks/>
          </p:cNvSpPr>
          <p:nvPr userDrawn="1"/>
        </p:nvSpPr>
        <p:spPr>
          <a:xfrm>
            <a:off x="378225" y="5538313"/>
            <a:ext cx="469040" cy="36036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>
                <a:solidFill>
                  <a:srgbClr val="BDEFB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sz="1200" b="1" i="0">
              <a:solidFill>
                <a:srgbClr val="BDE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0014CC3C-62CA-8015-D31B-2FFC8F435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8225" y="143558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4EEC492E-CC88-7FD5-7D3C-FAE7729E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25" y="2257766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715154DB-B8C5-8D7D-CF1F-31F29017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225" y="3084273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49DD72FB-0DAE-77A1-1E8A-669C4C1CE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8225" y="3914829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80FFA765-D20F-F1A2-121F-521EB955AB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8225" y="4735674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DCEA67BE-EF34-4DFB-A22A-3E65577EFF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8225" y="5532455"/>
            <a:ext cx="649246" cy="360363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1200" b="1">
                <a:solidFill>
                  <a:srgbClr val="B2EDA7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C20C5F54-9F9A-0F54-AF7C-374DDF9B7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025" y="2165851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3025" y="1340768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59" name="Text Placeholder 46">
            <a:extLst>
              <a:ext uri="{FF2B5EF4-FFF2-40B4-BE49-F238E27FC236}">
                <a16:creationId xmlns:a16="http://schemas.microsoft.com/office/drawing/2014/main" id="{A5F84582-5A7D-8DF0-F880-50059DF29E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3025" y="3816017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0" name="Text Placeholder 46">
            <a:extLst>
              <a:ext uri="{FF2B5EF4-FFF2-40B4-BE49-F238E27FC236}">
                <a16:creationId xmlns:a16="http://schemas.microsoft.com/office/drawing/2014/main" id="{54C8DD71-A1A1-BB64-B9AF-7BFEE8B71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3025" y="2990934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2C19F942-A0FF-3C75-BE93-515E6DBC40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4641100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62" name="Text Placeholder 46">
            <a:extLst>
              <a:ext uri="{FF2B5EF4-FFF2-40B4-BE49-F238E27FC236}">
                <a16:creationId xmlns:a16="http://schemas.microsoft.com/office/drawing/2014/main" id="{2516E790-A792-4943-1468-1E42B5AC77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43025" y="5466183"/>
            <a:ext cx="9269521" cy="525897"/>
          </a:xfrm>
          <a:prstGeom prst="rect">
            <a:avLst/>
          </a:prstGeom>
        </p:spPr>
        <p:txBody>
          <a:bodyPr lIns="90000" anchor="ctr"/>
          <a:lstStyle>
            <a:lvl1pPr marL="0" indent="0">
              <a:buNone/>
              <a:defRPr sz="2000" b="0">
                <a:solidFill>
                  <a:srgbClr val="025D52"/>
                </a:solidFill>
              </a:defRPr>
            </a:lvl1pPr>
          </a:lstStyle>
          <a:p>
            <a:pPr lvl="0"/>
            <a:r>
              <a:rPr lang="en-US"/>
              <a:t>Presentation Section Title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65286830-2589-4769-AEAA-19F47401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5" name="Date Placeholder 2">
            <a:extLst>
              <a:ext uri="{FF2B5EF4-FFF2-40B4-BE49-F238E27FC236}">
                <a16:creationId xmlns:a16="http://schemas.microsoft.com/office/drawing/2014/main" id="{CAE33E2C-B9EE-4F4A-8A99-76EDB445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69427A9-63F3-43D4-9776-5CEABDC55610}" type="datetime1">
              <a:rPr lang="fr-FR" smtClean="0"/>
              <a:t>11/08/2026</a:t>
            </a:fld>
            <a:endParaRPr lang="en-US"/>
          </a:p>
        </p:txBody>
      </p:sp>
      <p:sp>
        <p:nvSpPr>
          <p:cNvPr id="32" name="Titel 14">
            <a:extLst>
              <a:ext uri="{FF2B5EF4-FFF2-40B4-BE49-F238E27FC236}">
                <a16:creationId xmlns:a16="http://schemas.microsoft.com/office/drawing/2014/main" id="{FEB6CE61-6CEB-4B00-B178-D1AAB387B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3E64F-00CD-436E-9E0F-9E9555EBD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0E1FD6F5-8AEC-465B-AA2D-5F3257D8C8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9865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-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B1E221A1-C7F7-4B33-A7AA-DE096F4B101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823644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</a:t>
            </a:r>
            <a:r>
              <a:rPr lang="nl-NL" err="1"/>
              <a:t>lines</a:t>
            </a:r>
            <a:endParaRPr lang="nl-NL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3FFDCC1-E9A8-42FA-9A2C-9343CD2C1AD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17285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2" name="Text Placeholder 5">
            <a:extLst>
              <a:ext uri="{FF2B5EF4-FFF2-40B4-BE49-F238E27FC236}">
                <a16:creationId xmlns:a16="http://schemas.microsoft.com/office/drawing/2014/main" id="{99BD2BA5-73B4-48B4-8117-F68DAD6B81F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17285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4" name="Text Placeholder 5">
            <a:extLst>
              <a:ext uri="{FF2B5EF4-FFF2-40B4-BE49-F238E27FC236}">
                <a16:creationId xmlns:a16="http://schemas.microsoft.com/office/drawing/2014/main" id="{8EAAF473-B065-429E-A087-0702DBFDE92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17285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6" name="Text Placeholder 5">
            <a:extLst>
              <a:ext uri="{FF2B5EF4-FFF2-40B4-BE49-F238E27FC236}">
                <a16:creationId xmlns:a16="http://schemas.microsoft.com/office/drawing/2014/main" id="{F011F3CE-B920-410E-8BD2-48403A4BA40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17285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28" name="Tijdelijke aanduiding voor tekst 6">
            <a:extLst>
              <a:ext uri="{FF2B5EF4-FFF2-40B4-BE49-F238E27FC236}">
                <a16:creationId xmlns:a16="http://schemas.microsoft.com/office/drawing/2014/main" id="{2C1C4193-4B9F-4DCF-B62C-C5EB18BEE47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868713" y="206620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29" name="Text Placeholder 5">
            <a:extLst>
              <a:ext uri="{FF2B5EF4-FFF2-40B4-BE49-F238E27FC236}">
                <a16:creationId xmlns:a16="http://schemas.microsoft.com/office/drawing/2014/main" id="{A70153CA-9C0A-40C6-A69E-6B03F0995D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862354" y="285713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1" name="Text Placeholder 5">
            <a:extLst>
              <a:ext uri="{FF2B5EF4-FFF2-40B4-BE49-F238E27FC236}">
                <a16:creationId xmlns:a16="http://schemas.microsoft.com/office/drawing/2014/main" id="{D97B4A2C-E7D0-4317-80B7-98FED2D887A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862354" y="302600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3" name="Text Placeholder 5">
            <a:extLst>
              <a:ext uri="{FF2B5EF4-FFF2-40B4-BE49-F238E27FC236}">
                <a16:creationId xmlns:a16="http://schemas.microsoft.com/office/drawing/2014/main" id="{01BF98C3-9891-4227-B2A4-F777DE1AA79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62354" y="319487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5" name="Text Placeholder 5">
            <a:extLst>
              <a:ext uri="{FF2B5EF4-FFF2-40B4-BE49-F238E27FC236}">
                <a16:creationId xmlns:a16="http://schemas.microsoft.com/office/drawing/2014/main" id="{BF059DDD-79AE-4A25-85CE-C136EB94AAB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62354" y="336374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37" name="Tijdelijke aanduiding voor tekst 6">
            <a:extLst>
              <a:ext uri="{FF2B5EF4-FFF2-40B4-BE49-F238E27FC236}">
                <a16:creationId xmlns:a16="http://schemas.microsoft.com/office/drawing/2014/main" id="{CD553364-D38D-4E1D-9C9A-9D379394CAC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23644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</p:txBody>
      </p:sp>
      <p:sp>
        <p:nvSpPr>
          <p:cNvPr id="138" name="Text Placeholder 5">
            <a:extLst>
              <a:ext uri="{FF2B5EF4-FFF2-40B4-BE49-F238E27FC236}">
                <a16:creationId xmlns:a16="http://schemas.microsoft.com/office/drawing/2014/main" id="{E32327F4-8256-4336-B934-ADDC264F537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817285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0" name="Text Placeholder 5">
            <a:extLst>
              <a:ext uri="{FF2B5EF4-FFF2-40B4-BE49-F238E27FC236}">
                <a16:creationId xmlns:a16="http://schemas.microsoft.com/office/drawing/2014/main" id="{0F1203A7-2812-4969-AF48-DC8A6F3191E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817285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2" name="Text Placeholder 5">
            <a:extLst>
              <a:ext uri="{FF2B5EF4-FFF2-40B4-BE49-F238E27FC236}">
                <a16:creationId xmlns:a16="http://schemas.microsoft.com/office/drawing/2014/main" id="{8DBFDAE0-08DB-47F3-8FCB-5C1078FAC36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2817285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4" name="Text Placeholder 5">
            <a:extLst>
              <a:ext uri="{FF2B5EF4-FFF2-40B4-BE49-F238E27FC236}">
                <a16:creationId xmlns:a16="http://schemas.microsoft.com/office/drawing/2014/main" id="{F1A8E4F5-5958-4E47-8E08-EC4900ABC86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817285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6" name="Tijdelijke aanduiding voor tekst 6">
            <a:extLst>
              <a:ext uri="{FF2B5EF4-FFF2-40B4-BE49-F238E27FC236}">
                <a16:creationId xmlns:a16="http://schemas.microsoft.com/office/drawing/2014/main" id="{EA8862AD-0937-4728-BB78-0584AF19B6D8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7868713" y="4043218"/>
            <a:ext cx="2742278" cy="54983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2200"/>
            </a:lvl1pPr>
          </a:lstStyle>
          <a:p>
            <a:r>
              <a:rPr lang="nl-NL" err="1"/>
              <a:t>Text</a:t>
            </a:r>
            <a:endParaRPr lang="nl-NL"/>
          </a:p>
          <a:p>
            <a:r>
              <a:rPr lang="nl-NL"/>
              <a:t>On 2 lines</a:t>
            </a:r>
          </a:p>
        </p:txBody>
      </p:sp>
      <p:sp>
        <p:nvSpPr>
          <p:cNvPr id="147" name="Text Placeholder 5">
            <a:extLst>
              <a:ext uri="{FF2B5EF4-FFF2-40B4-BE49-F238E27FC236}">
                <a16:creationId xmlns:a16="http://schemas.microsoft.com/office/drawing/2014/main" id="{0146C3FE-C1CF-43EA-AA17-180A34AD2E2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862354" y="4834143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49" name="Text Placeholder 5">
            <a:extLst>
              <a:ext uri="{FF2B5EF4-FFF2-40B4-BE49-F238E27FC236}">
                <a16:creationId xmlns:a16="http://schemas.microsoft.com/office/drawing/2014/main" id="{CAB4BEB3-280C-4958-8262-1289F5F4C309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862354" y="5003015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1" name="Text Placeholder 5">
            <a:extLst>
              <a:ext uri="{FF2B5EF4-FFF2-40B4-BE49-F238E27FC236}">
                <a16:creationId xmlns:a16="http://schemas.microsoft.com/office/drawing/2014/main" id="{FF095831-FD1C-4C56-8FBE-A7A69D6CA6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862354" y="5171886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53" name="Text Placeholder 5">
            <a:extLst>
              <a:ext uri="{FF2B5EF4-FFF2-40B4-BE49-F238E27FC236}">
                <a16:creationId xmlns:a16="http://schemas.microsoft.com/office/drawing/2014/main" id="{C6C29853-3603-47E7-84FB-BF906D09A17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62354" y="5340758"/>
            <a:ext cx="2728072" cy="1440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52" name="Slide Number Placeholder 4">
            <a:extLst>
              <a:ext uri="{FF2B5EF4-FFF2-40B4-BE49-F238E27FC236}">
                <a16:creationId xmlns:a16="http://schemas.microsoft.com/office/drawing/2014/main" id="{47E1A5FA-654E-4EB8-86A0-A90C89AB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3" name="Date Placeholder 2">
            <a:extLst>
              <a:ext uri="{FF2B5EF4-FFF2-40B4-BE49-F238E27FC236}">
                <a16:creationId xmlns:a16="http://schemas.microsoft.com/office/drawing/2014/main" id="{81437B7F-560C-4C8E-A6BA-5D73312D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54" name="Titel 14">
            <a:extLst>
              <a:ext uri="{FF2B5EF4-FFF2-40B4-BE49-F238E27FC236}">
                <a16:creationId xmlns:a16="http://schemas.microsoft.com/office/drawing/2014/main" id="{F3130F2C-F608-4D29-B242-94DC921EB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88BCA76-2256-438A-A8C9-6F32AE257889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>
            <a:extLst>
              <a:ext uri="{FF2B5EF4-FFF2-40B4-BE49-F238E27FC236}">
                <a16:creationId xmlns:a16="http://schemas.microsoft.com/office/drawing/2014/main" id="{BD9D77BC-B0D7-4DDE-9C1F-6B350183FC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332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4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5915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GRAS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404C1B0-2154-4A30-83EA-CE6980B59A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CE85972-1FBA-85B6-98A5-E0265D6EF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896160" y="6196894"/>
            <a:ext cx="399679" cy="337263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1D174E2-F318-B09E-6040-7295C94042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983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-text_sans_lay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8678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P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1610F45C-7D0C-6BD3-57EC-A0F8EBC66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485303" y="3165020"/>
            <a:ext cx="3706697" cy="3706697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2397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TWO_COLU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5C20A28-4BAC-4477-9026-1E123DBFBC43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9" name="Espace réservé du contenu 6">
            <a:extLst>
              <a:ext uri="{FF2B5EF4-FFF2-40B4-BE49-F238E27FC236}">
                <a16:creationId xmlns:a16="http://schemas.microsoft.com/office/drawing/2014/main" id="{2905BCB7-09B0-4CBC-8A45-606A71775E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732" y="1096478"/>
            <a:ext cx="5632165" cy="49248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8625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4">
            <a:extLst>
              <a:ext uri="{FF2B5EF4-FFF2-40B4-BE49-F238E27FC236}">
                <a16:creationId xmlns:a16="http://schemas.microsoft.com/office/drawing/2014/main" id="{89077073-F08B-4C9B-B1DA-ACA566607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C8ADEE-62CD-4C87-B85D-85455DEF754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5E9E06E-634D-48A9-99CB-034451F4F2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67DB9F0-FE9E-4628-8C45-BF35046F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8680422-37C6-480A-9DCE-B5ADFA2ACF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40418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1C0ABC2-C295-460D-99D5-AE83EAFD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9300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 userDrawn="1"/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21023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LI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605"/>
            <a:ext cx="7775467" cy="18793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E6508B0-8C46-4410-B3FE-A17087F8FC6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256240" y="1145005"/>
            <a:ext cx="3592655" cy="11121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spcBef>
                <a:spcPts val="1000"/>
              </a:spcBef>
              <a:buNone/>
              <a:defRPr sz="900" b="1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 u="sng"/>
            </a:lvl2pPr>
            <a:lvl3pPr marL="0" indent="0" algn="r"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 err="1"/>
              <a:t>Acitvation</a:t>
            </a:r>
            <a:r>
              <a:rPr lang="en-US"/>
              <a:t> calendar</a:t>
            </a:r>
          </a:p>
          <a:p>
            <a:pPr lvl="1"/>
            <a:r>
              <a:rPr lang="fr-FR"/>
              <a:t>Bullet point</a:t>
            </a:r>
          </a:p>
          <a:p>
            <a:pPr lvl="2"/>
            <a:r>
              <a:rPr lang="en-US"/>
              <a:t>Continuously updated based on actual situation:</a:t>
            </a:r>
          </a:p>
          <a:p>
            <a:pPr lvl="3"/>
            <a:endParaRPr lang="fr-FR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565400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D47AFAE-0904-41A7-B5BA-B1ECB19A7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44D3B6-41BA-4DF9-B5A4-CE66BD9BF26F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00451FBD-8BBE-4B78-AD36-2414BC59C6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795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_INF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1114263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1119519"/>
            <a:ext cx="7705725" cy="4037669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87763A20-09D2-4AE5-AA8F-90EBB1F13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1D1DEB-A2F0-49B6-80F5-9738F1A474B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3194FE39-5C1B-4038-B1A3-0069E2B47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46099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P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5">
            <a:extLst>
              <a:ext uri="{FF2B5EF4-FFF2-40B4-BE49-F238E27FC236}">
                <a16:creationId xmlns:a16="http://schemas.microsoft.com/office/drawing/2014/main" id="{6F317A44-B7F2-7FE3-A8DA-5E3F91365E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138065" y="2788592"/>
            <a:ext cx="4053935" cy="406940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2"/>
                </a:solidFill>
              </a:defRPr>
            </a:lvl2pPr>
            <a:lvl3pPr marL="0" indent="0">
              <a:buNone/>
              <a:defRPr>
                <a:solidFill>
                  <a:schemeClr val="accent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1"/>
                </a:solidFill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2"/>
                </a:solidFill>
              </a:defRPr>
            </a:lvl5pPr>
            <a:lvl6pPr marL="0" indent="0">
              <a:buNone/>
              <a:defRPr sz="1400" b="1">
                <a:solidFill>
                  <a:schemeClr val="accent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4018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GRA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2E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2"/>
                </a:solidFill>
                <a:highlight>
                  <a:srgbClr val="045E51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1"/>
                </a:solidFill>
              </a:defRPr>
            </a:lvl5pPr>
            <a:lvl6pPr marL="0" indent="0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89C85785-4E63-4A1C-9AC1-F40022CA59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53DB1FF-9B9E-4F35-85A8-36DE868949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148495" y="2781865"/>
            <a:ext cx="4068185" cy="408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2832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46">
            <a:extLst>
              <a:ext uri="{FF2B5EF4-FFF2-40B4-BE49-F238E27FC236}">
                <a16:creationId xmlns:a16="http://schemas.microsoft.com/office/drawing/2014/main" id="{24A90D0E-4498-34B0-A941-281BC6999A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5864" y="7345110"/>
            <a:ext cx="11493031" cy="68421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400" b="0">
                <a:solidFill>
                  <a:srgbClr val="025D5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Freeform 11">
            <a:extLst>
              <a:ext uri="{FF2B5EF4-FFF2-40B4-BE49-F238E27FC236}">
                <a16:creationId xmlns:a16="http://schemas.microsoft.com/office/drawing/2014/main" id="{20FEADF5-C8A6-B291-C939-277AC767E19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51384" y="1296991"/>
            <a:ext cx="2355352" cy="2376489"/>
          </a:xfrm>
          <a:custGeom>
            <a:avLst/>
            <a:gdLst>
              <a:gd name="connsiteX0" fmla="*/ 0 w 4823819"/>
              <a:gd name="connsiteY0" fmla="*/ 3582764 h 4789266"/>
              <a:gd name="connsiteX1" fmla="*/ 0 w 4823819"/>
              <a:gd name="connsiteY1" fmla="*/ 3582765 h 4789266"/>
              <a:gd name="connsiteX2" fmla="*/ 0 w 4823819"/>
              <a:gd name="connsiteY2" fmla="*/ 3582765 h 4789266"/>
              <a:gd name="connsiteX3" fmla="*/ 0 w 4823819"/>
              <a:gd name="connsiteY3" fmla="*/ 1206500 h 4789266"/>
              <a:gd name="connsiteX4" fmla="*/ 0 w 4823819"/>
              <a:gd name="connsiteY4" fmla="*/ 1206500 h 4789266"/>
              <a:gd name="connsiteX5" fmla="*/ 0 w 4823819"/>
              <a:gd name="connsiteY5" fmla="*/ 1206501 h 4789266"/>
              <a:gd name="connsiteX6" fmla="*/ 1206501 w 4823819"/>
              <a:gd name="connsiteY6" fmla="*/ 0 h 4789266"/>
              <a:gd name="connsiteX7" fmla="*/ 3617318 w 4823819"/>
              <a:gd name="connsiteY7" fmla="*/ 0 h 4789266"/>
              <a:gd name="connsiteX8" fmla="*/ 4823819 w 4823819"/>
              <a:gd name="connsiteY8" fmla="*/ 1206501 h 4789266"/>
              <a:gd name="connsiteX9" fmla="*/ 4823818 w 4823819"/>
              <a:gd name="connsiteY9" fmla="*/ 1206501 h 4789266"/>
              <a:gd name="connsiteX10" fmla="*/ 3860469 w 4823819"/>
              <a:gd name="connsiteY10" fmla="*/ 2388490 h 4789266"/>
              <a:gd name="connsiteX11" fmla="*/ 3820220 w 4823819"/>
              <a:gd name="connsiteY11" fmla="*/ 2394633 h 4789266"/>
              <a:gd name="connsiteX12" fmla="*/ 3860470 w 4823819"/>
              <a:gd name="connsiteY12" fmla="*/ 2400776 h 4789266"/>
              <a:gd name="connsiteX13" fmla="*/ 4823819 w 4823819"/>
              <a:gd name="connsiteY13" fmla="*/ 3582765 h 4789266"/>
              <a:gd name="connsiteX14" fmla="*/ 4823818 w 4823819"/>
              <a:gd name="connsiteY14" fmla="*/ 3582765 h 4789266"/>
              <a:gd name="connsiteX15" fmla="*/ 3617317 w 4823819"/>
              <a:gd name="connsiteY15" fmla="*/ 4789266 h 4789266"/>
              <a:gd name="connsiteX16" fmla="*/ 1206501 w 4823819"/>
              <a:gd name="connsiteY16" fmla="*/ 4789265 h 4789266"/>
              <a:gd name="connsiteX17" fmla="*/ 6229 w 4823819"/>
              <a:gd name="connsiteY17" fmla="*/ 3706122 h 4789266"/>
              <a:gd name="connsiteX18" fmla="*/ 0 w 4823819"/>
              <a:gd name="connsiteY18" fmla="*/ 3582765 h 4789266"/>
              <a:gd name="connsiteX19" fmla="*/ 6229 w 4823819"/>
              <a:gd name="connsiteY19" fmla="*/ 3459408 h 4789266"/>
              <a:gd name="connsiteX20" fmla="*/ 963349 w 4823819"/>
              <a:gd name="connsiteY20" fmla="*/ 2400776 h 4789266"/>
              <a:gd name="connsiteX21" fmla="*/ 1003602 w 4823819"/>
              <a:gd name="connsiteY21" fmla="*/ 2394633 h 4789266"/>
              <a:gd name="connsiteX22" fmla="*/ 963349 w 4823819"/>
              <a:gd name="connsiteY22" fmla="*/ 2388489 h 4789266"/>
              <a:gd name="connsiteX23" fmla="*/ 6229 w 4823819"/>
              <a:gd name="connsiteY23" fmla="*/ 1329858 h 4789266"/>
              <a:gd name="connsiteX24" fmla="*/ 0 w 4823819"/>
              <a:gd name="connsiteY24" fmla="*/ 1206500 h 4789266"/>
              <a:gd name="connsiteX25" fmla="*/ 6229 w 4823819"/>
              <a:gd name="connsiteY25" fmla="*/ 1083143 h 4789266"/>
              <a:gd name="connsiteX26" fmla="*/ 1206501 w 4823819"/>
              <a:gd name="connsiteY26" fmla="*/ 0 h 478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823819" h="4789266">
                <a:moveTo>
                  <a:pt x="0" y="3582764"/>
                </a:moveTo>
                <a:lnTo>
                  <a:pt x="0" y="3582765"/>
                </a:lnTo>
                <a:lnTo>
                  <a:pt x="0" y="3582765"/>
                </a:lnTo>
                <a:close/>
                <a:moveTo>
                  <a:pt x="0" y="1206500"/>
                </a:moveTo>
                <a:lnTo>
                  <a:pt x="0" y="1206500"/>
                </a:lnTo>
                <a:lnTo>
                  <a:pt x="0" y="1206501"/>
                </a:lnTo>
                <a:close/>
                <a:moveTo>
                  <a:pt x="1206501" y="0"/>
                </a:moveTo>
                <a:lnTo>
                  <a:pt x="3617318" y="0"/>
                </a:lnTo>
                <a:cubicBezTo>
                  <a:pt x="4283650" y="0"/>
                  <a:pt x="4823819" y="540169"/>
                  <a:pt x="4823819" y="1206501"/>
                </a:cubicBezTo>
                <a:lnTo>
                  <a:pt x="4823818" y="1206501"/>
                </a:lnTo>
                <a:cubicBezTo>
                  <a:pt x="4823818" y="1789541"/>
                  <a:pt x="4410251" y="2275988"/>
                  <a:pt x="3860469" y="2388490"/>
                </a:cubicBezTo>
                <a:lnTo>
                  <a:pt x="3820220" y="2394633"/>
                </a:lnTo>
                <a:lnTo>
                  <a:pt x="3860470" y="2400776"/>
                </a:lnTo>
                <a:cubicBezTo>
                  <a:pt x="4410252" y="2513278"/>
                  <a:pt x="4823819" y="2999725"/>
                  <a:pt x="4823819" y="3582765"/>
                </a:cubicBezTo>
                <a:lnTo>
                  <a:pt x="4823818" y="3582765"/>
                </a:lnTo>
                <a:cubicBezTo>
                  <a:pt x="4823818" y="4249097"/>
                  <a:pt x="4283649" y="4789266"/>
                  <a:pt x="3617317" y="4789266"/>
                </a:cubicBezTo>
                <a:lnTo>
                  <a:pt x="1206501" y="4789265"/>
                </a:lnTo>
                <a:cubicBezTo>
                  <a:pt x="581815" y="4789265"/>
                  <a:pt x="68014" y="4314507"/>
                  <a:pt x="6229" y="3706122"/>
                </a:cubicBezTo>
                <a:lnTo>
                  <a:pt x="0" y="3582765"/>
                </a:lnTo>
                <a:lnTo>
                  <a:pt x="6229" y="3459408"/>
                </a:lnTo>
                <a:cubicBezTo>
                  <a:pt x="59776" y="2932140"/>
                  <a:pt x="452837" y="2505242"/>
                  <a:pt x="963349" y="2400776"/>
                </a:cubicBezTo>
                <a:lnTo>
                  <a:pt x="1003602" y="2394633"/>
                </a:lnTo>
                <a:lnTo>
                  <a:pt x="963349" y="2388489"/>
                </a:lnTo>
                <a:cubicBezTo>
                  <a:pt x="452837" y="2284023"/>
                  <a:pt x="59776" y="1857125"/>
                  <a:pt x="6229" y="1329858"/>
                </a:cubicBezTo>
                <a:lnTo>
                  <a:pt x="0" y="1206500"/>
                </a:lnTo>
                <a:lnTo>
                  <a:pt x="6229" y="1083143"/>
                </a:lnTo>
                <a:cubicBezTo>
                  <a:pt x="68014" y="474758"/>
                  <a:pt x="581815" y="0"/>
                  <a:pt x="120650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  <a:p>
            <a:r>
              <a:rPr lang="en-US"/>
              <a:t>Click icon to insert picture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BF1CCEA6-C1AE-3353-BB17-66E6E8B78B2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506183" y="1296991"/>
            <a:ext cx="2172481" cy="2376489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75B395F-81AA-8A8F-A89B-DECFDDA30C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278111" y="1321069"/>
            <a:ext cx="2449524" cy="2352411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E3E23F56-B9D2-8D1F-E6D4-415C9FBD746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27082" y="1314616"/>
            <a:ext cx="2351869" cy="2363064"/>
          </a:xfrm>
          <a:custGeom>
            <a:avLst/>
            <a:gdLst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834792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0" fmla="*/ 2383200 w 4766400"/>
              <a:gd name="connsiteY0" fmla="*/ 0 h 4834792"/>
              <a:gd name="connsiteX1" fmla="*/ 4763395 w 4766400"/>
              <a:gd name="connsiteY1" fmla="*/ 2409958 h 4834792"/>
              <a:gd name="connsiteX2" fmla="*/ 4766400 w 4766400"/>
              <a:gd name="connsiteY2" fmla="*/ 2409958 h 4834792"/>
              <a:gd name="connsiteX3" fmla="*/ 4766400 w 4766400"/>
              <a:gd name="connsiteY3" fmla="*/ 2413001 h 4834792"/>
              <a:gd name="connsiteX4" fmla="*/ 4766400 w 4766400"/>
              <a:gd name="connsiteY4" fmla="*/ 4834792 h 4834792"/>
              <a:gd name="connsiteX5" fmla="*/ 0 w 4766400"/>
              <a:gd name="connsiteY5" fmla="*/ 4413004 h 4834792"/>
              <a:gd name="connsiteX6" fmla="*/ 0 w 4766400"/>
              <a:gd name="connsiteY6" fmla="*/ 2413001 h 4834792"/>
              <a:gd name="connsiteX7" fmla="*/ 0 w 4766400"/>
              <a:gd name="connsiteY7" fmla="*/ 2409958 h 4834792"/>
              <a:gd name="connsiteX8" fmla="*/ 3005 w 4766400"/>
              <a:gd name="connsiteY8" fmla="*/ 2409958 h 4834792"/>
              <a:gd name="connsiteX9" fmla="*/ 2383200 w 4766400"/>
              <a:gd name="connsiteY9" fmla="*/ 0 h 4834792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13004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434439"/>
              <a:gd name="connsiteX1" fmla="*/ 4763395 w 4774091"/>
              <a:gd name="connsiteY1" fmla="*/ 2409958 h 4434439"/>
              <a:gd name="connsiteX2" fmla="*/ 4766400 w 4774091"/>
              <a:gd name="connsiteY2" fmla="*/ 2409958 h 4434439"/>
              <a:gd name="connsiteX3" fmla="*/ 4766400 w 4774091"/>
              <a:gd name="connsiteY3" fmla="*/ 2413001 h 4434439"/>
              <a:gd name="connsiteX4" fmla="*/ 4774091 w 4774091"/>
              <a:gd name="connsiteY4" fmla="*/ 4434439 h 4434439"/>
              <a:gd name="connsiteX5" fmla="*/ 0 w 4774091"/>
              <a:gd name="connsiteY5" fmla="*/ 4427052 h 4434439"/>
              <a:gd name="connsiteX6" fmla="*/ 0 w 4774091"/>
              <a:gd name="connsiteY6" fmla="*/ 2413001 h 4434439"/>
              <a:gd name="connsiteX7" fmla="*/ 0 w 4774091"/>
              <a:gd name="connsiteY7" fmla="*/ 2409958 h 4434439"/>
              <a:gd name="connsiteX8" fmla="*/ 3005 w 4774091"/>
              <a:gd name="connsiteY8" fmla="*/ 2409958 h 4434439"/>
              <a:gd name="connsiteX9" fmla="*/ 2383200 w 4774091"/>
              <a:gd name="connsiteY9" fmla="*/ 0 h 4434439"/>
              <a:gd name="connsiteX0" fmla="*/ 2383200 w 4774091"/>
              <a:gd name="connsiteY0" fmla="*/ 0 h 4780653"/>
              <a:gd name="connsiteX1" fmla="*/ 4763395 w 4774091"/>
              <a:gd name="connsiteY1" fmla="*/ 2409958 h 4780653"/>
              <a:gd name="connsiteX2" fmla="*/ 4766400 w 4774091"/>
              <a:gd name="connsiteY2" fmla="*/ 2409958 h 4780653"/>
              <a:gd name="connsiteX3" fmla="*/ 4766400 w 4774091"/>
              <a:gd name="connsiteY3" fmla="*/ 2413001 h 4780653"/>
              <a:gd name="connsiteX4" fmla="*/ 4774091 w 4774091"/>
              <a:gd name="connsiteY4" fmla="*/ 4780653 h 4780653"/>
              <a:gd name="connsiteX5" fmla="*/ 0 w 4774091"/>
              <a:gd name="connsiteY5" fmla="*/ 4427052 h 4780653"/>
              <a:gd name="connsiteX6" fmla="*/ 0 w 4774091"/>
              <a:gd name="connsiteY6" fmla="*/ 2413001 h 4780653"/>
              <a:gd name="connsiteX7" fmla="*/ 0 w 4774091"/>
              <a:gd name="connsiteY7" fmla="*/ 2409958 h 4780653"/>
              <a:gd name="connsiteX8" fmla="*/ 3005 w 4774091"/>
              <a:gd name="connsiteY8" fmla="*/ 2409958 h 4780653"/>
              <a:gd name="connsiteX9" fmla="*/ 2383200 w 4774091"/>
              <a:gd name="connsiteY9" fmla="*/ 0 h 4780653"/>
              <a:gd name="connsiteX0" fmla="*/ 2383200 w 4774091"/>
              <a:gd name="connsiteY0" fmla="*/ 0 h 4781922"/>
              <a:gd name="connsiteX1" fmla="*/ 4763395 w 4774091"/>
              <a:gd name="connsiteY1" fmla="*/ 2409958 h 4781922"/>
              <a:gd name="connsiteX2" fmla="*/ 4766400 w 4774091"/>
              <a:gd name="connsiteY2" fmla="*/ 2409958 h 4781922"/>
              <a:gd name="connsiteX3" fmla="*/ 4766400 w 4774091"/>
              <a:gd name="connsiteY3" fmla="*/ 2413001 h 4781922"/>
              <a:gd name="connsiteX4" fmla="*/ 4774091 w 4774091"/>
              <a:gd name="connsiteY4" fmla="*/ 4780653 h 4781922"/>
              <a:gd name="connsiteX5" fmla="*/ 0 w 4774091"/>
              <a:gd name="connsiteY5" fmla="*/ 4781922 h 4781922"/>
              <a:gd name="connsiteX6" fmla="*/ 0 w 4774091"/>
              <a:gd name="connsiteY6" fmla="*/ 2413001 h 4781922"/>
              <a:gd name="connsiteX7" fmla="*/ 0 w 4774091"/>
              <a:gd name="connsiteY7" fmla="*/ 2409958 h 4781922"/>
              <a:gd name="connsiteX8" fmla="*/ 3005 w 4774091"/>
              <a:gd name="connsiteY8" fmla="*/ 2409958 h 4781922"/>
              <a:gd name="connsiteX9" fmla="*/ 2383200 w 4774091"/>
              <a:gd name="connsiteY9" fmla="*/ 0 h 4781922"/>
              <a:gd name="connsiteX0" fmla="*/ 2383200 w 4774091"/>
              <a:gd name="connsiteY0" fmla="*/ 0 h 4780652"/>
              <a:gd name="connsiteX1" fmla="*/ 4763395 w 4774091"/>
              <a:gd name="connsiteY1" fmla="*/ 2409958 h 4780652"/>
              <a:gd name="connsiteX2" fmla="*/ 4766400 w 4774091"/>
              <a:gd name="connsiteY2" fmla="*/ 2409958 h 4780652"/>
              <a:gd name="connsiteX3" fmla="*/ 4766400 w 4774091"/>
              <a:gd name="connsiteY3" fmla="*/ 2413001 h 4780652"/>
              <a:gd name="connsiteX4" fmla="*/ 4774091 w 4774091"/>
              <a:gd name="connsiteY4" fmla="*/ 4780653 h 4780652"/>
              <a:gd name="connsiteX5" fmla="*/ 0 w 4774091"/>
              <a:gd name="connsiteY5" fmla="*/ 4373429 h 4780652"/>
              <a:gd name="connsiteX6" fmla="*/ 0 w 4774091"/>
              <a:gd name="connsiteY6" fmla="*/ 2413001 h 4780652"/>
              <a:gd name="connsiteX7" fmla="*/ 0 w 4774091"/>
              <a:gd name="connsiteY7" fmla="*/ 2409958 h 4780652"/>
              <a:gd name="connsiteX8" fmla="*/ 3005 w 4774091"/>
              <a:gd name="connsiteY8" fmla="*/ 2409958 h 4780652"/>
              <a:gd name="connsiteX9" fmla="*/ 2383200 w 4774091"/>
              <a:gd name="connsiteY9" fmla="*/ 0 h 4780652"/>
              <a:gd name="connsiteX0" fmla="*/ 2383200 w 4766558"/>
              <a:gd name="connsiteY0" fmla="*/ 0 h 4373429"/>
              <a:gd name="connsiteX1" fmla="*/ 4763395 w 4766558"/>
              <a:gd name="connsiteY1" fmla="*/ 2409958 h 4373429"/>
              <a:gd name="connsiteX2" fmla="*/ 4766400 w 4766558"/>
              <a:gd name="connsiteY2" fmla="*/ 2409958 h 4373429"/>
              <a:gd name="connsiteX3" fmla="*/ 4766400 w 4766558"/>
              <a:gd name="connsiteY3" fmla="*/ 2413001 h 4373429"/>
              <a:gd name="connsiteX4" fmla="*/ 4742140 w 4766558"/>
              <a:gd name="connsiteY4" fmla="*/ 4372163 h 4373429"/>
              <a:gd name="connsiteX5" fmla="*/ 0 w 4766558"/>
              <a:gd name="connsiteY5" fmla="*/ 4373429 h 4373429"/>
              <a:gd name="connsiteX6" fmla="*/ 0 w 4766558"/>
              <a:gd name="connsiteY6" fmla="*/ 2413001 h 4373429"/>
              <a:gd name="connsiteX7" fmla="*/ 0 w 4766558"/>
              <a:gd name="connsiteY7" fmla="*/ 2409958 h 4373429"/>
              <a:gd name="connsiteX8" fmla="*/ 3005 w 4766558"/>
              <a:gd name="connsiteY8" fmla="*/ 2409958 h 4373429"/>
              <a:gd name="connsiteX9" fmla="*/ 2383200 w 4766558"/>
              <a:gd name="connsiteY9" fmla="*/ 0 h 437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66558" h="4373429">
                <a:moveTo>
                  <a:pt x="2383200" y="0"/>
                </a:moveTo>
                <a:lnTo>
                  <a:pt x="4763395" y="2409958"/>
                </a:lnTo>
                <a:lnTo>
                  <a:pt x="4766400" y="2409958"/>
                </a:lnTo>
                <a:lnTo>
                  <a:pt x="4766400" y="2413001"/>
                </a:lnTo>
                <a:cubicBezTo>
                  <a:pt x="4768964" y="3086814"/>
                  <a:pt x="4739576" y="3698350"/>
                  <a:pt x="4742140" y="4372163"/>
                </a:cubicBezTo>
                <a:lnTo>
                  <a:pt x="0" y="4373429"/>
                </a:lnTo>
                <a:lnTo>
                  <a:pt x="0" y="2413001"/>
                </a:lnTo>
                <a:lnTo>
                  <a:pt x="0" y="2409958"/>
                </a:lnTo>
                <a:lnTo>
                  <a:pt x="3005" y="2409958"/>
                </a:lnTo>
                <a:lnTo>
                  <a:pt x="238320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to insert picture</a:t>
            </a:r>
          </a:p>
        </p:txBody>
      </p:sp>
      <p:sp>
        <p:nvSpPr>
          <p:cNvPr id="11" name="Tijdelijke aanduiding voor tekst 6">
            <a:extLst>
              <a:ext uri="{FF2B5EF4-FFF2-40B4-BE49-F238E27FC236}">
                <a16:creationId xmlns:a16="http://schemas.microsoft.com/office/drawing/2014/main" id="{2489BBEB-D49F-CB77-E864-DA84284662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5346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2DF2DE9-7FA0-4846-BC28-A3B4955784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5347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B864A5A-1A64-45E0-81E8-A37AC003484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145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5AB2838-AFE7-47E0-9C49-E47F28B51DB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48218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F2DA8560-3073-4CAE-8F27-582EC73FA9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14745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6122F964-51A8-4122-B4C8-3F5BCA7188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143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B52E7F0E-6B3A-455D-840E-E28EADEA74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48218" y="3989702"/>
            <a:ext cx="2355352" cy="9113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200"/>
            </a:lvl1pPr>
          </a:lstStyle>
          <a:p>
            <a:r>
              <a:rPr lang="fr-FR" err="1"/>
              <a:t>Title</a:t>
            </a:r>
            <a:endParaRPr lang="fr-FR"/>
          </a:p>
          <a:p>
            <a:r>
              <a:rPr lang="fr-FR"/>
              <a:t>2 </a:t>
            </a:r>
            <a:r>
              <a:rPr lang="fr-FR" err="1"/>
              <a:t>lines</a:t>
            </a:r>
            <a:endParaRPr lang="fr-FR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54B16E5-1A64-496D-B740-6952BDF7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8200B906-A002-4556-B28C-F7C47715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D9F3E2-0BE2-4EC8-AA45-56CBB588878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3ED6B0DD-865B-4275-B592-254AF6D83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86817A-1C14-4846-B877-299704A36E25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B3800C09-6006-46B9-91A5-BB08BB1D8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B3FDB51-C73B-EC39-9E46-19437AE739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10601" y="4901413"/>
            <a:ext cx="2355352" cy="10478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65995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DCF7D2-4F23-424F-92B9-079978823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A498B05-B75D-4B2E-B4A5-EBF77FC7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F46BD4B8-6A97-4778-9973-0685DBFD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876773C-B8C8-4BDD-A0EC-AFEC2C570C0C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5D9A119C-B8D1-4E76-993A-32B54EF3ACB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53"/>
            <a:ext cx="10945813" cy="1656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8AFB9332-8838-4EC6-B229-86F1FACAD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1A7227-4B09-46BA-B4E5-64D219698F6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5BF748D-5192-4E43-A4D6-5AD0C52B40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0AA0C730-792E-4090-AFCF-318FD5521A4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7" name="Espace réservé du contenu 6">
            <a:extLst>
              <a:ext uri="{FF2B5EF4-FFF2-40B4-BE49-F238E27FC236}">
                <a16:creationId xmlns:a16="http://schemas.microsoft.com/office/drawing/2014/main" id="{70FE0B4F-A2B7-49E0-B86D-B4C6A1BB50A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5792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CAD352CB-8133-4D0B-8718-CC141C42630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34485" y="2933329"/>
            <a:ext cx="4705573" cy="49567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 algn="ctr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570806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51538" y="1487959"/>
            <a:ext cx="5897562" cy="4605337"/>
          </a:xfrm>
          <a:prstGeom prst="rect">
            <a:avLst/>
          </a:prstGeom>
          <a:noFill/>
        </p:spPr>
        <p:txBody>
          <a:bodyPr/>
          <a:lstStyle/>
          <a:p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5255187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3988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A378793C-D842-472D-ABCC-91FE563C6C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600423" y="1351278"/>
            <a:ext cx="4248472" cy="4647427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DD458C4-3A18-4F7F-9396-DB740CF2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4F8ADA4E-9558-4414-B606-FFCDDECB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2628A07-F0D7-471C-A13C-E725AF7B83B4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765951D5-81BC-4873-AF9A-564FE6C57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24746"/>
            <a:ext cx="6767355" cy="50883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E441101A-1F2F-4E6D-8C50-41A8F56D9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FC144E-FF55-462A-AE7C-DFDB1F6EB8F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D8654857-CEA8-4036-ACAA-2FAD88536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6827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92A863-6E12-4B31-9B26-F78F050A70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4962" y="1124749"/>
            <a:ext cx="8929389" cy="496854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C6C79413-CC9B-4112-9E2F-C24FF98FE2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80376" y="1093913"/>
            <a:ext cx="2518883" cy="51191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1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250000"/>
              </a:lnSpc>
              <a:buNone/>
              <a:defRPr sz="1400">
                <a:highlight>
                  <a:srgbClr val="B2EDA7"/>
                </a:highlight>
              </a:defRPr>
            </a:lvl4pPr>
            <a:lvl5pPr marL="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E847E7FD-EB23-41D1-A94C-0445B9FF4D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6AE94D-8027-40EE-8AFE-67B69744BF06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7E25381-B292-4F2B-95DB-A6E7AFA446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4182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0069"/>
            <a:ext cx="11512138" cy="1068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A6FC6EE8-2819-4BB4-B8BF-8292850BE690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8256588" y="2350024"/>
            <a:ext cx="3602037" cy="172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399C6A-5CCA-4C9E-A007-74308122DF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4963" y="2339138"/>
            <a:ext cx="7705725" cy="2700337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7" name="Table Placeholder 7">
            <a:extLst>
              <a:ext uri="{FF2B5EF4-FFF2-40B4-BE49-F238E27FC236}">
                <a16:creationId xmlns:a16="http://schemas.microsoft.com/office/drawing/2014/main" id="{C7D23790-FDC4-4A6D-BD1A-B5D644440A29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23255" y="5322281"/>
            <a:ext cx="11535370" cy="6937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55BD0888-C41D-4055-8788-B673699C2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C8D043-4746-4954-8EAC-DFED1B542A1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832B0D9C-0878-4F5F-BE29-E86968EB2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6364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99B319-6DB2-4249-9EF9-0BE5A49EE51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6550" y="1125538"/>
            <a:ext cx="11512550" cy="4895850"/>
          </a:xfrm>
          <a:prstGeom prst="rect">
            <a:avLst/>
          </a:prstGeom>
        </p:spPr>
        <p:txBody>
          <a:bodyPr lIns="180000" tIns="18000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3444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2CD231C-7E53-FC3E-217B-6B9C2D2717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5440" y="3429000"/>
            <a:ext cx="4694085" cy="26352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7883174-CC0C-CABC-9D25-A0EDDA8FED5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31006" y="3429000"/>
            <a:ext cx="4694085" cy="26352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88459" y="4402824"/>
            <a:ext cx="532709" cy="532709"/>
          </a:xfrm>
          <a:prstGeom prst="rect">
            <a:avLst/>
          </a:prstGeom>
        </p:spPr>
      </p:pic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BD3D19C5-4CA4-4AFB-8C20-87B3AC9A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F240F743-4EB4-4F8F-B7B6-404DBB6D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A99BF60-2013-4B78-8E6A-A10209EE9CF6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509F77A4-5507-4238-95ED-84105824AD0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71308"/>
            <a:ext cx="10945813" cy="22498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17883BCD-0606-404A-AE7C-475FE31A0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26ED86-60DF-4424-932B-C3F9A1C0881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>
            <a:extLst>
              <a:ext uri="{FF2B5EF4-FFF2-40B4-BE49-F238E27FC236}">
                <a16:creationId xmlns:a16="http://schemas.microsoft.com/office/drawing/2014/main" id="{5EFBE8A7-9496-40E8-9DA9-215A496477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5347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0" y="1511797"/>
            <a:ext cx="4464895" cy="446489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231904" y="1341439"/>
            <a:ext cx="6626721" cy="46355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606AF20-9DEB-4F9F-A475-AC03A36C39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1235" y="1341439"/>
            <a:ext cx="3888581" cy="463525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E9F2EB19-D992-4F46-A7B6-5FFE44F3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7" name="Date Placeholder 2">
            <a:extLst>
              <a:ext uri="{FF2B5EF4-FFF2-40B4-BE49-F238E27FC236}">
                <a16:creationId xmlns:a16="http://schemas.microsoft.com/office/drawing/2014/main" id="{62898395-5562-4577-892A-DED8B4CB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A720FBA-0993-452C-BA0D-B29829E4DFFB}" type="datetime1">
              <a:rPr lang="fr-FR" smtClean="0"/>
              <a:t>11/08/2026</a:t>
            </a:fld>
            <a:endParaRPr lang="en-US"/>
          </a:p>
        </p:txBody>
      </p:sp>
      <p:sp>
        <p:nvSpPr>
          <p:cNvPr id="21" name="Titel 14">
            <a:extLst>
              <a:ext uri="{FF2B5EF4-FFF2-40B4-BE49-F238E27FC236}">
                <a16:creationId xmlns:a16="http://schemas.microsoft.com/office/drawing/2014/main" id="{6B8BE8CC-3A2A-4418-B713-7BA0508D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CC7704-3E52-45A5-865D-0C5C6DA3272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A6833364-511F-446C-96C9-23356AA53A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8670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TABLE_GRA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2">
            <a:extLst>
              <a:ext uri="{FF2B5EF4-FFF2-40B4-BE49-F238E27FC236}">
                <a16:creationId xmlns:a16="http://schemas.microsoft.com/office/drawing/2014/main" id="{5B83C85F-183F-DF09-754C-9BB4076100D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58462439"/>
              </p:ext>
            </p:extLst>
          </p:nvPr>
        </p:nvGraphicFramePr>
        <p:xfrm>
          <a:off x="333375" y="4869273"/>
          <a:ext cx="11521868" cy="122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704">
                  <a:extLst>
                    <a:ext uri="{9D8B030D-6E8A-4147-A177-3AD203B41FA5}">
                      <a16:colId xmlns:a16="http://schemas.microsoft.com/office/drawing/2014/main" val="4205340721"/>
                    </a:ext>
                  </a:extLst>
                </a:gridCol>
                <a:gridCol w="9701164">
                  <a:extLst>
                    <a:ext uri="{9D8B030D-6E8A-4147-A177-3AD203B41FA5}">
                      <a16:colId xmlns:a16="http://schemas.microsoft.com/office/drawing/2014/main" val="3561325280"/>
                    </a:ext>
                  </a:extLst>
                </a:gridCol>
              </a:tblGrid>
              <a:tr h="1224135">
                <a:tc>
                  <a:txBody>
                    <a:bodyPr/>
                    <a:lstStyle/>
                    <a:p>
                      <a:pPr algn="ctr"/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B2ED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9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20540"/>
                  </a:ext>
                </a:extLst>
              </a:tr>
            </a:tbl>
          </a:graphicData>
        </a:graphic>
      </p:graphicFrame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/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21023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36B8667-2240-41AA-B3D1-E8D5B84C6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7267" y="1003026"/>
            <a:ext cx="4851948" cy="4851948"/>
          </a:xfrm>
          <a:prstGeom prst="rect">
            <a:avLst/>
          </a:prstGeom>
        </p:spPr>
      </p:pic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F9ECAD8B-6872-4109-BAB6-D61204A8C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60096" y="1003026"/>
            <a:ext cx="3960440" cy="485194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C0791AA-D671-4496-B114-67EBD99A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3687440B-C9C6-4DC2-AE13-75F91714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1C7B704-6277-4566-9E7B-CC823712289A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571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ckup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6" descr="Une image contenant texte, équipement électronique, portable, afficher&#10;&#10;Description générée automatiquement">
            <a:extLst>
              <a:ext uri="{FF2B5EF4-FFF2-40B4-BE49-F238E27FC236}">
                <a16:creationId xmlns:a16="http://schemas.microsoft.com/office/drawing/2014/main" id="{7A6B97D8-20BB-42C9-91BF-39AF88C02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673" y="1567302"/>
            <a:ext cx="7308669" cy="45230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B16EC1-15FC-468C-84BD-BF9FFA189D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4961" y="1919082"/>
            <a:ext cx="3852096" cy="385209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162CA2-A044-432C-82BA-84906CBEB5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3784" y="2925256"/>
            <a:ext cx="3312368" cy="2183975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100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1">
                    <a:lumMod val="2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6D45D6-8205-4C94-8416-73C4EA08B4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3784" y="2372927"/>
            <a:ext cx="2736304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5C98080-C8C9-4213-A9DE-FEB42F6B5C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962" y="1370391"/>
            <a:ext cx="11513932" cy="552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Paragraph title</a:t>
            </a:r>
            <a:endParaRPr lang="fr-F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87889" y="2107866"/>
            <a:ext cx="5524656" cy="343418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564C2A2C-2556-442A-8B1E-73BFC28F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3A9E7B52-A027-4AD2-A5B4-68CB9496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63396B5-C0E0-401A-A73E-AEED12937E07}" type="datetime1">
              <a:rPr lang="fr-FR" smtClean="0"/>
              <a:t>11/08/2026</a:t>
            </a:fld>
            <a:endParaRPr lang="en-US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2E02F4A5-9F7C-40B8-AE80-8A7C252FE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A3A3B1-0492-4DE4-9E77-C7630C6F11D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CD9F642-86C4-40B8-BB50-827F8118C6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8711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ckup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7">
            <a:extLst>
              <a:ext uri="{FF2B5EF4-FFF2-40B4-BE49-F238E27FC236}">
                <a16:creationId xmlns:a16="http://schemas.microsoft.com/office/drawing/2014/main" id="{03A1FFB4-280F-4F01-BA94-B0ECBE3651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7627" y="1134326"/>
            <a:ext cx="2830600" cy="5350387"/>
          </a:xfrm>
          <a:prstGeom prst="rect">
            <a:avLst/>
          </a:prstGeom>
        </p:spPr>
      </p:pic>
      <p:sp>
        <p:nvSpPr>
          <p:cNvPr id="24" name="Espace réservé pour une image  6">
            <a:extLst>
              <a:ext uri="{FF2B5EF4-FFF2-40B4-BE49-F238E27FC236}">
                <a16:creationId xmlns:a16="http://schemas.microsoft.com/office/drawing/2014/main" id="{2149025D-75C1-4FAB-8A8E-EADD255C03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00257" y="1459130"/>
            <a:ext cx="2160240" cy="4703329"/>
          </a:xfrm>
          <a:custGeom>
            <a:avLst/>
            <a:gdLst>
              <a:gd name="connsiteX0" fmla="*/ 274308 w 2383631"/>
              <a:gd name="connsiteY0" fmla="*/ 0 h 5155406"/>
              <a:gd name="connsiteX1" fmla="*/ 496713 w 2383631"/>
              <a:gd name="connsiteY1" fmla="*/ 0 h 5155406"/>
              <a:gd name="connsiteX2" fmla="*/ 552448 w 2383631"/>
              <a:gd name="connsiteY2" fmla="*/ 55735 h 5155406"/>
              <a:gd name="connsiteX3" fmla="*/ 552162 w 2383631"/>
              <a:gd name="connsiteY3" fmla="*/ 57150 h 5155406"/>
              <a:gd name="connsiteX4" fmla="*/ 552448 w 2383631"/>
              <a:gd name="connsiteY4" fmla="*/ 57150 h 5155406"/>
              <a:gd name="connsiteX5" fmla="*/ 552448 w 2383631"/>
              <a:gd name="connsiteY5" fmla="*/ 55735 h 5155406"/>
              <a:gd name="connsiteX6" fmla="*/ 552448 w 2383631"/>
              <a:gd name="connsiteY6" fmla="*/ 0 h 5155406"/>
              <a:gd name="connsiteX7" fmla="*/ 552450 w 2383631"/>
              <a:gd name="connsiteY7" fmla="*/ 0 h 5155406"/>
              <a:gd name="connsiteX8" fmla="*/ 552450 w 2383631"/>
              <a:gd name="connsiteY8" fmla="*/ 54766 h 5155406"/>
              <a:gd name="connsiteX9" fmla="*/ 697709 w 2383631"/>
              <a:gd name="connsiteY9" fmla="*/ 200025 h 5155406"/>
              <a:gd name="connsiteX10" fmla="*/ 1690307 w 2383631"/>
              <a:gd name="connsiteY10" fmla="*/ 200025 h 5155406"/>
              <a:gd name="connsiteX11" fmla="*/ 1835566 w 2383631"/>
              <a:gd name="connsiteY11" fmla="*/ 54766 h 5155406"/>
              <a:gd name="connsiteX12" fmla="*/ 1835566 w 2383631"/>
              <a:gd name="connsiteY12" fmla="*/ 55735 h 5155406"/>
              <a:gd name="connsiteX13" fmla="*/ 1835566 w 2383631"/>
              <a:gd name="connsiteY13" fmla="*/ 57150 h 5155406"/>
              <a:gd name="connsiteX14" fmla="*/ 1835851 w 2383631"/>
              <a:gd name="connsiteY14" fmla="*/ 57150 h 5155406"/>
              <a:gd name="connsiteX15" fmla="*/ 1835566 w 2383631"/>
              <a:gd name="connsiteY15" fmla="*/ 55735 h 5155406"/>
              <a:gd name="connsiteX16" fmla="*/ 1891301 w 2383631"/>
              <a:gd name="connsiteY16" fmla="*/ 0 h 5155406"/>
              <a:gd name="connsiteX17" fmla="*/ 2109323 w 2383631"/>
              <a:gd name="connsiteY17" fmla="*/ 0 h 5155406"/>
              <a:gd name="connsiteX18" fmla="*/ 2383631 w 2383631"/>
              <a:gd name="connsiteY18" fmla="*/ 274308 h 5155406"/>
              <a:gd name="connsiteX19" fmla="*/ 2383631 w 2383631"/>
              <a:gd name="connsiteY19" fmla="*/ 4881098 h 5155406"/>
              <a:gd name="connsiteX20" fmla="*/ 2109323 w 2383631"/>
              <a:gd name="connsiteY20" fmla="*/ 5155406 h 5155406"/>
              <a:gd name="connsiteX21" fmla="*/ 274308 w 2383631"/>
              <a:gd name="connsiteY21" fmla="*/ 5155406 h 5155406"/>
              <a:gd name="connsiteX22" fmla="*/ 0 w 2383631"/>
              <a:gd name="connsiteY22" fmla="*/ 4881098 h 5155406"/>
              <a:gd name="connsiteX23" fmla="*/ 0 w 2383631"/>
              <a:gd name="connsiteY23" fmla="*/ 274308 h 5155406"/>
              <a:gd name="connsiteX24" fmla="*/ 274308 w 2383631"/>
              <a:gd name="connsiteY24" fmla="*/ 0 h 5155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83631" h="5155406">
                <a:moveTo>
                  <a:pt x="274308" y="0"/>
                </a:moveTo>
                <a:lnTo>
                  <a:pt x="496713" y="0"/>
                </a:lnTo>
                <a:cubicBezTo>
                  <a:pt x="527494" y="0"/>
                  <a:pt x="552448" y="24953"/>
                  <a:pt x="552448" y="55735"/>
                </a:cubicBezTo>
                <a:lnTo>
                  <a:pt x="552162" y="57150"/>
                </a:lnTo>
                <a:lnTo>
                  <a:pt x="552448" y="57150"/>
                </a:lnTo>
                <a:lnTo>
                  <a:pt x="552448" y="55735"/>
                </a:lnTo>
                <a:lnTo>
                  <a:pt x="552448" y="0"/>
                </a:lnTo>
                <a:lnTo>
                  <a:pt x="552450" y="0"/>
                </a:lnTo>
                <a:lnTo>
                  <a:pt x="552450" y="54766"/>
                </a:lnTo>
                <a:cubicBezTo>
                  <a:pt x="552450" y="134990"/>
                  <a:pt x="617485" y="200025"/>
                  <a:pt x="697709" y="200025"/>
                </a:cubicBezTo>
                <a:lnTo>
                  <a:pt x="1690307" y="200025"/>
                </a:lnTo>
                <a:cubicBezTo>
                  <a:pt x="1770531" y="200025"/>
                  <a:pt x="1835566" y="134990"/>
                  <a:pt x="1835566" y="54766"/>
                </a:cubicBezTo>
                <a:lnTo>
                  <a:pt x="1835566" y="55735"/>
                </a:lnTo>
                <a:lnTo>
                  <a:pt x="1835566" y="57150"/>
                </a:lnTo>
                <a:lnTo>
                  <a:pt x="1835851" y="57150"/>
                </a:lnTo>
                <a:lnTo>
                  <a:pt x="1835566" y="55735"/>
                </a:lnTo>
                <a:cubicBezTo>
                  <a:pt x="1835566" y="24953"/>
                  <a:pt x="1860519" y="0"/>
                  <a:pt x="1891301" y="0"/>
                </a:cubicBezTo>
                <a:lnTo>
                  <a:pt x="2109323" y="0"/>
                </a:lnTo>
                <a:cubicBezTo>
                  <a:pt x="2260819" y="0"/>
                  <a:pt x="2383631" y="122812"/>
                  <a:pt x="2383631" y="274308"/>
                </a:cubicBezTo>
                <a:lnTo>
                  <a:pt x="2383631" y="4881098"/>
                </a:lnTo>
                <a:cubicBezTo>
                  <a:pt x="2383631" y="5032594"/>
                  <a:pt x="2260819" y="5155406"/>
                  <a:pt x="2109323" y="5155406"/>
                </a:cubicBezTo>
                <a:lnTo>
                  <a:pt x="274308" y="5155406"/>
                </a:lnTo>
                <a:cubicBezTo>
                  <a:pt x="122812" y="5155406"/>
                  <a:pt x="0" y="5032594"/>
                  <a:pt x="0" y="4881098"/>
                </a:cubicBezTo>
                <a:lnTo>
                  <a:pt x="0" y="274308"/>
                </a:lnTo>
                <a:cubicBezTo>
                  <a:pt x="0" y="122812"/>
                  <a:pt x="122812" y="0"/>
                  <a:pt x="274308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AB445C5-8E6F-4510-8735-5A5F7142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0F97DEDE-5EF2-4F76-AAE2-0AEA82B4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1AF09C8-B8C9-4319-B42A-ABCBE6C76F5D}" type="datetime1">
              <a:rPr lang="fr-FR" smtClean="0"/>
              <a:t>11/08/2026</a:t>
            </a:fld>
            <a:endParaRPr lang="en-US"/>
          </a:p>
        </p:txBody>
      </p:sp>
      <p:sp>
        <p:nvSpPr>
          <p:cNvPr id="25" name="Espace réservé du contenu 6">
            <a:extLst>
              <a:ext uri="{FF2B5EF4-FFF2-40B4-BE49-F238E27FC236}">
                <a16:creationId xmlns:a16="http://schemas.microsoft.com/office/drawing/2014/main" id="{1426606B-A2A9-4F52-A426-7A7BC68890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341438"/>
            <a:ext cx="7271411" cy="48716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974B5DDE-E39D-442D-B518-0A95FAB82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FB3A4-5290-47AE-80CC-41B08828396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8F0FCDF2-E4B8-4FF8-951F-333F195AE6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9788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456363" y="1124747"/>
            <a:ext cx="5392737" cy="493950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7918"/>
            <a:ext cx="5759243" cy="50951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2785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9C9207-CB47-47E2-9A1B-D9C0DF55E4F9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336757" y="1220999"/>
            <a:ext cx="5759243" cy="316834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ADE82548-2FA4-4C50-9E29-81255A5B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1DC8D84A-92C6-45F3-84ED-CA07736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915346-7BF6-4FC4-97C0-1AFF70E97D6F}" type="datetime1">
              <a:rPr lang="fr-FR" smtClean="0"/>
              <a:t>11/08/2026</a:t>
            </a:fld>
            <a:endParaRPr lang="en-US"/>
          </a:p>
        </p:txBody>
      </p:sp>
      <p:sp>
        <p:nvSpPr>
          <p:cNvPr id="17" name="Espace réservé du contenu 6">
            <a:extLst>
              <a:ext uri="{FF2B5EF4-FFF2-40B4-BE49-F238E27FC236}">
                <a16:creationId xmlns:a16="http://schemas.microsoft.com/office/drawing/2014/main" id="{3B400F7A-3F2C-4929-878C-45AE48D05E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4533363"/>
            <a:ext cx="5759243" cy="15599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/>
            </a:lvl2pPr>
            <a:lvl3pPr marL="0" indent="0">
              <a:buNone/>
              <a:defRPr>
                <a:solidFill>
                  <a:schemeClr val="tx1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/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  <a:endParaRPr lang="fr-FR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F9349C76-111E-4F4D-886C-21AB4F1B1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7BF97-1403-4B3C-BE19-557AAAE5C73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C7E7CB3-7441-445A-9D97-74909A905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AEBA425F-E483-4CF4-DCFF-567159453D5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336360" y="1556793"/>
            <a:ext cx="2232248" cy="1944215"/>
          </a:xfrm>
          <a:prstGeom prst="rect">
            <a:avLst/>
          </a:prstGeom>
        </p:spPr>
        <p:txBody>
          <a:bodyPr tIns="360000"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1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100"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</p:spTree>
    <p:extLst>
      <p:ext uri="{BB962C8B-B14F-4D97-AF65-F5344CB8AC3E}">
        <p14:creationId xmlns:p14="http://schemas.microsoft.com/office/powerpoint/2010/main" val="200423435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CA4171D-B01D-4D53-AC85-2F92491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326CD297-0FF1-4A58-80D7-6A42472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4900FE-C60D-44DF-883A-862BF735F8A8}" type="datetime1">
              <a:rPr lang="fr-FR" smtClean="0"/>
              <a:t>11/08/2026</a:t>
            </a:fld>
            <a:endParaRPr lang="en-US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679B49E5-DEF5-495F-B9C5-5B62CAF2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CFFBAE-0733-4AB7-989B-0C9C7B8F4361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FA4752E-D1DB-4496-9098-C1E981C16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cxnSp>
        <p:nvCxnSpPr>
          <p:cNvPr id="11" name="Connecteur droit avec flèche 19">
            <a:extLst>
              <a:ext uri="{FF2B5EF4-FFF2-40B4-BE49-F238E27FC236}">
                <a16:creationId xmlns:a16="http://schemas.microsoft.com/office/drawing/2014/main" id="{82157D0B-5B43-4499-B811-FC97F94CC5B3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7272" y="3429000"/>
            <a:ext cx="11953202" cy="1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5BAA6DF2-6BF1-44D2-A7A2-4E832E7F35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3541" y="2957868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D273E6C-5B43-47A1-AB8A-A2455EA3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2094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85A9C4E4-9C76-46EA-A104-6A52B8A2A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0647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F45A75B0-EDC2-4FD4-8027-3C0679164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9200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1EB615D0-8561-40D1-A9FF-DB0B9BB024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7753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6C61FD5F-4FF2-4CCF-8216-A276AD21D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16306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C7E7B9E7-1191-45B9-9409-E9FAAA1B7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4859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8DC8E8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1B8BFFF6-FB1C-4DCF-9551-4DC6B11669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33415" y="2938101"/>
            <a:ext cx="832289" cy="832289"/>
          </a:xfrm>
          <a:custGeom>
            <a:avLst/>
            <a:gdLst>
              <a:gd name="connsiteX0" fmla="*/ 361950 w 723900"/>
              <a:gd name="connsiteY0" fmla="*/ 0 h 723900"/>
              <a:gd name="connsiteX1" fmla="*/ 723900 w 723900"/>
              <a:gd name="connsiteY1" fmla="*/ 361950 h 723900"/>
              <a:gd name="connsiteX2" fmla="*/ 361950 w 723900"/>
              <a:gd name="connsiteY2" fmla="*/ 723900 h 723900"/>
              <a:gd name="connsiteX3" fmla="*/ 0 w 723900"/>
              <a:gd name="connsiteY3" fmla="*/ 361950 h 723900"/>
              <a:gd name="connsiteX4" fmla="*/ 361950 w 723900"/>
              <a:gd name="connsiteY4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561849" y="0"/>
                  <a:pt x="723900" y="162051"/>
                  <a:pt x="723900" y="361950"/>
                </a:cubicBez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>
            <a:srgbClr val="E6ADBE"/>
          </a:solidFill>
        </p:spPr>
        <p:txBody>
          <a:bodyPr wrap="square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16A49026-9DDC-4DEC-9349-93D1C08BDF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023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A99BAA1A-E09C-4363-AA56-912797FB92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18454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CF7CD207-D6C9-4F3B-8E35-0A29272125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35560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D4CC00DC-4570-4C16-A178-BFBDE56AE4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6408" y="1477838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885ABC25-DCA1-476F-B9DE-8CD54A70E9D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09901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AE26B1A6-6780-4059-BA90-AF69B771FC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803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F67A492-5383-4C80-B06A-4451DB1346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44113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51B5A691-1DDD-4108-AD2C-7149CE8B851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07957" y="4215381"/>
            <a:ext cx="2176675" cy="103503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spcAft>
                <a:spcPts val="30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400" cap="all" baseline="0">
                <a:solidFill>
                  <a:schemeClr val="accent2"/>
                </a:solidFill>
                <a:latin typeface="+mj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Text </a:t>
            </a:r>
          </a:p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25552127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0814652-4E64-BB4E-4C15-1630519B5CF6}"/>
              </a:ext>
            </a:extLst>
          </p:cNvPr>
          <p:cNvGrpSpPr/>
          <p:nvPr userDrawn="1"/>
        </p:nvGrpSpPr>
        <p:grpSpPr>
          <a:xfrm>
            <a:off x="0" y="-819472"/>
            <a:ext cx="4007768" cy="523220"/>
            <a:chOff x="0" y="-1099279"/>
            <a:chExt cx="4007768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8E78E-6E08-1993-B94C-1346633B0E98}"/>
                </a:ext>
              </a:extLst>
            </p:cNvPr>
            <p:cNvSpPr txBox="1"/>
            <p:nvPr userDrawn="1"/>
          </p:nvSpPr>
          <p:spPr>
            <a:xfrm>
              <a:off x="0" y="-822280"/>
              <a:ext cx="4007768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>
                  <a:ln>
                    <a:noFill/>
                  </a:ln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Click to change picture</a:t>
              </a:r>
              <a:endParaRPr lang="en-US" sz="1000" i="1">
                <a:ln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F9AC48-87F1-85CE-2EB6-91E863A35687}"/>
                </a:ext>
              </a:extLst>
            </p:cNvPr>
            <p:cNvSpPr txBox="1"/>
            <p:nvPr userDrawn="1"/>
          </p:nvSpPr>
          <p:spPr>
            <a:xfrm>
              <a:off x="0" y="-1099279"/>
              <a:ext cx="4007768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n>
                    <a:noFill/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TIP</a:t>
              </a: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9C7DA-FA2A-4AD5-AA68-5C0BA56353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55864" y="1052736"/>
            <a:ext cx="11502761" cy="5101546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16757FF-58A1-48FC-9430-00C1FF4A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9D750953-D239-4F53-960F-BFB41CB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DCF8A-FD77-41B6-A17C-740D06CEA781}" type="datetime1">
              <a:rPr lang="fr-FR" smtClean="0"/>
              <a:t>11/08/2026</a:t>
            </a:fld>
            <a:endParaRPr lang="en-US"/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748BCF6B-A6F6-47F4-BEEC-36E35EF0A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FE0BAD-61A9-47B9-BB0D-B65F8F1CF02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69792E35-ED0B-4E00-BDFF-52D0A18A3A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799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0104C34-5A7E-4B6D-BBCA-13B481B383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6888088" y="1555529"/>
            <a:ext cx="4422767" cy="4247423"/>
          </a:xfrm>
          <a:prstGeom prst="teardrop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picture</a:t>
            </a:r>
          </a:p>
          <a:p>
            <a:endParaRPr 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E69296D-3905-4CE6-9A55-02EE72A5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FA733F98-84BC-4DC7-80B4-DF3E70E2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4D693B8-F3FD-4AA0-BB78-88A56E05B336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Titel 14">
            <a:extLst>
              <a:ext uri="{FF2B5EF4-FFF2-40B4-BE49-F238E27FC236}">
                <a16:creationId xmlns:a16="http://schemas.microsoft.com/office/drawing/2014/main" id="{21E81E08-3054-4082-AB23-A0374AC24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048055-C1CC-4F50-8EAC-426A79B0A4B9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2A1329B-ABCE-47BE-9BFD-76DB0A66A7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7934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19FD9D-AC9E-4313-804A-B35D5BD9469A}"/>
              </a:ext>
            </a:extLst>
          </p:cNvPr>
          <p:cNvSpPr/>
          <p:nvPr userDrawn="1"/>
        </p:nvSpPr>
        <p:spPr>
          <a:xfrm>
            <a:off x="334961" y="1196752"/>
            <a:ext cx="5761039" cy="4952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6C8D9-D5D3-4077-80A5-FEE769B9FDA5}"/>
              </a:ext>
            </a:extLst>
          </p:cNvPr>
          <p:cNvSpPr/>
          <p:nvPr userDrawn="1"/>
        </p:nvSpPr>
        <p:spPr>
          <a:xfrm>
            <a:off x="6087856" y="1196752"/>
            <a:ext cx="5761039" cy="4952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9FFE37CF-21ED-45B2-A9A4-A5835B277D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9456" y="1512055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2471D-427A-4D80-982C-D40707EBD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7968" y="2841240"/>
            <a:ext cx="998240" cy="99824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99665FB2-EC47-49E4-A249-21A1F62F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3818A388-D90C-4FAB-BD74-27AF1E87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BA961B0-4255-4892-B4D6-ECE2BB7EB469}" type="datetime1">
              <a:rPr lang="fr-FR" smtClean="0"/>
              <a:t>11/08/2026</a:t>
            </a:fld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E5A9C3B-BBB6-473D-9D32-4B7E3067766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76120" y="1527400"/>
            <a:ext cx="3922549" cy="4290898"/>
          </a:xfrm>
          <a:custGeom>
            <a:avLst/>
            <a:gdLst>
              <a:gd name="connsiteX0" fmla="*/ 2118800 w 4400525"/>
              <a:gd name="connsiteY0" fmla="*/ 0 h 4281874"/>
              <a:gd name="connsiteX1" fmla="*/ 2281725 w 4400525"/>
              <a:gd name="connsiteY1" fmla="*/ 0 h 4281874"/>
              <a:gd name="connsiteX2" fmla="*/ 4400525 w 4400525"/>
              <a:gd name="connsiteY2" fmla="*/ 2118800 h 4281874"/>
              <a:gd name="connsiteX3" fmla="*/ 4400525 w 4400525"/>
              <a:gd name="connsiteY3" fmla="*/ 4281874 h 4281874"/>
              <a:gd name="connsiteX4" fmla="*/ 4400525 w 4400525"/>
              <a:gd name="connsiteY4" fmla="*/ 4281874 h 4281874"/>
              <a:gd name="connsiteX5" fmla="*/ 0 w 4400525"/>
              <a:gd name="connsiteY5" fmla="*/ 4281874 h 4281874"/>
              <a:gd name="connsiteX6" fmla="*/ 0 w 4400525"/>
              <a:gd name="connsiteY6" fmla="*/ 4281874 h 4281874"/>
              <a:gd name="connsiteX7" fmla="*/ 0 w 4400525"/>
              <a:gd name="connsiteY7" fmla="*/ 2118800 h 4281874"/>
              <a:gd name="connsiteX8" fmla="*/ 2118800 w 4400525"/>
              <a:gd name="connsiteY8" fmla="*/ 0 h 4281874"/>
              <a:gd name="connsiteX0" fmla="*/ 2118800 w 4428234"/>
              <a:gd name="connsiteY0" fmla="*/ 0 h 4461983"/>
              <a:gd name="connsiteX1" fmla="*/ 2281725 w 4428234"/>
              <a:gd name="connsiteY1" fmla="*/ 0 h 4461983"/>
              <a:gd name="connsiteX2" fmla="*/ 4400525 w 4428234"/>
              <a:gd name="connsiteY2" fmla="*/ 2118800 h 4461983"/>
              <a:gd name="connsiteX3" fmla="*/ 4400525 w 4428234"/>
              <a:gd name="connsiteY3" fmla="*/ 4281874 h 4461983"/>
              <a:gd name="connsiteX4" fmla="*/ 4428234 w 4428234"/>
              <a:gd name="connsiteY4" fmla="*/ 4461983 h 4461983"/>
              <a:gd name="connsiteX5" fmla="*/ 0 w 4428234"/>
              <a:gd name="connsiteY5" fmla="*/ 4281874 h 4461983"/>
              <a:gd name="connsiteX6" fmla="*/ 0 w 4428234"/>
              <a:gd name="connsiteY6" fmla="*/ 4281874 h 4461983"/>
              <a:gd name="connsiteX7" fmla="*/ 0 w 4428234"/>
              <a:gd name="connsiteY7" fmla="*/ 2118800 h 4461983"/>
              <a:gd name="connsiteX8" fmla="*/ 2118800 w 4428234"/>
              <a:gd name="connsiteY8" fmla="*/ 0 h 4461983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7709 w 4455943"/>
              <a:gd name="connsiteY5" fmla="*/ 4281874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46509 w 4455943"/>
              <a:gd name="connsiteY0" fmla="*/ 0 h 4489692"/>
              <a:gd name="connsiteX1" fmla="*/ 2309434 w 4455943"/>
              <a:gd name="connsiteY1" fmla="*/ 0 h 4489692"/>
              <a:gd name="connsiteX2" fmla="*/ 4428234 w 4455943"/>
              <a:gd name="connsiteY2" fmla="*/ 2118800 h 4489692"/>
              <a:gd name="connsiteX3" fmla="*/ 4428234 w 4455943"/>
              <a:gd name="connsiteY3" fmla="*/ 4281874 h 4489692"/>
              <a:gd name="connsiteX4" fmla="*/ 4455943 w 4455943"/>
              <a:gd name="connsiteY4" fmla="*/ 4461983 h 4489692"/>
              <a:gd name="connsiteX5" fmla="*/ 2036619 w 4455943"/>
              <a:gd name="connsiteY5" fmla="*/ 4475837 h 4489692"/>
              <a:gd name="connsiteX6" fmla="*/ 0 w 4455943"/>
              <a:gd name="connsiteY6" fmla="*/ 4489692 h 4489692"/>
              <a:gd name="connsiteX7" fmla="*/ 27709 w 4455943"/>
              <a:gd name="connsiteY7" fmla="*/ 2118800 h 4489692"/>
              <a:gd name="connsiteX8" fmla="*/ 2146509 w 4455943"/>
              <a:gd name="connsiteY8" fmla="*/ 0 h 4489692"/>
              <a:gd name="connsiteX0" fmla="*/ 2118800 w 4428234"/>
              <a:gd name="connsiteY0" fmla="*/ 0 h 4475942"/>
              <a:gd name="connsiteX1" fmla="*/ 2281725 w 4428234"/>
              <a:gd name="connsiteY1" fmla="*/ 0 h 4475942"/>
              <a:gd name="connsiteX2" fmla="*/ 4400525 w 4428234"/>
              <a:gd name="connsiteY2" fmla="*/ 2118800 h 4475942"/>
              <a:gd name="connsiteX3" fmla="*/ 4400525 w 4428234"/>
              <a:gd name="connsiteY3" fmla="*/ 4281874 h 4475942"/>
              <a:gd name="connsiteX4" fmla="*/ 4428234 w 4428234"/>
              <a:gd name="connsiteY4" fmla="*/ 4461983 h 4475942"/>
              <a:gd name="connsiteX5" fmla="*/ 2008910 w 4428234"/>
              <a:gd name="connsiteY5" fmla="*/ 4475837 h 4475942"/>
              <a:gd name="connsiteX6" fmla="*/ 6667 w 4428234"/>
              <a:gd name="connsiteY6" fmla="*/ 4475942 h 4475942"/>
              <a:gd name="connsiteX7" fmla="*/ 0 w 4428234"/>
              <a:gd name="connsiteY7" fmla="*/ 2118800 h 4475942"/>
              <a:gd name="connsiteX8" fmla="*/ 2118800 w 4428234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036349 w 4400525"/>
              <a:gd name="connsiteY4" fmla="*/ 4365731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475942"/>
              <a:gd name="connsiteX1" fmla="*/ 2281725 w 4400525"/>
              <a:gd name="connsiteY1" fmla="*/ 0 h 4475942"/>
              <a:gd name="connsiteX2" fmla="*/ 4400525 w 4400525"/>
              <a:gd name="connsiteY2" fmla="*/ 2118800 h 4475942"/>
              <a:gd name="connsiteX3" fmla="*/ 4400525 w 4400525"/>
              <a:gd name="connsiteY3" fmla="*/ 4281874 h 4475942"/>
              <a:gd name="connsiteX4" fmla="*/ 4393859 w 4400525"/>
              <a:gd name="connsiteY4" fmla="*/ 4468859 h 4475942"/>
              <a:gd name="connsiteX5" fmla="*/ 2008910 w 4400525"/>
              <a:gd name="connsiteY5" fmla="*/ 4475837 h 4475942"/>
              <a:gd name="connsiteX6" fmla="*/ 6667 w 4400525"/>
              <a:gd name="connsiteY6" fmla="*/ 4475942 h 4475942"/>
              <a:gd name="connsiteX7" fmla="*/ 0 w 4400525"/>
              <a:gd name="connsiteY7" fmla="*/ 2118800 h 4475942"/>
              <a:gd name="connsiteX8" fmla="*/ 2118800 w 4400525"/>
              <a:gd name="connsiteY8" fmla="*/ 0 h 4475942"/>
              <a:gd name="connsiteX0" fmla="*/ 2118800 w 4400525"/>
              <a:gd name="connsiteY0" fmla="*/ 0 h 4817051"/>
              <a:gd name="connsiteX1" fmla="*/ 2281725 w 4400525"/>
              <a:gd name="connsiteY1" fmla="*/ 0 h 4817051"/>
              <a:gd name="connsiteX2" fmla="*/ 4400525 w 4400525"/>
              <a:gd name="connsiteY2" fmla="*/ 2118800 h 4817051"/>
              <a:gd name="connsiteX3" fmla="*/ 4400525 w 4400525"/>
              <a:gd name="connsiteY3" fmla="*/ 4281874 h 4817051"/>
              <a:gd name="connsiteX4" fmla="*/ 4393859 w 4400525"/>
              <a:gd name="connsiteY4" fmla="*/ 4468859 h 4817051"/>
              <a:gd name="connsiteX5" fmla="*/ 2008910 w 4400525"/>
              <a:gd name="connsiteY5" fmla="*/ 4475837 h 4817051"/>
              <a:gd name="connsiteX6" fmla="*/ 6667 w 4400525"/>
              <a:gd name="connsiteY6" fmla="*/ 4817051 h 4817051"/>
              <a:gd name="connsiteX7" fmla="*/ 0 w 4400525"/>
              <a:gd name="connsiteY7" fmla="*/ 2118800 h 4817051"/>
              <a:gd name="connsiteX8" fmla="*/ 2118800 w 4400525"/>
              <a:gd name="connsiteY8" fmla="*/ 0 h 4817051"/>
              <a:gd name="connsiteX0" fmla="*/ 2118800 w 4400525"/>
              <a:gd name="connsiteY0" fmla="*/ 0 h 4824204"/>
              <a:gd name="connsiteX1" fmla="*/ 2281725 w 4400525"/>
              <a:gd name="connsiteY1" fmla="*/ 0 h 4824204"/>
              <a:gd name="connsiteX2" fmla="*/ 4400525 w 4400525"/>
              <a:gd name="connsiteY2" fmla="*/ 2118800 h 4824204"/>
              <a:gd name="connsiteX3" fmla="*/ 4400525 w 4400525"/>
              <a:gd name="connsiteY3" fmla="*/ 4281874 h 4824204"/>
              <a:gd name="connsiteX4" fmla="*/ 4393859 w 4400525"/>
              <a:gd name="connsiteY4" fmla="*/ 4468859 h 4824204"/>
              <a:gd name="connsiteX5" fmla="*/ 2023425 w 4400525"/>
              <a:gd name="connsiteY5" fmla="*/ 4824204 h 4824204"/>
              <a:gd name="connsiteX6" fmla="*/ 6667 w 4400525"/>
              <a:gd name="connsiteY6" fmla="*/ 4817051 h 4824204"/>
              <a:gd name="connsiteX7" fmla="*/ 0 w 4400525"/>
              <a:gd name="connsiteY7" fmla="*/ 2118800 h 4824204"/>
              <a:gd name="connsiteX8" fmla="*/ 2118800 w 4400525"/>
              <a:gd name="connsiteY8" fmla="*/ 0 h 4824204"/>
              <a:gd name="connsiteX0" fmla="*/ 2118800 w 4415633"/>
              <a:gd name="connsiteY0" fmla="*/ 0 h 4824484"/>
              <a:gd name="connsiteX1" fmla="*/ 2281725 w 4415633"/>
              <a:gd name="connsiteY1" fmla="*/ 0 h 4824484"/>
              <a:gd name="connsiteX2" fmla="*/ 4400525 w 4415633"/>
              <a:gd name="connsiteY2" fmla="*/ 2118800 h 4824484"/>
              <a:gd name="connsiteX3" fmla="*/ 4400525 w 4415633"/>
              <a:gd name="connsiteY3" fmla="*/ 4281874 h 4824484"/>
              <a:gd name="connsiteX4" fmla="*/ 4415633 w 4415633"/>
              <a:gd name="connsiteY4" fmla="*/ 4824484 h 4824484"/>
              <a:gd name="connsiteX5" fmla="*/ 2023425 w 4415633"/>
              <a:gd name="connsiteY5" fmla="*/ 4824204 h 4824484"/>
              <a:gd name="connsiteX6" fmla="*/ 6667 w 4415633"/>
              <a:gd name="connsiteY6" fmla="*/ 4817051 h 4824484"/>
              <a:gd name="connsiteX7" fmla="*/ 0 w 4415633"/>
              <a:gd name="connsiteY7" fmla="*/ 2118800 h 4824484"/>
              <a:gd name="connsiteX8" fmla="*/ 2118800 w 4415633"/>
              <a:gd name="connsiteY8" fmla="*/ 0 h 4824484"/>
              <a:gd name="connsiteX0" fmla="*/ 2119972 w 4416805"/>
              <a:gd name="connsiteY0" fmla="*/ 0 h 4831567"/>
              <a:gd name="connsiteX1" fmla="*/ 2282897 w 4416805"/>
              <a:gd name="connsiteY1" fmla="*/ 0 h 4831567"/>
              <a:gd name="connsiteX2" fmla="*/ 4401697 w 4416805"/>
              <a:gd name="connsiteY2" fmla="*/ 2118800 h 4831567"/>
              <a:gd name="connsiteX3" fmla="*/ 4401697 w 4416805"/>
              <a:gd name="connsiteY3" fmla="*/ 4281874 h 4831567"/>
              <a:gd name="connsiteX4" fmla="*/ 4416805 w 4416805"/>
              <a:gd name="connsiteY4" fmla="*/ 4824484 h 4831567"/>
              <a:gd name="connsiteX5" fmla="*/ 2024597 w 4416805"/>
              <a:gd name="connsiteY5" fmla="*/ 4824204 h 4831567"/>
              <a:gd name="connsiteX6" fmla="*/ 580 w 4416805"/>
              <a:gd name="connsiteY6" fmla="*/ 4831567 h 4831567"/>
              <a:gd name="connsiteX7" fmla="*/ 1172 w 4416805"/>
              <a:gd name="connsiteY7" fmla="*/ 2118800 h 4831567"/>
              <a:gd name="connsiteX8" fmla="*/ 2119972 w 4416805"/>
              <a:gd name="connsiteY8" fmla="*/ 0 h 483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6805" h="4831567">
                <a:moveTo>
                  <a:pt x="2119972" y="0"/>
                </a:moveTo>
                <a:lnTo>
                  <a:pt x="2282897" y="0"/>
                </a:lnTo>
                <a:cubicBezTo>
                  <a:pt x="3453078" y="0"/>
                  <a:pt x="4401697" y="948619"/>
                  <a:pt x="4401697" y="2118800"/>
                </a:cubicBezTo>
                <a:lnTo>
                  <a:pt x="4401697" y="4281874"/>
                </a:lnTo>
                <a:lnTo>
                  <a:pt x="4416805" y="4824484"/>
                </a:lnTo>
                <a:lnTo>
                  <a:pt x="2024597" y="4824204"/>
                </a:lnTo>
                <a:lnTo>
                  <a:pt x="580" y="4831567"/>
                </a:lnTo>
                <a:cubicBezTo>
                  <a:pt x="-1642" y="4045853"/>
                  <a:pt x="3394" y="2904514"/>
                  <a:pt x="1172" y="2118800"/>
                </a:cubicBezTo>
                <a:cubicBezTo>
                  <a:pt x="1172" y="948619"/>
                  <a:pt x="949791" y="0"/>
                  <a:pt x="21199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A400BF6B-DE11-4894-8F8B-C43733E04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/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C5CB43-66B2-45AA-A1C4-F1D077B69C4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03F45113-86BC-45EE-BF29-7E13F91564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9215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-you_P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9544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_Sli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5956624E-3989-1F2F-6744-AF96ED6434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0527" y="10916392"/>
            <a:ext cx="2886182" cy="2643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B2EDA7"/>
                </a:solidFill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200">
                <a:solidFill>
                  <a:srgbClr val="B2EDA7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CF3748E-BAEB-FA0D-EA71-EF50D45B17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50247" y="6165851"/>
            <a:ext cx="2891505" cy="3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64456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-title-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5744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_title_SUNS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3676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BLOSS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0387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>
            <a:extLst>
              <a:ext uri="{FF2B5EF4-FFF2-40B4-BE49-F238E27FC236}">
                <a16:creationId xmlns:a16="http://schemas.microsoft.com/office/drawing/2014/main" id="{23649652-109F-30B3-D03C-F3D917395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8485303" y="3129544"/>
            <a:ext cx="3721864" cy="3721864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9661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-text_TABLE_BLOSS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bg2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91169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SU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FFB0D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rgbClr val="FFB0D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rgbClr val="FFB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id="{3B2E6603-80D9-0573-5187-BF5A75DA9A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403674" y="3082323"/>
            <a:ext cx="3775675" cy="377567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rgbClr val="FFB0D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rgbClr val="FFB0D6"/>
                </a:solidFill>
              </a:defRPr>
            </a:lvl2pPr>
            <a:lvl3pPr marL="0" indent="0">
              <a:buNone/>
              <a:defRPr>
                <a:solidFill>
                  <a:srgbClr val="FFB0D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tx2"/>
                </a:solidFill>
                <a:highlight>
                  <a:srgbClr val="FFB0D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rgbClr val="FFB0D6"/>
                </a:solidFill>
              </a:defRPr>
            </a:lvl5pPr>
            <a:lvl6pPr marL="0" indent="0">
              <a:buNone/>
              <a:defRPr sz="1400" b="1">
                <a:solidFill>
                  <a:srgbClr val="FFB0D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rgbClr val="FFB0D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452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BLOSS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B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rgbClr val="FFB0D6"/>
                </a:solidFill>
                <a:highlight>
                  <a:srgbClr val="700606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tx2"/>
                </a:solidFill>
              </a:defRPr>
            </a:lvl5pPr>
            <a:lvl6pPr marL="0" indent="0">
              <a:buNone/>
              <a:defRPr sz="1400" b="1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1CB6FD-5F28-4120-901B-82C36DA0B4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90970" y="3082324"/>
            <a:ext cx="3775676" cy="377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7747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1768855-FACA-4549-99D9-E8300DDC8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8377" y="692696"/>
            <a:ext cx="4851948" cy="4870466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2204864"/>
            <a:ext cx="4392488" cy="335829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0060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F346218-9C3C-4B3D-BE62-F3FE963C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3898158-63AD-4764-985C-36F3F297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54D66B-6124-4183-985C-3A5B0C606042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1942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-you_BLOSSO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bg2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36993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-title_LAGO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31949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4">
            <a:extLst>
              <a:ext uri="{FF2B5EF4-FFF2-40B4-BE49-F238E27FC236}">
                <a16:creationId xmlns:a16="http://schemas.microsoft.com/office/drawing/2014/main" id="{899C6986-6A14-6AF6-1E52-1C619F6694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499020" y="3165020"/>
            <a:ext cx="3692980" cy="3692980"/>
          </a:xfrm>
          <a:prstGeom prst="rect">
            <a:avLst/>
          </a:prstGeom>
        </p:spPr>
      </p:pic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5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6888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mple-text_TABLE_SK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D9E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5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621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LAG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3" name="Picture 24">
            <a:extLst>
              <a:ext uri="{FF2B5EF4-FFF2-40B4-BE49-F238E27FC236}">
                <a16:creationId xmlns:a16="http://schemas.microsoft.com/office/drawing/2014/main" id="{763E44B9-D67B-A7FF-E763-F352A71917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332249" y="2999440"/>
            <a:ext cx="3858560" cy="3858560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6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1200">
                <a:solidFill>
                  <a:schemeClr val="accent6"/>
                </a:solidFill>
              </a:defRPr>
            </a:lvl2pPr>
            <a:lvl3pPr marL="0" indent="0">
              <a:buNone/>
              <a:defRPr>
                <a:solidFill>
                  <a:schemeClr val="accent6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6"/>
                </a:solidFill>
              </a:defRPr>
            </a:lvl5pPr>
            <a:lvl6pPr marL="0" indent="0">
              <a:buNone/>
              <a:defRPr sz="1400" b="1">
                <a:solidFill>
                  <a:schemeClr val="accent6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093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523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S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5"/>
                </a:solidFill>
              </a:defRPr>
            </a:lvl2pPr>
            <a:lvl3pPr marL="0" indent="0">
              <a:buNone/>
              <a:defRPr>
                <a:solidFill>
                  <a:schemeClr val="accent5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6"/>
                </a:solidFill>
                <a:highlight>
                  <a:srgbClr val="00192E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5"/>
                </a:solidFill>
              </a:defRPr>
            </a:lvl5pPr>
            <a:lvl6pPr marL="0" indent="0">
              <a:buNone/>
              <a:defRPr sz="1400" b="1">
                <a:solidFill>
                  <a:schemeClr val="accent5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EB7D4-0EB1-4DD6-B4F2-1375FA3FBA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331885" y="2999440"/>
            <a:ext cx="3858560" cy="38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6223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LAG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6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80405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SK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5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5641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D832270-EC8E-4F55-929E-693A8118D8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7928" y="862790"/>
            <a:ext cx="57245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00056" y="1412775"/>
            <a:ext cx="3456384" cy="432047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00192E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DB97E91-24CF-486F-ADB5-AF17ADC4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A66240C-04F7-463C-A8B9-AE5CE2BC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5F17FB8-2650-485F-B3FB-66E416F085DF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0854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-you_SK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6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69238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14D5-049C-A2AB-DE2D-5447BFB7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2512524"/>
            <a:ext cx="6432550" cy="1832952"/>
          </a:xfrm>
          <a:prstGeom prst="rect">
            <a:avLst/>
          </a:prstGeom>
        </p:spPr>
        <p:txBody>
          <a:bodyPr anchor="ctr"/>
          <a:lstStyle>
            <a:lvl1pPr algn="ctr">
              <a:defRPr sz="6500" b="0" i="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br>
              <a:rPr lang="en-GB"/>
            </a:br>
            <a:r>
              <a:rPr lang="en-GB"/>
              <a:t>Presentation Title</a:t>
            </a:r>
            <a:br>
              <a:rPr lang="en-GB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B395E-C624-B79B-E0DB-6B661D27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7053" y="5883097"/>
            <a:ext cx="2117895" cy="27799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4"/>
                </a:solidFill>
              </a:defRPr>
            </a:lvl1pPr>
          </a:lstStyle>
          <a:p>
            <a:fld id="{CACEA970-51D5-41D8-BAF3-D0927549698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730EE-1422-4E74-B73C-FD4FDCAAC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79725" y="5300663"/>
            <a:ext cx="6432550" cy="5824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Text</a:t>
            </a:r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35AEFED-EBCA-D264-0980-F66F7216E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7435" y="914892"/>
            <a:ext cx="3312368" cy="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59934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-text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04919B05-25FA-4326-95A9-52218D9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71D241C7-285A-46EE-B103-4DF94C2F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5C20A28-4BAC-4477-9026-1E123DBFBC43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3ED8EF5A-53F2-47D2-8D1C-2F21C08A9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6479"/>
            <a:ext cx="10945813" cy="2585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3"/>
                </a:solidFill>
                <a:highlight>
                  <a:srgbClr val="FFFFFF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0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19" name="Titel 14">
            <a:extLst>
              <a:ext uri="{FF2B5EF4-FFF2-40B4-BE49-F238E27FC236}">
                <a16:creationId xmlns:a16="http://schemas.microsoft.com/office/drawing/2014/main" id="{956BF4AB-E8A1-4F20-B9CA-FB38AEA71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52710-C411-438E-82A9-476F627FB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445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474A61A-05BE-4554-B48D-44C175166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4" name="Picture 32">
            <a:extLst>
              <a:ext uri="{FF2B5EF4-FFF2-40B4-BE49-F238E27FC236}">
                <a16:creationId xmlns:a16="http://schemas.microsoft.com/office/drawing/2014/main" id="{D547B26C-4529-C12B-B948-9F8BD3853D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8485303" y="3165019"/>
            <a:ext cx="3706697" cy="370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08939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imple-text_TABLE_HONE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7D7E1-03F8-AF94-FB7B-5B9DBB6D3B81}"/>
              </a:ext>
            </a:extLst>
          </p:cNvPr>
          <p:cNvSpPr/>
          <p:nvPr userDrawn="1"/>
        </p:nvSpPr>
        <p:spPr>
          <a:xfrm>
            <a:off x="339725" y="4869272"/>
            <a:ext cx="1784549" cy="1224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D0A53-3553-7F80-AA86-80334C3D1276}"/>
              </a:ext>
            </a:extLst>
          </p:cNvPr>
          <p:cNvSpPr/>
          <p:nvPr userDrawn="1"/>
        </p:nvSpPr>
        <p:spPr>
          <a:xfrm>
            <a:off x="2107586" y="4869272"/>
            <a:ext cx="9741310" cy="1224135"/>
          </a:xfrm>
          <a:prstGeom prst="rect">
            <a:avLst/>
          </a:prstGeom>
          <a:solidFill>
            <a:srgbClr val="FFF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475A41A9-8C95-15D2-7C18-0ABADA5BF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115325"/>
            <a:ext cx="10945813" cy="3708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>
              <a:spcBef>
                <a:spcPts val="1200"/>
              </a:spcBef>
              <a:buNone/>
              <a:defRPr sz="1400" b="1">
                <a:solidFill>
                  <a:schemeClr val="accent3"/>
                </a:solidFill>
              </a:defRPr>
            </a:lvl6pPr>
            <a:lvl7pPr marL="0" indent="0">
              <a:spcBef>
                <a:spcPts val="1200"/>
              </a:spcBef>
              <a:buNone/>
              <a:defRPr sz="1400" b="1">
                <a:solidFill>
                  <a:srgbClr val="700606"/>
                </a:solidFill>
              </a:defRPr>
            </a:lvl7pPr>
            <a:lvl8pPr marL="0" indent="0">
              <a:spcBef>
                <a:spcPts val="1200"/>
              </a:spcBef>
              <a:buNone/>
              <a:defRPr sz="1400" b="1">
                <a:solidFill>
                  <a:srgbClr val="FF699B"/>
                </a:solidFill>
                <a:highlight>
                  <a:srgbClr val="800000"/>
                </a:highlight>
              </a:defRPr>
            </a:lvl8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 err="1"/>
              <a:t>Sub</a:t>
            </a:r>
            <a:r>
              <a:rPr lang="fr-FR"/>
              <a:t> paragraphe </a:t>
            </a:r>
            <a:r>
              <a:rPr lang="fr-FR" err="1"/>
              <a:t>title</a:t>
            </a:r>
            <a:r>
              <a:rPr lang="fr-FR"/>
              <a:t> </a:t>
            </a:r>
          </a:p>
          <a:p>
            <a:pPr lvl="4"/>
            <a:r>
              <a:rPr lang="fr-FR" err="1"/>
              <a:t>Sub</a:t>
            </a:r>
            <a:r>
              <a:rPr lang="fr-FR"/>
              <a:t> </a:t>
            </a:r>
            <a:r>
              <a:rPr lang="fr-FR" err="1"/>
              <a:t>paragraph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  <a:p>
            <a:pPr lvl="6"/>
            <a:r>
              <a:rPr lang="fr-FR"/>
              <a:t>Important </a:t>
            </a:r>
            <a:r>
              <a:rPr lang="fr-FR" err="1"/>
              <a:t>text</a:t>
            </a:r>
            <a:endParaRPr lang="fr-FR"/>
          </a:p>
          <a:p>
            <a:pPr lvl="7"/>
            <a:r>
              <a:rPr lang="fr-FR" err="1"/>
              <a:t>Alert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can bu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71B68FC-9087-4E3B-8BE6-3EB6AE24D2EA}" type="datetime1">
              <a:rPr lang="fr-FR" smtClean="0"/>
              <a:t>11/08/2026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77697-8229-461A-8B0A-8032E14136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E372CC0-0B8D-49FD-B536-01431FB94A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B629D6-94FB-CBB3-FC2E-63EB35BE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4928096"/>
            <a:ext cx="1784549" cy="11064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30000"/>
              </a:lnSpc>
              <a:buNone/>
              <a:defRPr sz="1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C70DEDB-5CDC-45BE-0939-EAAA7C0B4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576" y="4914800"/>
            <a:ext cx="9433047" cy="1106488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30000"/>
              </a:lnSpc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26236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B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4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  <p:pic>
        <p:nvPicPr>
          <p:cNvPr id="3" name="Picture 31">
            <a:extLst>
              <a:ext uri="{FF2B5EF4-FFF2-40B4-BE49-F238E27FC236}">
                <a16:creationId xmlns:a16="http://schemas.microsoft.com/office/drawing/2014/main" id="{F8084AD0-B6E5-138E-D4A1-A0D162740A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501304" y="3167305"/>
            <a:ext cx="3690695" cy="3690695"/>
          </a:xfrm>
          <a:prstGeom prst="rect">
            <a:avLst/>
          </a:prstGeom>
        </p:spPr>
      </p:pic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1200">
                <a:solidFill>
                  <a:schemeClr val="accent4"/>
                </a:solidFill>
              </a:defRPr>
            </a:lvl2pPr>
            <a:lvl3pPr marL="0" indent="0">
              <a:buNone/>
              <a:defRPr>
                <a:solidFill>
                  <a:schemeClr val="accent4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4"/>
                </a:solidFill>
              </a:defRPr>
            </a:lvl5pPr>
            <a:lvl6pPr marL="0" indent="0">
              <a:buNone/>
              <a:defRPr sz="1400" b="1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81328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2947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ED_simple_text_HON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FDDB1-5A4A-4C76-997C-F7B1B9BA32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48687AE-1BAC-4ADC-B5AE-468D302C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8" name="Espace réservé du contenu 6">
            <a:extLst>
              <a:ext uri="{FF2B5EF4-FFF2-40B4-BE49-F238E27FC236}">
                <a16:creationId xmlns:a16="http://schemas.microsoft.com/office/drawing/2014/main" id="{6968F908-D9F3-4580-B981-89C728990A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757" y="1094414"/>
            <a:ext cx="10945813" cy="49988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accent3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324000" indent="0">
              <a:lnSpc>
                <a:spcPct val="250000"/>
              </a:lnSpc>
              <a:buNone/>
              <a:defRPr>
                <a:solidFill>
                  <a:schemeClr val="accent4"/>
                </a:solidFill>
                <a:highlight>
                  <a:srgbClr val="7A5125"/>
                </a:highlight>
              </a:defRPr>
            </a:lvl4pPr>
            <a:lvl5pPr marL="324000" indent="0">
              <a:lnSpc>
                <a:spcPct val="120000"/>
              </a:lnSpc>
              <a:buNone/>
              <a:defRPr sz="1200">
                <a:solidFill>
                  <a:schemeClr val="accent3"/>
                </a:solidFill>
              </a:defRPr>
            </a:lvl5pPr>
            <a:lvl6pPr marL="0" indent="0">
              <a:buNone/>
              <a:defRPr sz="1400" b="1">
                <a:solidFill>
                  <a:schemeClr val="accent3"/>
                </a:solidFill>
              </a:defRPr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 err="1"/>
              <a:t>Text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BD390544-A981-41A0-91F9-D4112D6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71B68FC-9087-4E3B-8BE6-3EB6AE24D2EA}" type="datetime1">
              <a:rPr lang="fr-FR" smtClean="0"/>
              <a:pPr/>
              <a:t>11/08/2026</a:t>
            </a:fld>
            <a:endParaRPr lang="en-US"/>
          </a:p>
        </p:txBody>
      </p:sp>
      <p:sp>
        <p:nvSpPr>
          <p:cNvPr id="17" name="Titel 14">
            <a:extLst>
              <a:ext uri="{FF2B5EF4-FFF2-40B4-BE49-F238E27FC236}">
                <a16:creationId xmlns:a16="http://schemas.microsoft.com/office/drawing/2014/main" id="{FCEC0B95-79DC-42F7-AC5B-81D123887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03238"/>
            <a:ext cx="10277583" cy="48793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Title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DC6F9-75CE-447A-8978-BB1F7027DAC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629" y="836712"/>
            <a:ext cx="11515267" cy="0"/>
          </a:xfrm>
          <a:prstGeom prst="line">
            <a:avLst/>
          </a:prstGeom>
          <a:ln w="476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B16ABA6E-893E-46DE-8FE7-C6130F9EE4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215" y="350176"/>
            <a:ext cx="405367" cy="34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1F4A3-AF67-4165-8FB5-5781E5A22B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501305" y="3167305"/>
            <a:ext cx="3690695" cy="36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9347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+image_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87A30D-ABF0-49A1-B42A-597641388E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02897" y="862790"/>
            <a:ext cx="4870465" cy="4870465"/>
          </a:xfrm>
          <a:prstGeom prst="rect">
            <a:avLst/>
          </a:prstGeom>
        </p:spPr>
      </p:pic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E87477D1-A495-4DA6-B19A-9A96230EA5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8048" y="1988840"/>
            <a:ext cx="4392488" cy="357432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3"/>
              </a:buBlip>
              <a:defRPr sz="1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2pPr>
            <a:lvl3pPr marL="0" indent="0" algn="ctr">
              <a:lnSpc>
                <a:spcPts val="1300"/>
              </a:lnSpc>
              <a:spcBef>
                <a:spcPts val="1200"/>
              </a:spcBef>
              <a:spcAft>
                <a:spcPts val="0"/>
              </a:spcAft>
              <a:buNone/>
              <a:defRPr sz="2400">
                <a:solidFill>
                  <a:srgbClr val="7A5125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3pPr>
            <a:lvl4pPr marL="324000" indent="0" algn="ctr">
              <a:lnSpc>
                <a:spcPct val="250000"/>
              </a:lnSpc>
              <a:buNone/>
              <a:defRPr>
                <a:highlight>
                  <a:srgbClr val="B2EDA7"/>
                </a:highlight>
              </a:defRPr>
            </a:lvl4pPr>
            <a:lvl5pPr marL="324000" indent="0" algn="ctr">
              <a:lnSpc>
                <a:spcPct val="120000"/>
              </a:lnSpc>
              <a:buNone/>
              <a:defRPr sz="1200">
                <a:solidFill>
                  <a:schemeClr val="bg1">
                    <a:lumMod val="25000"/>
                  </a:schemeClr>
                </a:solidFill>
              </a:defRPr>
            </a:lvl5pPr>
            <a:lvl6pPr marL="0" indent="0" algn="ctr">
              <a:buNone/>
              <a:defRPr sz="1400" b="1"/>
            </a:lvl6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fr-FR"/>
              <a:t>Bullet point</a:t>
            </a:r>
          </a:p>
          <a:p>
            <a:pPr lvl="1"/>
            <a:r>
              <a:rPr lang="fr-FR" err="1"/>
              <a:t>Bulet</a:t>
            </a:r>
            <a:endParaRPr lang="fr-FR"/>
          </a:p>
          <a:p>
            <a:pPr lvl="2"/>
            <a:r>
              <a:rPr lang="fr-FR"/>
              <a:t>Paragraphe </a:t>
            </a:r>
            <a:r>
              <a:rPr lang="fr-FR" err="1"/>
              <a:t>title</a:t>
            </a:r>
            <a:endParaRPr lang="fr-FR"/>
          </a:p>
          <a:p>
            <a:pPr lvl="2"/>
            <a:r>
              <a:rPr lang="fr-FR" err="1"/>
              <a:t>erf</a:t>
            </a:r>
            <a:endParaRPr lang="fr-FR"/>
          </a:p>
          <a:p>
            <a:pPr lvl="3"/>
            <a:r>
              <a:rPr lang="fr-FR"/>
              <a:t>Paragraphe </a:t>
            </a:r>
            <a:r>
              <a:rPr lang="fr-FR" err="1"/>
              <a:t>title</a:t>
            </a:r>
            <a:r>
              <a:rPr lang="fr-FR"/>
              <a:t> 2</a:t>
            </a:r>
          </a:p>
          <a:p>
            <a:pPr lvl="4"/>
            <a:r>
              <a:rPr lang="fr-FR"/>
              <a:t>Cinquième niveau</a:t>
            </a:r>
          </a:p>
          <a:p>
            <a:pPr lvl="4"/>
            <a:r>
              <a:rPr lang="fr-FR" err="1"/>
              <a:t>ds</a:t>
            </a:r>
            <a:endParaRPr lang="fr-FR"/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77B8F76-D931-454A-834C-DD0616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7FFEEC5-495E-44AF-B58B-250A4DE4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C95E0B9-1397-4357-A7A4-00B5E38C0113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8739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B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4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2612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title_HON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97266DD-267E-9A36-C26C-E81C2E82E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389892"/>
            <a:ext cx="11524528" cy="13629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PRESENTATION SECTION TITLE</a:t>
            </a:r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A01E6E0-E5CB-C283-7FE7-091C23740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509" y="3435927"/>
            <a:ext cx="11524528" cy="1043203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4000">
                <a:solidFill>
                  <a:schemeClr val="accent3"/>
                </a:solidFill>
                <a:latin typeface="Bagoss Standard" panose="020B0504060102020204" pitchFamily="34" charset="0"/>
                <a:cs typeface="Bagoss Standard" panose="020B0504060102020204" pitchFamily="34" charset="0"/>
              </a:defRPr>
            </a:lvl1pPr>
            <a:lvl2pPr marL="457200" indent="0" algn="ctr">
              <a:buNone/>
              <a:defRPr sz="2400">
                <a:solidFill>
                  <a:srgbClr val="025D52"/>
                </a:solidFill>
              </a:defRPr>
            </a:lvl2pPr>
            <a:lvl3pPr marL="914400" indent="0" algn="ctr">
              <a:buNone/>
              <a:defRPr sz="2400">
                <a:solidFill>
                  <a:srgbClr val="025D52"/>
                </a:solidFill>
              </a:defRPr>
            </a:lvl3pPr>
            <a:lvl4pPr marL="1371600" indent="0" algn="ctr">
              <a:buNone/>
              <a:defRPr sz="2400">
                <a:solidFill>
                  <a:srgbClr val="025D52"/>
                </a:solidFill>
              </a:defRPr>
            </a:lvl4pPr>
            <a:lvl5pPr marL="1828800" indent="0" algn="ctr">
              <a:buNone/>
              <a:defRPr sz="2400">
                <a:solidFill>
                  <a:srgbClr val="025D52"/>
                </a:solidFill>
              </a:defRPr>
            </a:lvl5pPr>
          </a:lstStyle>
          <a:p>
            <a:pPr lvl="0"/>
            <a:r>
              <a:rPr lang="en-GB"/>
              <a:t>Subtitle here</a:t>
            </a:r>
            <a:endParaRPr lang="en-US"/>
          </a:p>
        </p:txBody>
      </p:sp>
      <p:pic>
        <p:nvPicPr>
          <p:cNvPr id="4" name="Graphic 56">
            <a:extLst>
              <a:ext uri="{FF2B5EF4-FFF2-40B4-BE49-F238E27FC236}">
                <a16:creationId xmlns:a16="http://schemas.microsoft.com/office/drawing/2014/main" id="{EAAB6502-4F21-3C14-1E8A-7D62B8679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9976" y="6191638"/>
            <a:ext cx="405367" cy="3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6372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-you_HONE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9667516-AF34-3A63-E277-815BBC3D2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3297" y="1997258"/>
            <a:ext cx="7985404" cy="272788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9200">
                <a:solidFill>
                  <a:schemeClr val="accent4"/>
                </a:solidFill>
                <a:latin typeface="Bagoss Standard Medium" panose="020B0604060102020204" pitchFamily="34" charset="0"/>
                <a:cs typeface="Bagoss Standard Medium" panose="020B0604060102020204" pitchFamily="34" charset="0"/>
              </a:defRPr>
            </a:lvl1pPr>
            <a:lvl2pPr marL="457200" indent="0">
              <a:buNone/>
              <a:defRPr sz="1200">
                <a:solidFill>
                  <a:srgbClr val="B2EDA7"/>
                </a:solidFill>
              </a:defRPr>
            </a:lvl2pPr>
            <a:lvl3pPr marL="914400" indent="0">
              <a:buNone/>
              <a:defRPr sz="1200">
                <a:solidFill>
                  <a:srgbClr val="B2EDA7"/>
                </a:solidFill>
              </a:defRPr>
            </a:lvl3pPr>
            <a:lvl4pPr marL="1371600" indent="0">
              <a:buNone/>
              <a:defRPr sz="1200">
                <a:solidFill>
                  <a:srgbClr val="B2EDA7"/>
                </a:solidFill>
              </a:defRPr>
            </a:lvl4pPr>
            <a:lvl5pPr marL="1828800" indent="0">
              <a:buNone/>
              <a:defRPr sz="1200">
                <a:solidFill>
                  <a:srgbClr val="B2EDA7"/>
                </a:solidFill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8895822-A758-5D10-BDA4-51FC7156C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9831" y="5949280"/>
            <a:ext cx="2792338" cy="3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6431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CBAD-3D1A-4BB9-9D09-53C7C913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16547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2DB889-D85F-3648-A7EB-2274393CE1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83733" y="1564199"/>
            <a:ext cx="10601867" cy="4916481"/>
          </a:xfrm>
          <a:prstGeom prst="rect">
            <a:avLst/>
          </a:prstGeom>
        </p:spPr>
        <p:txBody>
          <a:bodyPr/>
          <a:lstStyle>
            <a:lvl1pPr marL="380990" indent="-380990">
              <a:buFont typeface="Arial" panose="020B0604020202020204" pitchFamily="34" charset="0"/>
              <a:buChar char="•"/>
              <a:tabLst>
                <a:tab pos="2010783" algn="l"/>
              </a:tabLst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Arial Nova" panose="020B0504020202020204" pitchFamily="34" charset="0"/>
              </a:rPr>
              <a:t>We </a:t>
            </a:r>
            <a:r>
              <a:rPr lang="en-GB" sz="1600" err="1">
                <a:latin typeface="Arial Nova" panose="020B0504020202020204" pitchFamily="34" charset="0"/>
              </a:rPr>
              <a:t>hebben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ze</a:t>
            </a:r>
            <a:r>
              <a:rPr lang="en-GB" sz="1600">
                <a:latin typeface="Arial Nova" panose="020B0504020202020204" pitchFamily="34" charset="0"/>
              </a:rPr>
              <a:t> in alle </a:t>
            </a:r>
            <a:r>
              <a:rPr lang="en-GB" sz="1600" err="1">
                <a:latin typeface="Arial Nova" panose="020B0504020202020204" pitchFamily="34" charset="0"/>
              </a:rPr>
              <a:t>soorten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maten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Altijd</a:t>
            </a:r>
            <a:r>
              <a:rPr lang="en-GB" sz="1600">
                <a:latin typeface="Arial Nova" panose="020B0504020202020204" pitchFamily="34" charset="0"/>
              </a:rPr>
              <a:t> midden in de </a:t>
            </a:r>
            <a:r>
              <a:rPr lang="en-GB" sz="1600" err="1">
                <a:latin typeface="Arial Nova" panose="020B0504020202020204" pitchFamily="34" charset="0"/>
              </a:rPr>
              <a:t>natuur</a:t>
            </a:r>
            <a:r>
              <a:rPr lang="en-GB" sz="1600">
                <a:latin typeface="Arial Nova" panose="020B0504020202020204" pitchFamily="34" charset="0"/>
              </a:rPr>
              <a:t>, met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woonkamer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keuken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slaapkamer</a:t>
            </a:r>
            <a:r>
              <a:rPr lang="en-GB" sz="1600">
                <a:latin typeface="Arial Nova" panose="020B0504020202020204" pitchFamily="34" charset="0"/>
              </a:rPr>
              <a:t>(s), </a:t>
            </a:r>
            <a:r>
              <a:rPr lang="en-GB" sz="1600" err="1">
                <a:latin typeface="Arial Nova" panose="020B0504020202020204" pitchFamily="34" charset="0"/>
              </a:rPr>
              <a:t>badkamer</a:t>
            </a:r>
            <a:r>
              <a:rPr lang="en-GB" sz="1600">
                <a:latin typeface="Arial Nova" panose="020B0504020202020204" pitchFamily="34" charset="0"/>
              </a:rPr>
              <a:t>(s)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een</a:t>
            </a:r>
            <a:r>
              <a:rPr lang="en-GB" sz="1600">
                <a:latin typeface="Arial Nova" panose="020B0504020202020204" pitchFamily="34" charset="0"/>
              </a:rPr>
              <a:t> eigen </a:t>
            </a:r>
            <a:r>
              <a:rPr lang="en-GB" sz="1600" err="1">
                <a:latin typeface="Arial Nova" panose="020B0504020202020204" pitchFamily="34" charset="0"/>
              </a:rPr>
              <a:t>privéterras</a:t>
            </a:r>
            <a:r>
              <a:rPr lang="en-GB" sz="1600">
                <a:latin typeface="Arial Nova" panose="020B0504020202020204" pitchFamily="34" charset="0"/>
              </a:rPr>
              <a:t>. Je </a:t>
            </a:r>
            <a:r>
              <a:rPr lang="en-GB" sz="1600" err="1">
                <a:latin typeface="Arial Nova" panose="020B0504020202020204" pitchFamily="34" charset="0"/>
              </a:rPr>
              <a:t>kunt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kiezen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uit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verschillende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luxeniveaus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trouverez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forcément</a:t>
            </a:r>
            <a:r>
              <a:rPr lang="en-GB" sz="1600">
                <a:latin typeface="Arial Nova" panose="020B0504020202020204" pitchFamily="34" charset="0"/>
              </a:rPr>
              <a:t> le </a:t>
            </a:r>
            <a:r>
              <a:rPr lang="en-GB" sz="1600" err="1">
                <a:latin typeface="Arial Nova" panose="020B0504020202020204" pitchFamily="34" charset="0"/>
              </a:rPr>
              <a:t>vôtre</a:t>
            </a:r>
            <a:r>
              <a:rPr lang="en-GB" sz="1600">
                <a:latin typeface="Arial Nova" panose="020B0504020202020204" pitchFamily="34" charset="0"/>
              </a:rPr>
              <a:t> !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pleine</a:t>
            </a:r>
            <a:r>
              <a:rPr lang="en-GB" sz="1600">
                <a:latin typeface="Arial Nova" panose="020B0504020202020204" pitchFamily="34" charset="0"/>
              </a:rPr>
              <a:t> nature, avec salon, cuisine, chambre(s), salle(s) de </a:t>
            </a:r>
            <a:r>
              <a:rPr lang="en-GB" sz="1600" err="1">
                <a:latin typeface="Arial Nova" panose="020B0504020202020204" pitchFamily="34" charset="0"/>
              </a:rPr>
              <a:t>bains</a:t>
            </a:r>
            <a:r>
              <a:rPr lang="en-GB" sz="1600">
                <a:latin typeface="Arial Nova" panose="020B0504020202020204" pitchFamily="34" charset="0"/>
              </a:rPr>
              <a:t> et terrasse </a:t>
            </a:r>
            <a:r>
              <a:rPr lang="en-GB" sz="1600" err="1">
                <a:latin typeface="Arial Nova" panose="020B0504020202020204" pitchFamily="34" charset="0"/>
              </a:rPr>
              <a:t>privée</a:t>
            </a:r>
            <a:r>
              <a:rPr lang="en-GB" sz="1600">
                <a:latin typeface="Arial Nova" panose="020B0504020202020204" pitchFamily="34" charset="0"/>
              </a:rPr>
              <a:t>, nous </a:t>
            </a:r>
            <a:r>
              <a:rPr lang="en-GB" sz="1600" err="1">
                <a:latin typeface="Arial Nova" panose="020B0504020202020204" pitchFamily="34" charset="0"/>
              </a:rPr>
              <a:t>vous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proposons</a:t>
            </a:r>
            <a:r>
              <a:rPr lang="en-GB" sz="1600">
                <a:latin typeface="Arial Nova" panose="020B0504020202020204" pitchFamily="34" charset="0"/>
              </a:rPr>
              <a:t> de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formes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toutes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tailles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ce</a:t>
            </a:r>
            <a:r>
              <a:rPr lang="en-GB" sz="1600">
                <a:latin typeface="Arial Nova" panose="020B0504020202020204" pitchFamily="34" charset="0"/>
              </a:rPr>
              <a:t> dans 4 </a:t>
            </a:r>
            <a:r>
              <a:rPr lang="en-GB" sz="1600" err="1">
                <a:latin typeface="Arial Nova" panose="020B0504020202020204" pitchFamily="34" charset="0"/>
              </a:rPr>
              <a:t>gammes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err="1">
                <a:latin typeface="Arial Nova" panose="020B0504020202020204" pitchFamily="34" charset="0"/>
              </a:rPr>
              <a:t>Ferienhäuser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haben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wir</a:t>
            </a:r>
            <a:r>
              <a:rPr lang="en-GB" sz="1600">
                <a:latin typeface="Arial Nova" panose="020B0504020202020204" pitchFamily="34" charset="0"/>
              </a:rPr>
              <a:t> in </a:t>
            </a:r>
            <a:r>
              <a:rPr lang="en-GB" sz="1600" err="1">
                <a:latin typeface="Arial Nova" panose="020B0504020202020204" pitchFamily="34" charset="0"/>
              </a:rPr>
              <a:t>allen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Größen</a:t>
            </a:r>
            <a:r>
              <a:rPr lang="en-GB" sz="1600">
                <a:latin typeface="Arial Nova" panose="020B0504020202020204" pitchFamily="34" charset="0"/>
              </a:rPr>
              <a:t> - </a:t>
            </a:r>
            <a:r>
              <a:rPr lang="en-GB" sz="1600" err="1">
                <a:latin typeface="Arial Nova" panose="020B0504020202020204" pitchFamily="34" charset="0"/>
              </a:rPr>
              <a:t>immer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inmitten</a:t>
            </a:r>
            <a:r>
              <a:rPr lang="en-GB" sz="1600">
                <a:latin typeface="Arial Nova" panose="020B0504020202020204" pitchFamily="34" charset="0"/>
              </a:rPr>
              <a:t> der </a:t>
            </a:r>
            <a:r>
              <a:rPr lang="en-GB" sz="1600" err="1">
                <a:latin typeface="Arial Nova" panose="020B0504020202020204" pitchFamily="34" charset="0"/>
              </a:rPr>
              <a:t>Natur</a:t>
            </a:r>
            <a:r>
              <a:rPr lang="en-GB" sz="1600">
                <a:latin typeface="Arial Nova" panose="020B0504020202020204" pitchFamily="34" charset="0"/>
              </a:rPr>
              <a:t>. </a:t>
            </a:r>
            <a:r>
              <a:rPr lang="en-GB" sz="1600" err="1">
                <a:latin typeface="Arial Nova" panose="020B0504020202020204" pitchFamily="34" charset="0"/>
              </a:rPr>
              <a:t>Mit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Wohnzimmern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Küchen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Schlafzimmern</a:t>
            </a:r>
            <a:r>
              <a:rPr lang="en-GB" sz="1600">
                <a:latin typeface="Arial Nova" panose="020B0504020202020204" pitchFamily="34" charset="0"/>
              </a:rPr>
              <a:t>, </a:t>
            </a:r>
            <a:r>
              <a:rPr lang="en-GB" sz="1600" err="1">
                <a:latin typeface="Arial Nova" panose="020B0504020202020204" pitchFamily="34" charset="0"/>
              </a:rPr>
              <a:t>Bädern</a:t>
            </a:r>
            <a:r>
              <a:rPr lang="en-GB" sz="1600">
                <a:latin typeface="Arial Nova" panose="020B0504020202020204" pitchFamily="34" charset="0"/>
              </a:rPr>
              <a:t> und </a:t>
            </a:r>
            <a:r>
              <a:rPr lang="en-GB" sz="1600" err="1">
                <a:latin typeface="Arial Nova" panose="020B0504020202020204" pitchFamily="34" charset="0"/>
              </a:rPr>
              <a:t>privaten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Terrassen</a:t>
            </a:r>
            <a:r>
              <a:rPr lang="en-GB" sz="1600">
                <a:latin typeface="Arial Nova" panose="020B0504020202020204" pitchFamily="34" charset="0"/>
              </a:rPr>
              <a:t>. Sie </a:t>
            </a:r>
            <a:r>
              <a:rPr lang="en-GB" sz="1600" err="1">
                <a:latin typeface="Arial Nova" panose="020B0504020202020204" pitchFamily="34" charset="0"/>
              </a:rPr>
              <a:t>können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verschiedenen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Wohlfühl-Niveaus</a:t>
            </a:r>
            <a:r>
              <a:rPr lang="en-GB" sz="1600">
                <a:latin typeface="Arial Nova" panose="020B0504020202020204" pitchFamily="34" charset="0"/>
              </a:rPr>
              <a:t> </a:t>
            </a:r>
            <a:r>
              <a:rPr lang="en-GB" sz="1600" err="1">
                <a:latin typeface="Arial Nova" panose="020B0504020202020204" pitchFamily="34" charset="0"/>
              </a:rPr>
              <a:t>wählen</a:t>
            </a:r>
            <a:r>
              <a:rPr lang="en-GB" sz="1600">
                <a:latin typeface="Arial Nova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1508125" algn="l"/>
              </a:tabLst>
            </a:pPr>
            <a:r>
              <a:rPr lang="en-GB" sz="1600">
                <a:latin typeface="Arial Nova" panose="020B0504020202020204" pitchFamily="34" charset="0"/>
              </a:rPr>
              <a:t>We have them in all shapes and sizes. Always in the middle of nature, with a living room, kitchen, bedroom(s), bathroom(s) and its own private terrace. You can choose from different luxury levels.</a:t>
            </a:r>
            <a:endParaRPr lang="en-NL" sz="1600">
              <a:latin typeface="Arial Nova" panose="020B05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535A7EB-EC06-444B-95A9-D4D3D9800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215153" y="137559"/>
            <a:ext cx="3142217" cy="624311"/>
          </a:xfrm>
          <a:prstGeom prst="rect">
            <a:avLst/>
          </a:prstGeom>
        </p:spPr>
        <p:txBody>
          <a:bodyPr wrap="none" lIns="936000" tIns="108000" bIns="108000">
            <a:spAutoFit/>
          </a:bodyPr>
          <a:lstStyle>
            <a:lvl1pPr marL="0" indent="0">
              <a:buNone/>
              <a:defRPr sz="2933">
                <a:solidFill>
                  <a:srgbClr val="006735"/>
                </a:solidFill>
                <a:latin typeface="Arial Nova" panose="020B0504020202020204" pitchFamily="34" charset="0"/>
              </a:defRPr>
            </a:lvl1pPr>
            <a:lvl2pPr marL="609585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2pPr>
            <a:lvl3pPr marL="1219170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3pPr>
            <a:lvl4pPr marL="1828754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4pPr>
            <a:lvl5pPr marL="2438339" indent="0">
              <a:buNone/>
              <a:defRPr sz="2933">
                <a:solidFill>
                  <a:srgbClr val="64BE3C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en-GB"/>
              <a:t>HEADLINE 1</a:t>
            </a:r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738B3-438B-48CF-ACC2-BD8C91C5B6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8" y="6250548"/>
            <a:ext cx="513600" cy="45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14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38" Type="http://schemas.openxmlformats.org/officeDocument/2006/relationships/slideLayout" Target="../slideLayouts/slideLayout138.xml"/><Relationship Id="rId154" Type="http://schemas.openxmlformats.org/officeDocument/2006/relationships/slideLayout" Target="../slideLayouts/slideLayout154.xml"/><Relationship Id="rId159" Type="http://schemas.openxmlformats.org/officeDocument/2006/relationships/slideLayout" Target="../slideLayouts/slideLayout159.xml"/><Relationship Id="rId175" Type="http://schemas.openxmlformats.org/officeDocument/2006/relationships/slideLayout" Target="../slideLayouts/slideLayout175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196" Type="http://schemas.openxmlformats.org/officeDocument/2006/relationships/slideLayout" Target="../slideLayouts/slideLayout196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144" Type="http://schemas.openxmlformats.org/officeDocument/2006/relationships/slideLayout" Target="../slideLayouts/slideLayout144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65" Type="http://schemas.openxmlformats.org/officeDocument/2006/relationships/slideLayout" Target="../slideLayouts/slideLayout165.xml"/><Relationship Id="rId181" Type="http://schemas.openxmlformats.org/officeDocument/2006/relationships/slideLayout" Target="../slideLayouts/slideLayout181.xml"/><Relationship Id="rId186" Type="http://schemas.openxmlformats.org/officeDocument/2006/relationships/slideLayout" Target="../slideLayouts/slideLayout18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55" Type="http://schemas.openxmlformats.org/officeDocument/2006/relationships/slideLayout" Target="../slideLayouts/slideLayout155.xml"/><Relationship Id="rId171" Type="http://schemas.openxmlformats.org/officeDocument/2006/relationships/slideLayout" Target="../slideLayouts/slideLayout171.xml"/><Relationship Id="rId176" Type="http://schemas.openxmlformats.org/officeDocument/2006/relationships/slideLayout" Target="../slideLayouts/slideLayout176.xml"/><Relationship Id="rId192" Type="http://schemas.openxmlformats.org/officeDocument/2006/relationships/slideLayout" Target="../slideLayouts/slideLayout192.xml"/><Relationship Id="rId19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61" Type="http://schemas.openxmlformats.org/officeDocument/2006/relationships/slideLayout" Target="../slideLayouts/slideLayout161.xml"/><Relationship Id="rId166" Type="http://schemas.openxmlformats.org/officeDocument/2006/relationships/slideLayout" Target="../slideLayouts/slideLayout166.xml"/><Relationship Id="rId182" Type="http://schemas.openxmlformats.org/officeDocument/2006/relationships/slideLayout" Target="../slideLayouts/slideLayout182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theme" Target="../theme/theme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95" Type="http://schemas.openxmlformats.org/officeDocument/2006/relationships/slideLayout" Target="../slideLayouts/slideLayout195.xml"/><Relationship Id="rId190" Type="http://schemas.openxmlformats.org/officeDocument/2006/relationships/slideLayout" Target="../slideLayouts/slideLayout190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ED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2E656B1-82D7-41B7-A851-18D411951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0058" y="6320920"/>
            <a:ext cx="818313" cy="276432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D2E6A04-B99A-6C4D-8942-945F97C9E70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A8A1C-9A75-4C6F-83C5-7B34336B8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757" y="6298845"/>
            <a:ext cx="1787517" cy="27799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78B8C6A-AF57-4293-8242-87CE7C71CA31}" type="datetime1">
              <a:rPr lang="fr-FR" smtClean="0"/>
              <a:t>11/08/2026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8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663" r:id="rId2"/>
    <p:sldLayoutId id="2147483861" r:id="rId3"/>
    <p:sldLayoutId id="2147483862" r:id="rId4"/>
    <p:sldLayoutId id="2147483863" r:id="rId5"/>
    <p:sldLayoutId id="2147483667" r:id="rId6"/>
    <p:sldLayoutId id="2147483668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  <p:sldLayoutId id="2147483874" r:id="rId18"/>
    <p:sldLayoutId id="2147483875" r:id="rId19"/>
    <p:sldLayoutId id="2147483876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673" r:id="rId26"/>
    <p:sldLayoutId id="2147483687" r:id="rId27"/>
    <p:sldLayoutId id="2147483882" r:id="rId28"/>
    <p:sldLayoutId id="2147483883" r:id="rId29"/>
    <p:sldLayoutId id="2147483884" r:id="rId30"/>
    <p:sldLayoutId id="2147483885" r:id="rId31"/>
    <p:sldLayoutId id="2147483887" r:id="rId32"/>
    <p:sldLayoutId id="2147483888" r:id="rId33"/>
    <p:sldLayoutId id="2147483889" r:id="rId34"/>
    <p:sldLayoutId id="2147483890" r:id="rId35"/>
    <p:sldLayoutId id="2147483891" r:id="rId36"/>
    <p:sldLayoutId id="2147483698" r:id="rId37"/>
    <p:sldLayoutId id="2147483892" r:id="rId38"/>
    <p:sldLayoutId id="2147483893" r:id="rId39"/>
    <p:sldLayoutId id="2147483894" r:id="rId40"/>
    <p:sldLayoutId id="2147483895" r:id="rId41"/>
    <p:sldLayoutId id="2147483896" r:id="rId42"/>
    <p:sldLayoutId id="2147483897" r:id="rId43"/>
    <p:sldLayoutId id="2147483898" r:id="rId44"/>
    <p:sldLayoutId id="2147483706" r:id="rId45"/>
    <p:sldLayoutId id="2147483899" r:id="rId46"/>
    <p:sldLayoutId id="2147483900" r:id="rId47"/>
    <p:sldLayoutId id="2147483901" r:id="rId48"/>
    <p:sldLayoutId id="2147483902" r:id="rId49"/>
    <p:sldLayoutId id="2147483903" r:id="rId50"/>
    <p:sldLayoutId id="2147483904" r:id="rId51"/>
    <p:sldLayoutId id="2147483905" r:id="rId52"/>
    <p:sldLayoutId id="2147483906" r:id="rId53"/>
    <p:sldLayoutId id="2147483715" r:id="rId54"/>
    <p:sldLayoutId id="2147483907" r:id="rId55"/>
    <p:sldLayoutId id="2147483908" r:id="rId56"/>
    <p:sldLayoutId id="2147483909" r:id="rId57"/>
    <p:sldLayoutId id="2147483910" r:id="rId58"/>
    <p:sldLayoutId id="2147483911" r:id="rId59"/>
    <p:sldLayoutId id="2147483912" r:id="rId60"/>
    <p:sldLayoutId id="2147483722" r:id="rId61"/>
    <p:sldLayoutId id="2147483913" r:id="rId62"/>
    <p:sldLayoutId id="2147483914" r:id="rId63"/>
    <p:sldLayoutId id="2147483915" r:id="rId64"/>
    <p:sldLayoutId id="2147483726" r:id="rId65"/>
    <p:sldLayoutId id="2147483727" r:id="rId66"/>
    <p:sldLayoutId id="2147483916" r:id="rId67"/>
    <p:sldLayoutId id="2147483729" r:id="rId68"/>
    <p:sldLayoutId id="2147483917" r:id="rId69"/>
    <p:sldLayoutId id="2147483918" r:id="rId70"/>
    <p:sldLayoutId id="2147483919" r:id="rId71"/>
    <p:sldLayoutId id="2147483733" r:id="rId72"/>
    <p:sldLayoutId id="2147483734" r:id="rId73"/>
    <p:sldLayoutId id="2147483920" r:id="rId74"/>
    <p:sldLayoutId id="2147483921" r:id="rId75"/>
    <p:sldLayoutId id="2147483922" r:id="rId76"/>
    <p:sldLayoutId id="2147483923" r:id="rId77"/>
    <p:sldLayoutId id="2147483924" r:id="rId78"/>
    <p:sldLayoutId id="2147483925" r:id="rId79"/>
    <p:sldLayoutId id="2147483926" r:id="rId80"/>
    <p:sldLayoutId id="2147483927" r:id="rId81"/>
    <p:sldLayoutId id="2147483928" r:id="rId82"/>
    <p:sldLayoutId id="2147483929" r:id="rId83"/>
    <p:sldLayoutId id="2147483930" r:id="rId84"/>
    <p:sldLayoutId id="2147483931" r:id="rId85"/>
    <p:sldLayoutId id="2147483932" r:id="rId86"/>
    <p:sldLayoutId id="2147483933" r:id="rId87"/>
    <p:sldLayoutId id="2147483934" r:id="rId88"/>
    <p:sldLayoutId id="2147483935" r:id="rId89"/>
    <p:sldLayoutId id="2147483936" r:id="rId90"/>
    <p:sldLayoutId id="2147483937" r:id="rId91"/>
    <p:sldLayoutId id="2147483739" r:id="rId92"/>
    <p:sldLayoutId id="2147483753" r:id="rId93"/>
    <p:sldLayoutId id="2147483938" r:id="rId94"/>
    <p:sldLayoutId id="2147483939" r:id="rId95"/>
    <p:sldLayoutId id="2147483940" r:id="rId96"/>
    <p:sldLayoutId id="2147483941" r:id="rId97"/>
    <p:sldLayoutId id="2147483943" r:id="rId98"/>
    <p:sldLayoutId id="2147483944" r:id="rId99"/>
    <p:sldLayoutId id="2147483945" r:id="rId100"/>
    <p:sldLayoutId id="2147483946" r:id="rId101"/>
    <p:sldLayoutId id="2147483947" r:id="rId102"/>
    <p:sldLayoutId id="2147483764" r:id="rId103"/>
    <p:sldLayoutId id="2147483948" r:id="rId104"/>
    <p:sldLayoutId id="2147483949" r:id="rId105"/>
    <p:sldLayoutId id="2147483950" r:id="rId106"/>
    <p:sldLayoutId id="2147483951" r:id="rId107"/>
    <p:sldLayoutId id="2147483952" r:id="rId108"/>
    <p:sldLayoutId id="2147483953" r:id="rId109"/>
    <p:sldLayoutId id="2147483954" r:id="rId110"/>
    <p:sldLayoutId id="2147483772" r:id="rId111"/>
    <p:sldLayoutId id="2147483955" r:id="rId112"/>
    <p:sldLayoutId id="2147483956" r:id="rId113"/>
    <p:sldLayoutId id="2147483957" r:id="rId114"/>
    <p:sldLayoutId id="2147483958" r:id="rId115"/>
    <p:sldLayoutId id="2147483959" r:id="rId116"/>
    <p:sldLayoutId id="2147483960" r:id="rId117"/>
    <p:sldLayoutId id="2147483961" r:id="rId118"/>
    <p:sldLayoutId id="2147483962" r:id="rId119"/>
    <p:sldLayoutId id="2147483781" r:id="rId120"/>
    <p:sldLayoutId id="2147483963" r:id="rId121"/>
    <p:sldLayoutId id="2147483964" r:id="rId122"/>
    <p:sldLayoutId id="2147483965" r:id="rId123"/>
    <p:sldLayoutId id="2147483966" r:id="rId124"/>
    <p:sldLayoutId id="2147483967" r:id="rId125"/>
    <p:sldLayoutId id="2147483968" r:id="rId126"/>
    <p:sldLayoutId id="2147483788" r:id="rId127"/>
    <p:sldLayoutId id="2147483969" r:id="rId128"/>
    <p:sldLayoutId id="2147483970" r:id="rId129"/>
    <p:sldLayoutId id="2147483971" r:id="rId130"/>
    <p:sldLayoutId id="2147483793" r:id="rId131"/>
    <p:sldLayoutId id="2147483972" r:id="rId132"/>
    <p:sldLayoutId id="2147483795" r:id="rId133"/>
    <p:sldLayoutId id="2147483973" r:id="rId134"/>
    <p:sldLayoutId id="2147483974" r:id="rId135"/>
    <p:sldLayoutId id="2147483975" r:id="rId136"/>
    <p:sldLayoutId id="2147483799" r:id="rId137"/>
    <p:sldLayoutId id="2147483800" r:id="rId138"/>
    <p:sldLayoutId id="2147483976" r:id="rId139"/>
    <p:sldLayoutId id="2147483977" r:id="rId140"/>
    <p:sldLayoutId id="2147483978" r:id="rId141"/>
    <p:sldLayoutId id="2147483979" r:id="rId142"/>
    <p:sldLayoutId id="2147483980" r:id="rId143"/>
    <p:sldLayoutId id="2147483981" r:id="rId144"/>
    <p:sldLayoutId id="2147483982" r:id="rId145"/>
    <p:sldLayoutId id="2147483983" r:id="rId146"/>
    <p:sldLayoutId id="2147483984" r:id="rId147"/>
    <p:sldLayoutId id="2147483985" r:id="rId148"/>
    <p:sldLayoutId id="2147483986" r:id="rId149"/>
    <p:sldLayoutId id="2147483987" r:id="rId150"/>
    <p:sldLayoutId id="2147483988" r:id="rId151"/>
    <p:sldLayoutId id="2147483989" r:id="rId152"/>
    <p:sldLayoutId id="2147483990" r:id="rId153"/>
    <p:sldLayoutId id="2147483991" r:id="rId154"/>
    <p:sldLayoutId id="2147483992" r:id="rId155"/>
    <p:sldLayoutId id="2147483993" r:id="rId156"/>
    <p:sldLayoutId id="2147483805" r:id="rId157"/>
    <p:sldLayoutId id="2147483819" r:id="rId158"/>
    <p:sldLayoutId id="2147483994" r:id="rId159"/>
    <p:sldLayoutId id="2147483995" r:id="rId160"/>
    <p:sldLayoutId id="2147483996" r:id="rId161"/>
    <p:sldLayoutId id="2147483997" r:id="rId162"/>
    <p:sldLayoutId id="2147483999" r:id="rId163"/>
    <p:sldLayoutId id="2147484000" r:id="rId164"/>
    <p:sldLayoutId id="2147484001" r:id="rId165"/>
    <p:sldLayoutId id="2147484002" r:id="rId166"/>
    <p:sldLayoutId id="2147484003" r:id="rId167"/>
    <p:sldLayoutId id="2147483830" r:id="rId168"/>
    <p:sldLayoutId id="2147484004" r:id="rId169"/>
    <p:sldLayoutId id="2147484005" r:id="rId170"/>
    <p:sldLayoutId id="2147484006" r:id="rId171"/>
    <p:sldLayoutId id="2147484007" r:id="rId172"/>
    <p:sldLayoutId id="2147484008" r:id="rId173"/>
    <p:sldLayoutId id="2147484009" r:id="rId174"/>
    <p:sldLayoutId id="2147484010" r:id="rId175"/>
    <p:sldLayoutId id="2147483838" r:id="rId176"/>
    <p:sldLayoutId id="2147484011" r:id="rId177"/>
    <p:sldLayoutId id="2147484012" r:id="rId178"/>
    <p:sldLayoutId id="2147484013" r:id="rId179"/>
    <p:sldLayoutId id="2147484014" r:id="rId180"/>
    <p:sldLayoutId id="2147484015" r:id="rId181"/>
    <p:sldLayoutId id="2147484016" r:id="rId182"/>
    <p:sldLayoutId id="2147484017" r:id="rId183"/>
    <p:sldLayoutId id="2147484018" r:id="rId184"/>
    <p:sldLayoutId id="2147483847" r:id="rId185"/>
    <p:sldLayoutId id="2147484019" r:id="rId186"/>
    <p:sldLayoutId id="2147484020" r:id="rId187"/>
    <p:sldLayoutId id="2147484021" r:id="rId188"/>
    <p:sldLayoutId id="2147484022" r:id="rId189"/>
    <p:sldLayoutId id="2147484023" r:id="rId190"/>
    <p:sldLayoutId id="2147484024" r:id="rId191"/>
    <p:sldLayoutId id="2147483854" r:id="rId192"/>
    <p:sldLayoutId id="2147484025" r:id="rId193"/>
    <p:sldLayoutId id="2147484026" r:id="rId194"/>
    <p:sldLayoutId id="2147484027" r:id="rId195"/>
    <p:sldLayoutId id="2147483858" r:id="rId196"/>
    <p:sldLayoutId id="2147483859" r:id="rId19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1" orient="horz" pos="210">
          <p15:clr>
            <a:srgbClr val="F26B43"/>
          </p15:clr>
        </p15:guide>
        <p15:guide id="112" pos="415">
          <p15:clr>
            <a:srgbClr val="F26B43"/>
          </p15:clr>
        </p15:guide>
        <p15:guide id="113" pos="642">
          <p15:clr>
            <a:srgbClr val="F26B43"/>
          </p15:clr>
        </p15:guide>
        <p15:guide id="114" pos="846">
          <p15:clr>
            <a:srgbClr val="F26B43"/>
          </p15:clr>
        </p15:guide>
        <p15:guide id="115" pos="1073">
          <p15:clr>
            <a:srgbClr val="F26B43"/>
          </p15:clr>
        </p15:guide>
        <p15:guide id="116" pos="1277">
          <p15:clr>
            <a:srgbClr val="F26B43"/>
          </p15:clr>
        </p15:guide>
        <p15:guide id="117" pos="1481">
          <p15:clr>
            <a:srgbClr val="F26B43"/>
          </p15:clr>
        </p15:guide>
        <p15:guide id="118" pos="1708">
          <p15:clr>
            <a:srgbClr val="F26B43"/>
          </p15:clr>
        </p15:guide>
        <p15:guide id="119" pos="1912">
          <p15:clr>
            <a:srgbClr val="F26B43"/>
          </p15:clr>
        </p15:guide>
        <p15:guide id="120" pos="2139">
          <p15:clr>
            <a:srgbClr val="F26B43"/>
          </p15:clr>
        </p15:guide>
        <p15:guide id="121" pos="2343">
          <p15:clr>
            <a:srgbClr val="F26B43"/>
          </p15:clr>
        </p15:guide>
        <p15:guide id="122" pos="2570">
          <p15:clr>
            <a:srgbClr val="F26B43"/>
          </p15:clr>
        </p15:guide>
        <p15:guide id="123" pos="2774">
          <p15:clr>
            <a:srgbClr val="F26B43"/>
          </p15:clr>
        </p15:guide>
        <p15:guide id="124" pos="2978">
          <p15:clr>
            <a:srgbClr val="F26B43"/>
          </p15:clr>
        </p15:guide>
        <p15:guide id="125" pos="3205">
          <p15:clr>
            <a:srgbClr val="F26B43"/>
          </p15:clr>
        </p15:guide>
        <p15:guide id="126" pos="3409">
          <p15:clr>
            <a:srgbClr val="F26B43"/>
          </p15:clr>
        </p15:guide>
        <p15:guide id="127" pos="3636">
          <p15:clr>
            <a:srgbClr val="F26B43"/>
          </p15:clr>
        </p15:guide>
        <p15:guide id="128" pos="3840">
          <p15:clr>
            <a:srgbClr val="F26B43"/>
          </p15:clr>
        </p15:guide>
        <p15:guide id="129" pos="4067">
          <p15:clr>
            <a:srgbClr val="F26B43"/>
          </p15:clr>
        </p15:guide>
        <p15:guide id="130" pos="4271">
          <p15:clr>
            <a:srgbClr val="F26B43"/>
          </p15:clr>
        </p15:guide>
        <p15:guide id="131" pos="4475">
          <p15:clr>
            <a:srgbClr val="F26B43"/>
          </p15:clr>
        </p15:guide>
        <p15:guide id="132" pos="4702">
          <p15:clr>
            <a:srgbClr val="F26B43"/>
          </p15:clr>
        </p15:guide>
        <p15:guide id="133" pos="4906">
          <p15:clr>
            <a:srgbClr val="F26B43"/>
          </p15:clr>
        </p15:guide>
        <p15:guide id="134" pos="5110">
          <p15:clr>
            <a:srgbClr val="F26B43"/>
          </p15:clr>
        </p15:guide>
        <p15:guide id="135" pos="5337">
          <p15:clr>
            <a:srgbClr val="F26B43"/>
          </p15:clr>
        </p15:guide>
        <p15:guide id="136" pos="5541">
          <p15:clr>
            <a:srgbClr val="F26B43"/>
          </p15:clr>
        </p15:guide>
        <p15:guide id="137" pos="5768">
          <p15:clr>
            <a:srgbClr val="F26B43"/>
          </p15:clr>
        </p15:guide>
        <p15:guide id="138" pos="5972">
          <p15:clr>
            <a:srgbClr val="F26B43"/>
          </p15:clr>
        </p15:guide>
        <p15:guide id="139" pos="6199">
          <p15:clr>
            <a:srgbClr val="F26B43"/>
          </p15:clr>
        </p15:guide>
        <p15:guide id="140" pos="6403">
          <p15:clr>
            <a:srgbClr val="F26B43"/>
          </p15:clr>
        </p15:guide>
        <p15:guide id="141" pos="6630">
          <p15:clr>
            <a:srgbClr val="F26B43"/>
          </p15:clr>
        </p15:guide>
        <p15:guide id="142" pos="6834">
          <p15:clr>
            <a:srgbClr val="F26B43"/>
          </p15:clr>
        </p15:guide>
        <p15:guide id="143" pos="7038">
          <p15:clr>
            <a:srgbClr val="F26B43"/>
          </p15:clr>
        </p15:guide>
        <p15:guide id="144" pos="7242">
          <p15:clr>
            <a:srgbClr val="F26B43"/>
          </p15:clr>
        </p15:guide>
        <p15:guide id="145" pos="7469">
          <p15:clr>
            <a:srgbClr val="F26B43"/>
          </p15:clr>
        </p15:guide>
        <p15:guide id="146" orient="horz" pos="436">
          <p15:clr>
            <a:srgbClr val="F26B43"/>
          </p15:clr>
        </p15:guide>
        <p15:guide id="147" orient="horz" pos="640">
          <p15:clr>
            <a:srgbClr val="F26B43"/>
          </p15:clr>
        </p15:guide>
        <p15:guide id="148" orient="horz" pos="845">
          <p15:clr>
            <a:srgbClr val="F26B43"/>
          </p15:clr>
        </p15:guide>
        <p15:guide id="149" orient="horz" pos="1071">
          <p15:clr>
            <a:srgbClr val="F26B43"/>
          </p15:clr>
        </p15:guide>
        <p15:guide id="150" orient="horz" pos="1298">
          <p15:clr>
            <a:srgbClr val="F26B43"/>
          </p15:clr>
        </p15:guide>
        <p15:guide id="151" orient="horz" pos="1502">
          <p15:clr>
            <a:srgbClr val="F26B43"/>
          </p15:clr>
        </p15:guide>
        <p15:guide id="152" orient="horz" pos="1729">
          <p15:clr>
            <a:srgbClr val="F26B43"/>
          </p15:clr>
        </p15:guide>
        <p15:guide id="153" orient="horz" pos="1933">
          <p15:clr>
            <a:srgbClr val="F26B43"/>
          </p15:clr>
        </p15:guide>
        <p15:guide id="154" orient="horz" pos="2364">
          <p15:clr>
            <a:srgbClr val="F26B43"/>
          </p15:clr>
        </p15:guide>
        <p15:guide id="155" orient="horz" pos="2591">
          <p15:clr>
            <a:srgbClr val="F26B43"/>
          </p15:clr>
        </p15:guide>
        <p15:guide id="156" orient="horz" pos="2795">
          <p15:clr>
            <a:srgbClr val="F26B43"/>
          </p15:clr>
        </p15:guide>
        <p15:guide id="157" orient="horz" pos="3022">
          <p15:clr>
            <a:srgbClr val="F26B43"/>
          </p15:clr>
        </p15:guide>
        <p15:guide id="158" orient="horz" pos="3249">
          <p15:clr>
            <a:srgbClr val="F26B43"/>
          </p15:clr>
        </p15:guide>
        <p15:guide id="159" orient="horz" pos="3453">
          <p15:clr>
            <a:srgbClr val="F26B43"/>
          </p15:clr>
        </p15:guide>
        <p15:guide id="160" orient="horz" pos="3657">
          <p15:clr>
            <a:srgbClr val="F26B43"/>
          </p15:clr>
        </p15:guide>
        <p15:guide id="161" orient="horz" pos="3884">
          <p15:clr>
            <a:srgbClr val="F26B43"/>
          </p15:clr>
        </p15:guide>
        <p15:guide id="162" orient="horz" pos="4110">
          <p15:clr>
            <a:srgbClr val="F26B43"/>
          </p15:clr>
        </p15:guide>
        <p15:guide id="163" pos="211">
          <p15:clr>
            <a:srgbClr val="F26B43"/>
          </p15:clr>
        </p15:guide>
        <p15:guide id="164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0E9CAA-AE95-4BFA-A8E7-8D61684C7F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2"/>
            <a:r>
              <a:rPr lang="en-US"/>
              <a:t>6. Quality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AF5D5-13A0-4005-B13F-3E8D2E5A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15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C165CE5-31FD-44BB-91CD-87A06F34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7CEB3CA-4AAF-43DA-A977-95586723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BNGF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10AC99ED-3CB9-4968-85B6-5D09AC7306AB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CF5BBA8-D5A7-4D5D-ACAC-3019D9BCD9C0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42838B2-B6CE-5260-DFFE-25EEAEB05B89}"/>
              </a:ext>
            </a:extLst>
          </p:cNvPr>
          <p:cNvSpPr txBox="1"/>
          <p:nvPr/>
        </p:nvSpPr>
        <p:spPr>
          <a:xfrm>
            <a:off x="1074136" y="1323438"/>
            <a:ext cx="135806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21" name="ZoneTexte 17">
            <a:extLst>
              <a:ext uri="{FF2B5EF4-FFF2-40B4-BE49-F238E27FC236}">
                <a16:creationId xmlns:a16="http://schemas.microsoft.com/office/drawing/2014/main" id="{7E5F0F8A-EEEB-D24D-E7BC-5C5CC80CA23F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EF6A5B1F-595C-F734-F559-7C3939136C90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989693-AAFF-7CC2-3016-6B98EFDF4F00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ZoneTexte 12">
            <a:extLst>
              <a:ext uri="{FF2B5EF4-FFF2-40B4-BE49-F238E27FC236}">
                <a16:creationId xmlns:a16="http://schemas.microsoft.com/office/drawing/2014/main" id="{042C5F21-95C4-4B16-A3CD-A6F742AAB373}"/>
              </a:ext>
            </a:extLst>
          </p:cNvPr>
          <p:cNvSpPr txBox="1"/>
          <p:nvPr/>
        </p:nvSpPr>
        <p:spPr>
          <a:xfrm flipH="1">
            <a:off x="9894771" y="6350520"/>
            <a:ext cx="1632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BNGFD  </a:t>
            </a:r>
            <a:r>
              <a:rPr kumimoji="0" lang="fr-FR" sz="800" b="0" i="1" u="none" strike="noStrike" kern="1200" cap="none" spc="0" normalizeH="0" baseline="0" noProof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TH ,VN &amp; NO </a:t>
            </a:r>
            <a:r>
              <a:rPr kumimoji="0" lang="fr-FR" sz="800" b="0" i="1" u="none" strike="noStrike" kern="1200" cap="none" spc="0" normalizeH="0" baseline="0" noProof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51A498-57F2-575E-B67D-AFDFDBD6A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09" y="1761906"/>
            <a:ext cx="2338636" cy="21106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628728-11FE-3362-C7E7-E308F1F84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11" y="1321537"/>
            <a:ext cx="5070718" cy="256250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D1A5B48-09F0-A166-0470-D4963195E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6" y="4230153"/>
            <a:ext cx="2170509" cy="197613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13011EF-F5BC-16CA-1640-59EF8FE52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411" y="4230153"/>
            <a:ext cx="4746256" cy="240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9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262F6B5-15B6-4E4B-9BEE-EA85D254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9664798-07B2-410D-8777-E407541C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CPSP BNGF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450A0ED-21E2-457F-B15E-7545F7E5A21D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1A59FFD-4BF3-4AF2-B889-8FE82694DA7D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64875CA-A4F9-4E5B-A319-0E83CE0E2797}"/>
              </a:ext>
            </a:extLst>
          </p:cNvPr>
          <p:cNvSpPr txBox="1">
            <a:spLocks/>
          </p:cNvSpPr>
          <p:nvPr/>
        </p:nvSpPr>
        <p:spPr>
          <a:xfrm>
            <a:off x="401823" y="1181706"/>
            <a:ext cx="11618727" cy="5528284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Net Promoter Score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At CPSP E level, the NPS of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Jlye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26 is </a:t>
            </a:r>
            <a:r>
              <a:rPr lang="en-US" sz="105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ecreasing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(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-0,4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 compared to n-1 with NPS of 14,9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+0,8pts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previous month (</a:t>
            </a:r>
            <a:r>
              <a:rPr lang="en-US" sz="105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June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26).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Decreasing NPS for all countries compared to n-1. Except </a:t>
            </a:r>
            <a:r>
              <a:rPr lang="en-US" sz="105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BE and 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628634" marR="0" lvl="1" indent="-171446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CPSP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lang="en-US" sz="1050" b="1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14,5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+0,9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and 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-1,8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last month.</a:t>
            </a:r>
          </a:p>
          <a:p>
            <a:pPr marL="628634" marR="0" lvl="1" indent="-171446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NL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=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+mn-cs"/>
              </a:rPr>
              <a:t>13,9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	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-2,2 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and 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+2,7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last month.</a:t>
            </a:r>
          </a:p>
          <a:p>
            <a:pPr marL="628634" marR="0" lvl="1" indent="-171446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=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21,9		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+3,3pts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	and 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+1,1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last month.</a:t>
            </a:r>
          </a:p>
          <a:p>
            <a:pPr marL="628634" marR="0" lvl="1" indent="-171446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FR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= </a:t>
            </a:r>
            <a:r>
              <a:rPr lang="en-US" sz="1050" b="1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8,9	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-3,5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and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+3,5 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last month.</a:t>
            </a:r>
          </a:p>
          <a:p>
            <a:pPr marL="628634" lvl="1" indent="-171446" defTabSz="457189">
              <a:spcAft>
                <a:spcPts val="5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DK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=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33,2		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+3,3pts 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vs </a:t>
            </a:r>
            <a:r>
              <a:rPr lang="en-US" sz="1050" dirty="0" err="1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ly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	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and 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-17,7pts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last month.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50"/>
              </a:spcAft>
              <a:buClrTx/>
              <a:buSzTx/>
              <a:buFontTx/>
              <a:buNone/>
              <a:tabLst>
                <a:tab pos="4841754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Guests' comments (TOP/FLOP impact on Net Satisfaction Score and NPS)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50"/>
              </a:spcAft>
              <a:buClrTx/>
              <a:buSzTx/>
              <a:buFontTx/>
              <a:buNone/>
              <a:tabLst>
                <a:tab pos="4841754" algn="l"/>
              </a:tabLst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The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Cottage Cleanliness and Bathroom and Kitchen at cottage are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the main critical points of attention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: and is the main negative contributors to NPS in July 26 from open comment.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The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F&amp;B (Brewery) and Aqua Mundo 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the main positive contributors to NPS from open comments 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045E51"/>
              </a:solidFill>
              <a:latin typeface="Bagoss Standard" panose="020B0504060102020204" pitchFamily="34" charset="0"/>
              <a:cs typeface="Bagoss Standard" panose="020B0504060102020204" pitchFamily="34" charset="0"/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RETURN INTENTION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At CP E level, the Ret Int of July 26 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+0,1pts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compared to n-1 with Ret Int of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82,6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>
                <a:tab pos="4841754" algn="l"/>
              </a:tabLst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Decreasing for NL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FR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n-1. 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>
                <a:tab pos="4841754" algn="l"/>
              </a:tabLst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>
                <a:tab pos="4841754" algn="l"/>
              </a:tabLst>
              <a:defRPr/>
            </a:pPr>
            <a:endParaRPr kumimoji="0" lang="en-US" sz="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SOCIAL SCORE (GOOGLE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On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Social Review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Google average score is flat by compared to n-1, with a score of 4,1/5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lvl="0" defTabSz="457189">
              <a:spcAft>
                <a:spcPts val="50"/>
              </a:spcAft>
              <a:defRPr/>
            </a:pPr>
            <a:r>
              <a:rPr lang="en-US" sz="1200" b="1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CCC Requests</a:t>
            </a:r>
            <a:endParaRPr lang="en-US" sz="1100" b="1" dirty="0">
              <a:solidFill>
                <a:srgbClr val="045E51"/>
              </a:solidFill>
              <a:latin typeface="Bagoss Standard" panose="020B0504060102020204" pitchFamily="34" charset="0"/>
              <a:cs typeface="Bagoss Standard" panose="020B0504060102020204" pitchFamily="34" charset="0"/>
            </a:endParaRPr>
          </a:p>
          <a:p>
            <a:pPr lvl="0" defTabSz="457189">
              <a:spcAft>
                <a:spcPts val="50"/>
              </a:spcAft>
              <a:defRPr/>
            </a:pP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With 3542 Requests on July 2026, the number of Requests increased by </a:t>
            </a:r>
            <a:r>
              <a:rPr lang="en-US" sz="105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+12% 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vs last year but </a:t>
            </a:r>
            <a:r>
              <a:rPr lang="en-US" sz="105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-13% </a:t>
            </a:r>
            <a:r>
              <a:rPr lang="en-US" sz="105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vs previous month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13">
            <a:extLst>
              <a:ext uri="{FF2B5EF4-FFF2-40B4-BE49-F238E27FC236}">
                <a16:creationId xmlns:a16="http://schemas.microsoft.com/office/drawing/2014/main" id="{8B7DCE09-21D7-BE5B-4273-6CB10CB5B706}"/>
              </a:ext>
            </a:extLst>
          </p:cNvPr>
          <p:cNvSpPr txBox="1"/>
          <p:nvPr/>
        </p:nvSpPr>
        <p:spPr>
          <a:xfrm>
            <a:off x="10125777" y="6340658"/>
            <a:ext cx="140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*</a:t>
            </a:r>
            <a:r>
              <a:rPr kumimoji="0" lang="fr-FR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TH and NO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fr-FR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SP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C5B7F8-5D0C-BF7A-75AB-751E1E4722FE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35FDE31-9B2F-4FCD-964C-888A9A3F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B8A5E4E-1AC8-4B45-AA5F-5DA11765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BNGF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2D8CF44-6CBF-448E-B82F-7A15EBFC8D09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77ABCC51-3F76-41E8-8341-837891A6ABB3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93B1313-BB9F-4C87-B9BB-60D31D3B3615}"/>
              </a:ext>
            </a:extLst>
          </p:cNvPr>
          <p:cNvSpPr txBox="1"/>
          <p:nvPr/>
        </p:nvSpPr>
        <p:spPr>
          <a:xfrm>
            <a:off x="1412045" y="1672231"/>
            <a:ext cx="9367908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Return intention</a:t>
            </a:r>
          </a:p>
        </p:txBody>
      </p:sp>
      <p:sp>
        <p:nvSpPr>
          <p:cNvPr id="11" name="ZoneTexte 12">
            <a:extLst>
              <a:ext uri="{FF2B5EF4-FFF2-40B4-BE49-F238E27FC236}">
                <a16:creationId xmlns:a16="http://schemas.microsoft.com/office/drawing/2014/main" id="{98E24D05-E5E5-9E13-084E-474306743C52}"/>
              </a:ext>
            </a:extLst>
          </p:cNvPr>
          <p:cNvSpPr txBox="1"/>
          <p:nvPr/>
        </p:nvSpPr>
        <p:spPr>
          <a:xfrm>
            <a:off x="10383613" y="6350251"/>
            <a:ext cx="12779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Total FR </a:t>
            </a:r>
            <a:r>
              <a:rPr kumimoji="0" lang="fr-FR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VN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42A69713-1B7E-4B7A-B3C2-55E10D84EA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7934609"/>
              </p:ext>
            </p:extLst>
          </p:nvPr>
        </p:nvGraphicFramePr>
        <p:xfrm>
          <a:off x="1412045" y="2040115"/>
          <a:ext cx="9367908" cy="4198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4">
            <a:extLst>
              <a:ext uri="{FF2B5EF4-FFF2-40B4-BE49-F238E27FC236}">
                <a16:creationId xmlns:a16="http://schemas.microsoft.com/office/drawing/2014/main" id="{BE0E902F-4042-1687-F413-58522D9D916E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lang="nl-NL" sz="900" dirty="0">
                <a:solidFill>
                  <a:srgbClr val="00192F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10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8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7F0F-ED2D-6A8A-16A9-23042356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68F9BB9-7034-A2D3-8B34-06B13022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54CEDC7-4521-6F84-C939-565B0017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BELGIUM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71B9544-1775-BD6F-291C-D6FB6EFD468C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4C0B92A-BF26-0522-2454-735D3CDCC47C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D3409C6E-F601-0C0B-5DD0-DBF953877375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9" name="ZoneTexte 12">
            <a:extLst>
              <a:ext uri="{FF2B5EF4-FFF2-40B4-BE49-F238E27FC236}">
                <a16:creationId xmlns:a16="http://schemas.microsoft.com/office/drawing/2014/main" id="{ADF3AD78-B195-358E-7DD4-08A7FC154F09}"/>
              </a:ext>
            </a:extLst>
          </p:cNvPr>
          <p:cNvSpPr txBox="1"/>
          <p:nvPr/>
        </p:nvSpPr>
        <p:spPr>
          <a:xfrm flipH="1">
            <a:off x="9894771" y="6350520"/>
            <a:ext cx="16327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TH</a:t>
            </a:r>
            <a:endParaRPr kumimoji="0" lang="en-GB" sz="800" b="0" i="1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43B87C-31DF-C5DF-5C38-3060A1386503}"/>
              </a:ext>
            </a:extLst>
          </p:cNvPr>
          <p:cNvSpPr txBox="1"/>
          <p:nvPr/>
        </p:nvSpPr>
        <p:spPr>
          <a:xfrm>
            <a:off x="1074136" y="1323438"/>
            <a:ext cx="135806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4" name="ZoneTexte 17">
            <a:extLst>
              <a:ext uri="{FF2B5EF4-FFF2-40B4-BE49-F238E27FC236}">
                <a16:creationId xmlns:a16="http://schemas.microsoft.com/office/drawing/2014/main" id="{042BB9E5-7656-0BCF-176B-1CB68B0F028F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10CC31-BA2D-7710-F4EC-5EFA5BB81A72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897EEC8-BF69-7EA1-3E2A-9F207480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35" y="1667747"/>
            <a:ext cx="2322197" cy="210784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2CB0CB1-707E-B32F-C5AE-C753F323F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314" y="1321537"/>
            <a:ext cx="5193035" cy="260824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A76B344-422C-D8D4-ABF1-12B134280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5" y="4242680"/>
            <a:ext cx="2212396" cy="21751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08D6619-D6F4-FC2E-DC96-6BA5C140B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314" y="4171237"/>
            <a:ext cx="4878457" cy="246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1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443D-744C-BFE2-703F-31E92259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26FC09A-DDDF-40B3-716E-D4C88929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FC73DAC-D490-5E7C-AE37-B701EA0B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Belgium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68D683AF-F96F-8531-0607-ECDAEF2E9E04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BBA33C1-AB1F-6E84-AC35-75D0EFAB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2191F571-B5A7-CE42-DEE5-5A76C9BB9F30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sp>
        <p:nvSpPr>
          <p:cNvPr id="7" name="ZoneTexte 1">
            <a:extLst>
              <a:ext uri="{FF2B5EF4-FFF2-40B4-BE49-F238E27FC236}">
                <a16:creationId xmlns:a16="http://schemas.microsoft.com/office/drawing/2014/main" id="{B434098C-E3B8-C681-F6B2-071A5CE069F6}"/>
              </a:ext>
            </a:extLst>
          </p:cNvPr>
          <p:cNvSpPr txBox="1"/>
          <p:nvPr/>
        </p:nvSpPr>
        <p:spPr>
          <a:xfrm>
            <a:off x="333629" y="5848588"/>
            <a:ext cx="1093603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 July 26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BE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positive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evolution for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Staff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+0,7pts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Cottage Maintenance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+10,0pts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Cottage Cleanliness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6,3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Catering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7,1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Leisure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+7,0pts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A la carte leisure offer general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+5,4pts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Aqua Mundo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+9,9pts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.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Decrease for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Check-in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-3,0pts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Decrease of NPS vs </a:t>
            </a:r>
            <a:r>
              <a:rPr lang="en-US" sz="1000" dirty="0" err="1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ly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for VM (-1,7pts), EP (-0,2pts), TH (-9,0pts) and KM (-0,3pts)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9028E6-4B28-4E90-C53E-B06EA506B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3CC7FCD5-C5F6-69F4-3C60-CE22126BBD93}"/>
              </a:ext>
            </a:extLst>
          </p:cNvPr>
          <p:cNvSpPr txBox="1"/>
          <p:nvPr/>
        </p:nvSpPr>
        <p:spPr>
          <a:xfrm>
            <a:off x="191417" y="3618257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DD7CF40-F8FE-809E-0D2C-AD614BC26FDA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B943683-AFFE-0385-3EF9-7A47D9DAA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88" y="1301929"/>
            <a:ext cx="6435425" cy="223948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DDFD335-5882-3C57-E67E-AD5435049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181" y="1300033"/>
            <a:ext cx="3215148" cy="219957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4341E9F-37E0-4026-001B-4592A9421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588" y="3583661"/>
            <a:ext cx="6372122" cy="218627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7966E46-4FE0-1609-8EA4-E434437F3C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710" y="3569678"/>
            <a:ext cx="3182295" cy="218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44FC3A5-AD29-4323-A3C3-880EC9F0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E35F6D8-018D-42F1-8A5C-C8921E5F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Belgium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88BE54F1-CC04-D72A-1626-D892389B0CCE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9AD843A0-B31E-D579-E224-053451634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D6EF746D-BB7A-CBEA-D9F9-7D0A191DAD9C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A79203-0476-23BB-3754-4B36D9877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4C8A52A1-F228-4861-C98E-5303B503B873}"/>
              </a:ext>
            </a:extLst>
          </p:cNvPr>
          <p:cNvSpPr txBox="1"/>
          <p:nvPr/>
        </p:nvSpPr>
        <p:spPr>
          <a:xfrm>
            <a:off x="191417" y="3618257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2DF0AFF-718A-6F1B-C866-E82F2CABFECC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9083A1B-D711-0C66-41C0-5FB152D25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00" y="3861290"/>
            <a:ext cx="3365935" cy="248582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1885CF20-21E0-74BC-EF74-FCC1A37B4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535" y="3861289"/>
            <a:ext cx="3894416" cy="2459631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D732B2DC-121A-EE58-46DB-8052FF365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041" y="1329544"/>
            <a:ext cx="3173494" cy="239631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1297869-A810-F91B-2317-408FCD85B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535" y="1329543"/>
            <a:ext cx="3826262" cy="23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7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F18281E-386A-4543-BBAA-A4FA2776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9D88AEC-3807-4D98-91FA-8925D781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Belgium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425803ED-38C3-76C0-63A8-1839F0230604}"/>
              </a:ext>
            </a:extLst>
          </p:cNvPr>
          <p:cNvSpPr txBox="1"/>
          <p:nvPr/>
        </p:nvSpPr>
        <p:spPr>
          <a:xfrm>
            <a:off x="2099843" y="942835"/>
            <a:ext cx="8634623" cy="377024"/>
          </a:xfrm>
          <a:prstGeom prst="rect">
            <a:avLst/>
          </a:prstGeom>
          <a:noFill/>
        </p:spPr>
        <p:txBody>
          <a:bodyPr wrap="square" lIns="68577" tIns="34289" rIns="68577" bIns="34289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TOPS/FLOPS CONCEPTS CP BE FROM OPEN COMMENT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4E5B409-2F25-C56C-B9C0-1B8ED740FDE3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0C2B8FB-5839-175D-41C4-5BA15A0A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5" y="1702348"/>
            <a:ext cx="2703627" cy="383485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8722ADE-E5CC-068E-2BCB-82A3D71CA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940" y="1702348"/>
            <a:ext cx="2730965" cy="384294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8C482D3-CD6D-F8DA-6EC7-4CE48BCA0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512" y="1702348"/>
            <a:ext cx="2817791" cy="395677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4178FB8-02F6-81B3-7A51-3053C7107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576" y="1717600"/>
            <a:ext cx="2843368" cy="395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0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7C53-E6FA-4A53-CB70-11DA7012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7B43E4C-26CE-7E8E-764E-4BF9B632A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Quality Performance / destination CP Belgium: input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2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62F5-0740-B160-C84E-7EF86C76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2DE2499-55BA-3DB7-D51C-461B13E2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3086E5C-66B5-42B8-29BE-6E33E698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NETHERLANDS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1FCE86D-5A06-71C5-DEC9-450AC4751493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95F3BB5-1F72-5A34-8C23-CE69EC0A9BB1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7D5CA30-9059-6871-F809-0A55ADD62EF3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237FF23-FA2E-10AF-5FAA-EA0ED28E39ED}"/>
              </a:ext>
            </a:extLst>
          </p:cNvPr>
          <p:cNvSpPr txBox="1"/>
          <p:nvPr/>
        </p:nvSpPr>
        <p:spPr>
          <a:xfrm>
            <a:off x="1074136" y="1323438"/>
            <a:ext cx="139012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6" name="ZoneTexte 17">
            <a:extLst>
              <a:ext uri="{FF2B5EF4-FFF2-40B4-BE49-F238E27FC236}">
                <a16:creationId xmlns:a16="http://schemas.microsoft.com/office/drawing/2014/main" id="{BC81D7BA-1F43-A5BE-A2A9-08F96604EA2F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A71B6-A062-6770-A810-6DE737FF6268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653474E-8C5C-0AD9-0126-49E9AD7C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36" y="1761907"/>
            <a:ext cx="2413286" cy="219926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5D1E57E-B1F7-E154-14D4-0CEBD6A1A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426" y="1236162"/>
            <a:ext cx="5204117" cy="263963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BEA2E2C-CD6D-5C8E-D3D8-057731937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6" y="4142472"/>
            <a:ext cx="2339624" cy="236374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8BBA951-79E2-6D72-31F6-F15DC0B3F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426" y="4142472"/>
            <a:ext cx="4993334" cy="25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6192AC4-6FFD-4230-86D0-2573C1D5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328DD74-5472-4D6D-B7EE-26993075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Netherlands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2611196-6642-48B6-ADEF-A20AEC488863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D075B29C-6858-1557-79BB-09E108AFF89A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39BAD5AF-3A91-2EF3-C9C6-CF6B8D036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9" y="1350273"/>
            <a:ext cx="807183" cy="8071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6CB5E1E-B9AE-F13A-0D44-B0DE5FA65A14}"/>
              </a:ext>
            </a:extLst>
          </p:cNvPr>
          <p:cNvSpPr txBox="1"/>
          <p:nvPr/>
        </p:nvSpPr>
        <p:spPr>
          <a:xfrm>
            <a:off x="84468" y="1428832"/>
            <a:ext cx="9612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E217B-BE1F-822B-5C86-E106FA7A9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0CF7AC3-96DC-48F2-7F61-E6D7521EE740}"/>
              </a:ext>
            </a:extLst>
          </p:cNvPr>
          <p:cNvSpPr txBox="1"/>
          <p:nvPr/>
        </p:nvSpPr>
        <p:spPr>
          <a:xfrm>
            <a:off x="191421" y="3618257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11" name="ZoneTexte 1">
            <a:extLst>
              <a:ext uri="{FF2B5EF4-FFF2-40B4-BE49-F238E27FC236}">
                <a16:creationId xmlns:a16="http://schemas.microsoft.com/office/drawing/2014/main" id="{233FFDD7-2B57-17C2-FBED-F57E6EC55813}"/>
              </a:ext>
            </a:extLst>
          </p:cNvPr>
          <p:cNvSpPr txBox="1"/>
          <p:nvPr/>
        </p:nvSpPr>
        <p:spPr>
          <a:xfrm>
            <a:off x="333629" y="5775843"/>
            <a:ext cx="1152474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 July 26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NL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, positive evolution for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Village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+2,2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,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Staff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+0,3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Cottage Maintenance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+11,6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Cottage Cleanliness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+6,7pts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Catering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+1,3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Free Leisure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+4,4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Paid Leisure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+4,8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and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Aqua Mundo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7,8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). NSS decrease for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Check-in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-1,3pts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</a:p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Decrease of NPS for all villages and increased only for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ZV 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+2,0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 and PZ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+4,6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AC0386AE-94A8-83ED-B50F-711671144FAB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09/07 </a:t>
            </a:r>
            <a:r>
              <a:rPr kumimoji="0" lang="nl-NL" sz="900" b="0" i="0" u="none" strike="noStrike" kern="1200" cap="none" spc="0" normalizeH="0" baseline="0" noProof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249A4D-5379-477C-1A3B-254FAFD1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67" y="1301928"/>
            <a:ext cx="7043402" cy="228764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A80B972-E561-C443-EA77-093C5DEFF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069" y="1301928"/>
            <a:ext cx="2317097" cy="228764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167AD0D1-C74A-4BCA-5A7C-6A7F9FCAB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422" y="3678171"/>
            <a:ext cx="6851342" cy="209307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F90C16B-66F4-EE42-0BD5-20CA90E0A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764" y="3668129"/>
            <a:ext cx="2310869" cy="21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426A-63F2-C117-93F4-53687D95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66050CE-727D-6A0B-609C-C379FDB1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D6C00AE-0876-AB11-0FFF-E2DE2F48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Netherlands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7E222E62-6F35-BB17-EB9F-F397687FEA06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940DAE2-032A-FDE2-9591-179B64B7C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21456749-CEC7-3F5C-F7B8-A2419B513D10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3EADB-836D-7C06-28A1-51EA06FEB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943029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2E8D6FA1-950E-8D16-CF5C-FE1037455FB0}"/>
              </a:ext>
            </a:extLst>
          </p:cNvPr>
          <p:cNvSpPr txBox="1"/>
          <p:nvPr/>
        </p:nvSpPr>
        <p:spPr>
          <a:xfrm>
            <a:off x="191417" y="401154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17BFA85-BD56-DD22-5E72-8240D55C7219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6444B425-6D7B-B0AA-D539-6573A2702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44" y="3939548"/>
            <a:ext cx="3606985" cy="2381372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53DFEA8B-99E9-033B-0AF5-0FF2D0F04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229" y="3939548"/>
            <a:ext cx="4654789" cy="2368672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523FB6B-0869-FC69-19AE-F5B198A64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415" y="1301928"/>
            <a:ext cx="4076910" cy="2362321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4EC0D1D4-5931-281A-8712-D64F06987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325" y="1289228"/>
            <a:ext cx="5653231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17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3B76-678E-6BD6-2D36-B4F859A0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6AA8F91-82DC-31F0-758A-F14C05FE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4A8767A-1E15-B685-619D-89205BD0F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Netherlands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46B0E4FB-6993-169A-B806-7C9B44BF8C24}"/>
              </a:ext>
            </a:extLst>
          </p:cNvPr>
          <p:cNvSpPr txBox="1"/>
          <p:nvPr/>
        </p:nvSpPr>
        <p:spPr>
          <a:xfrm>
            <a:off x="2099843" y="942835"/>
            <a:ext cx="8634623" cy="377024"/>
          </a:xfrm>
          <a:prstGeom prst="rect">
            <a:avLst/>
          </a:prstGeom>
          <a:noFill/>
        </p:spPr>
        <p:txBody>
          <a:bodyPr wrap="square" lIns="68577" tIns="34289" rIns="68577" bIns="34289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TOPS/FLOPS CONCEPTS CP </a:t>
            </a:r>
            <a:r>
              <a:rPr lang="en-US" sz="20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NL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FROM OPEN COMMENT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7A3EF34-E27B-7BE2-1ADA-8DF2E64F9882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12AF11-8CB4-F0A1-1052-A2C0ED27C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1585856"/>
            <a:ext cx="2802963" cy="390054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C4DB7B8-AFCC-F51D-2226-351D966F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51" y="1585857"/>
            <a:ext cx="2807922" cy="390054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F7A9075-8234-3AB6-B010-D248657EE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098" y="1585857"/>
            <a:ext cx="2691604" cy="39005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90A9798-908E-6D33-C5CA-A40ACDDDE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508" y="1585856"/>
            <a:ext cx="2674172" cy="39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7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BB5B-E121-3B4A-B3AF-BE82CB55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0D8E652-B4EB-DECC-0A94-5B20300B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1BC5AF-97AD-B52F-7973-C8AEB5B4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C20A28-4BAC-4477-9026-1E123DBFBC43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11/08/2026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0CB69E0-C668-ADA2-2286-FCF33E3B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Netherlands: input</a:t>
            </a:r>
            <a:endParaRPr lang="fr-FR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9952026-29A4-7B5A-B361-6002B6E0F539}"/>
              </a:ext>
            </a:extLst>
          </p:cNvPr>
          <p:cNvSpPr>
            <a:spLocks noGrp="1"/>
          </p:cNvSpPr>
          <p:nvPr/>
        </p:nvSpPr>
        <p:spPr>
          <a:xfrm>
            <a:off x="270956" y="990211"/>
            <a:ext cx="11587416" cy="5109598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324000" indent="0" algn="l" defTabSz="914400" rtl="0" eaLnBrk="1" latinLnBrk="0" hangingPunct="1">
              <a:lnSpc>
                <a:spcPct val="2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045E51"/>
                </a:solidFill>
                <a:highlight>
                  <a:srgbClr val="B2EDA7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24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045E51"/>
                </a:solidFill>
                <a:latin typeface="Tahoma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700606"/>
                </a:solidFill>
                <a:latin typeface="Tahoma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FF699B"/>
                </a:solidFill>
                <a:highlight>
                  <a:srgbClr val="800000"/>
                </a:highlight>
                <a:latin typeface="Tahom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5E51"/>
                </a:solidFill>
                <a:latin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Tahoma"/>
              <a:cs typeface="Tahom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53A630CE-9CA7-F1F1-6A2E-69F013A8169C}"/>
              </a:ext>
            </a:extLst>
          </p:cNvPr>
          <p:cNvSpPr>
            <a:spLocks noGrp="1"/>
          </p:cNvSpPr>
          <p:nvPr/>
        </p:nvSpPr>
        <p:spPr>
          <a:xfrm>
            <a:off x="270956" y="990211"/>
            <a:ext cx="11587416" cy="5109598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324000" indent="0" algn="l" defTabSz="914400" rtl="0" eaLnBrk="1" latinLnBrk="0" hangingPunct="1">
              <a:lnSpc>
                <a:spcPct val="2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045E51"/>
                </a:solidFill>
                <a:highlight>
                  <a:srgbClr val="B2EDA7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24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045E51"/>
                </a:solidFill>
                <a:latin typeface="Tahoma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700606"/>
                </a:solidFill>
                <a:latin typeface="Tahoma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FF699B"/>
                </a:solidFill>
                <a:highlight>
                  <a:srgbClr val="800000"/>
                </a:highlight>
                <a:latin typeface="Tahom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5E51"/>
                </a:solidFill>
                <a:latin typeface="Tahoma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Tahoma"/>
              <a:cs typeface="Tahom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F6FF6C10-6978-E917-45A0-7EBF0D034348}"/>
              </a:ext>
            </a:extLst>
          </p:cNvPr>
          <p:cNvSpPr>
            <a:spLocks noGrp="1"/>
          </p:cNvSpPr>
          <p:nvPr/>
        </p:nvSpPr>
        <p:spPr>
          <a:xfrm>
            <a:off x="270956" y="990211"/>
            <a:ext cx="11587416" cy="5109598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Blip>
                <a:blip r:embed="rId2"/>
              </a:buBlip>
              <a:defRPr sz="12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045E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324000" indent="0" algn="l" defTabSz="914400" rtl="0" eaLnBrk="1" latinLnBrk="0" hangingPunct="1">
              <a:lnSpc>
                <a:spcPct val="2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045E51"/>
                </a:solidFill>
                <a:highlight>
                  <a:srgbClr val="B2EDA7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24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rgbClr val="F8F8F8">
                    <a:lumMod val="25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045E51"/>
                </a:solidFill>
                <a:latin typeface="Tahoma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700606"/>
                </a:solidFill>
                <a:latin typeface="Tahoma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>
                <a:solidFill>
                  <a:srgbClr val="FF699B"/>
                </a:solidFill>
                <a:highlight>
                  <a:srgbClr val="800000"/>
                </a:highlight>
                <a:latin typeface="Tahom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45E51"/>
                </a:solidFill>
                <a:latin typeface="Tahoma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Tahoma"/>
              <a:cs typeface="Tahom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9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16A3-7B53-9428-DE37-13F1984A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9CF88E9-BA5A-6C1C-2789-3185B1EB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1D9AA78-EE5A-D198-628B-F66FE4D3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GERMANY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C94CC83-45BF-158C-924F-9C197CEF01BD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919244A-16A7-31B5-F42B-FD818DE64527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90DF65D-7AB3-2973-C5B0-477385647E67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C5ABFF-28DD-51F5-BB63-89C6CC6B3119}"/>
              </a:ext>
            </a:extLst>
          </p:cNvPr>
          <p:cNvSpPr txBox="1"/>
          <p:nvPr/>
        </p:nvSpPr>
        <p:spPr>
          <a:xfrm>
            <a:off x="1074136" y="1323438"/>
            <a:ext cx="135806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4" name="ZoneTexte 17">
            <a:extLst>
              <a:ext uri="{FF2B5EF4-FFF2-40B4-BE49-F238E27FC236}">
                <a16:creationId xmlns:a16="http://schemas.microsoft.com/office/drawing/2014/main" id="{4116C360-2744-A0C5-364F-E6D96B449BF2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B461F4-77BF-1184-50CD-CEE5E6E978E7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424D485-D8E3-0742-6331-4EC4A2FD0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36" y="1717032"/>
            <a:ext cx="2204037" cy="201922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0BD73AC-536E-75EB-44E6-F7333BCB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35" y="1321537"/>
            <a:ext cx="5177319" cy="260959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9AB1AAD-AE21-CC03-70B6-AAFDDED28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5" y="4242696"/>
            <a:ext cx="2152787" cy="217513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9501D75-4E5B-2501-A848-7C7DD9876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534" y="4156041"/>
            <a:ext cx="5097833" cy="257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51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D1FD63E-ED33-4580-A30B-DBB9A0BE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4C696CC-6165-4563-9F07-9A23B6A5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Germany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F428458D-D2F8-40C9-8109-4CFE10472016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148D958-C173-45E5-885B-B67B0CFD8437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803752B2-0C09-AD77-D544-9FA5343B5736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DB4F6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Extra input for internal BR in case needed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AD29CE34-B38F-5200-8487-08891E8C8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50273"/>
            <a:ext cx="807183" cy="8071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B5F53BD-C4FD-D96E-9277-7B7EBAD2EC0B}"/>
              </a:ext>
            </a:extLst>
          </p:cNvPr>
          <p:cNvSpPr txBox="1"/>
          <p:nvPr/>
        </p:nvSpPr>
        <p:spPr>
          <a:xfrm>
            <a:off x="191416" y="141566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83832759-A3DB-170A-4435-679D23CCB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6D31CA2-2169-5BCB-0933-F44392E44846}"/>
              </a:ext>
            </a:extLst>
          </p:cNvPr>
          <p:cNvSpPr txBox="1"/>
          <p:nvPr/>
        </p:nvSpPr>
        <p:spPr>
          <a:xfrm>
            <a:off x="191418" y="3618257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13" name="ZoneTexte 1">
            <a:extLst>
              <a:ext uri="{FF2B5EF4-FFF2-40B4-BE49-F238E27FC236}">
                <a16:creationId xmlns:a16="http://schemas.microsoft.com/office/drawing/2014/main" id="{BAEB4E97-1305-0838-FE06-319774D227D0}"/>
              </a:ext>
            </a:extLst>
          </p:cNvPr>
          <p:cNvSpPr txBox="1"/>
          <p:nvPr/>
        </p:nvSpPr>
        <p:spPr>
          <a:xfrm>
            <a:off x="333629" y="5749203"/>
            <a:ext cx="11339355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38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 July 26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pillars increased vs 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ly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with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Village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+3,2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Staff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+2,8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Cottage Maintenance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+13,6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Cottage Cleanliness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+10,5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Catering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+9,6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Free Leisure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+6,9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Paid Leisure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9,4pts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and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Aqua Mundo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B1EDA6">
                    <a:lumMod val="5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+3,3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1EDA6">
                    <a:lumMod val="5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.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 NSS decrease for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Check-in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-1,1pts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</a:p>
          <a:p>
            <a:pPr marL="171438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NPS increases for all parcs except or BS (-7,4pts)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B4343909-D5C8-55D2-8330-9404DAED9712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9B3E01C-E727-4CCF-5D38-1B91DC1C8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68" y="1309770"/>
            <a:ext cx="7438464" cy="19842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298C188-D0AE-4ED2-3DE1-3AD0DD415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232" y="1309770"/>
            <a:ext cx="2501700" cy="198429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782B3F1-E920-D04E-A765-C1C8F7B72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36" y="3563941"/>
            <a:ext cx="7468396" cy="183226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D5D67F1-E161-A1B4-6F5C-AD28253757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132" y="3549992"/>
            <a:ext cx="2544489" cy="184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08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63E1-AB40-A0A5-0502-25F2FCE7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EAD47FE-82C3-4C57-1590-4C8E23E4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AA040B4-9386-8C56-930A-AC5AB54E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Germany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D0FC70D2-DA66-8D93-37F2-17A557FC7EDC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AFC18F5-6FB2-B816-F29C-27BED849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DABB321C-4702-8952-92F4-A0AC5C119F2B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658EB1-C37C-2F4D-5125-3D2717AA4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943029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8EAD2211-8E51-67ED-2A60-EEBE1CAE3BD8}"/>
              </a:ext>
            </a:extLst>
          </p:cNvPr>
          <p:cNvSpPr txBox="1"/>
          <p:nvPr/>
        </p:nvSpPr>
        <p:spPr>
          <a:xfrm>
            <a:off x="191417" y="401154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0E2B366B-7408-A2F1-A7DE-80F966747972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650B23-7ED2-CD24-2235-DC985CC10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99" y="1312925"/>
            <a:ext cx="8066743" cy="152395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2E98204-2A41-1CFA-EDCC-1CFEC9833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342" y="1312924"/>
            <a:ext cx="2481244" cy="152395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B270DA8-2A17-EF22-35C5-94298CA52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668" y="3943030"/>
            <a:ext cx="7919694" cy="172569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200A07C-864F-E21B-82FD-414541AE4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8362" y="3947784"/>
            <a:ext cx="2330570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5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1D09-E2F3-7512-0C48-DD5E286C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EEF952B-E8D8-EB20-51E1-85B25D42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46EDDEA-DD6E-B316-FBB4-FCDF260B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Germany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4482EB40-63F7-2BFE-43FD-05423EA144C8}"/>
              </a:ext>
            </a:extLst>
          </p:cNvPr>
          <p:cNvSpPr txBox="1"/>
          <p:nvPr/>
        </p:nvSpPr>
        <p:spPr>
          <a:xfrm>
            <a:off x="2099843" y="942835"/>
            <a:ext cx="8634623" cy="377024"/>
          </a:xfrm>
          <a:prstGeom prst="rect">
            <a:avLst/>
          </a:prstGeom>
          <a:noFill/>
        </p:spPr>
        <p:txBody>
          <a:bodyPr wrap="square" lIns="68577" tIns="34289" rIns="68577" bIns="34289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TOPS/FLOPS CONCEPTS FROM OPEN COMMENT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FF73D31-D3BB-4451-BAB9-B5284BC4AB46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245928B-0BCD-7086-C7EA-1E94514D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68" y="1600106"/>
            <a:ext cx="3054507" cy="365778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01AAFBD-000F-8866-C065-E7535D5F4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750" y="1600107"/>
            <a:ext cx="2616640" cy="365778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FD62AB5-6EAF-BD3A-F140-F658E0E01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164" y="1600107"/>
            <a:ext cx="2634942" cy="365778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C6678CA-07AF-85F5-1A71-2F0D681B0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727" y="1600107"/>
            <a:ext cx="2839829" cy="373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8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02DA-3B4D-7162-4786-41CF7A2E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2F7FABE-3904-D11E-60FF-352931EE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1F6426-CA05-A66C-E9BA-470516F7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C20A28-4BAC-4477-9026-1E123DBFBC43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11/08/2026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21F3FBB-4835-0E18-15D4-5E87FDD7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Germany: input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888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9A0C-AB72-028B-FED7-47392D7D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894C684-98E2-B6F0-7EB9-CFFCBD7B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0F2C85-1891-B26B-4B1A-8B7C84F7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089D9A7-9042-8D06-2F23-19AA0DC3A4C1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2C49155-D9ED-86B8-D4FC-C0BDE4B8D4E5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467FB9AC-8724-2D71-EB47-00D1AACB6447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0218F39-0AA9-9D38-E827-2D3094E26D4A}"/>
              </a:ext>
            </a:extLst>
          </p:cNvPr>
          <p:cNvSpPr txBox="1"/>
          <p:nvPr/>
        </p:nvSpPr>
        <p:spPr>
          <a:xfrm>
            <a:off x="1074136" y="1323438"/>
            <a:ext cx="135806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6" name="ZoneTexte 17">
            <a:extLst>
              <a:ext uri="{FF2B5EF4-FFF2-40B4-BE49-F238E27FC236}">
                <a16:creationId xmlns:a16="http://schemas.microsoft.com/office/drawing/2014/main" id="{FBA2756F-D824-B4D0-3408-393D145CF605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251C7-BD50-3417-8E31-377F1138E847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3CDC948-6182-602D-161C-7E7E4D045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36" y="1817779"/>
            <a:ext cx="2082907" cy="192414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E1C3645-7A6D-B4FA-72DE-FCD904AA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11" y="1321537"/>
            <a:ext cx="5095758" cy="257297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09EBC09-B332-464C-7331-C621ABC9B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6" y="4276339"/>
            <a:ext cx="2082907" cy="208992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31B4678-E4A0-C288-D571-AABC8269A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088" y="4181080"/>
            <a:ext cx="4667542" cy="237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84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483BAFE-6127-427E-BE46-EE8E4005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23519DB-16E4-429C-99B2-7AC863EB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F73F1678-3AD1-433D-90C7-9BBA4457CB21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12" name="ZoneTexte 12">
            <a:extLst>
              <a:ext uri="{FF2B5EF4-FFF2-40B4-BE49-F238E27FC236}">
                <a16:creationId xmlns:a16="http://schemas.microsoft.com/office/drawing/2014/main" id="{7863FE0E-52AD-48C9-95C0-FDF97CE27966}"/>
              </a:ext>
            </a:extLst>
          </p:cNvPr>
          <p:cNvSpPr txBox="1"/>
          <p:nvPr/>
        </p:nvSpPr>
        <p:spPr>
          <a:xfrm>
            <a:off x="10383613" y="6350251"/>
            <a:ext cx="12779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Total FR </a:t>
            </a:r>
            <a:r>
              <a:rPr kumimoji="0" lang="fr-FR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VN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AF29E1B4-71D5-41AE-8F20-39EF7B0B8EE3}"/>
              </a:ext>
            </a:extLst>
          </p:cNvPr>
          <p:cNvSpPr txBox="1">
            <a:spLocks/>
          </p:cNvSpPr>
          <p:nvPr/>
        </p:nvSpPr>
        <p:spPr>
          <a:xfrm>
            <a:off x="1812022" y="949863"/>
            <a:ext cx="2078543" cy="193377"/>
          </a:xfrm>
          <a:prstGeom prst="rect">
            <a:avLst/>
          </a:prstGeom>
        </p:spPr>
        <p:txBody>
          <a:bodyPr lIns="68580" tIns="34290" rIns="68580" bIns="34290">
            <a:normAutofit fontScale="77500" lnSpcReduction="20000"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DB4F6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Extra input for internal BR in case needed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82D9CA73-772B-F6BA-0660-3EDCC42BB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4" y="1350273"/>
            <a:ext cx="807183" cy="80718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5594F85-1370-788A-13DF-7F592515E900}"/>
              </a:ext>
            </a:extLst>
          </p:cNvPr>
          <p:cNvSpPr txBox="1"/>
          <p:nvPr/>
        </p:nvSpPr>
        <p:spPr>
          <a:xfrm>
            <a:off x="191418" y="141566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9C35958-583E-1D8F-D3B0-DB3F21B3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784FF91-BBCF-F9D5-A860-DBA7476C8D21}"/>
              </a:ext>
            </a:extLst>
          </p:cNvPr>
          <p:cNvSpPr txBox="1"/>
          <p:nvPr/>
        </p:nvSpPr>
        <p:spPr>
          <a:xfrm>
            <a:off x="191418" y="3618257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14" name="ZoneTexte 1">
            <a:extLst>
              <a:ext uri="{FF2B5EF4-FFF2-40B4-BE49-F238E27FC236}">
                <a16:creationId xmlns:a16="http://schemas.microsoft.com/office/drawing/2014/main" id="{3D72BC28-C49F-EB30-15B4-CFC3F180FC57}"/>
              </a:ext>
            </a:extLst>
          </p:cNvPr>
          <p:cNvSpPr txBox="1"/>
          <p:nvPr/>
        </p:nvSpPr>
        <p:spPr>
          <a:xfrm>
            <a:off x="333630" y="5825421"/>
            <a:ext cx="11524741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38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 July 2026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CP FR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, positive evolution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Check-in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+2,2 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Cottage Maintenance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6,8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Cottage Cleanliness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+4,2 pts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),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Catering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+4,2 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Free Leisure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+5,4 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Paid Leisure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+1,8pts 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Aqua Mundo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00B05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+0,5 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NSS decrease for 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Village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-1,7ptspts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, Staff 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-1,0pts</a:t>
            </a: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</a:t>
            </a:r>
            <a:r>
              <a:rPr lang="en-US" sz="1000" b="1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Critical NPS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 d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ecrease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for 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all parcs BD 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-11,5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 BF 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-2,2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 LG 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-9,3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), VN (</a:t>
            </a:r>
            <a:r>
              <a:rPr lang="en-US" sz="1000" dirty="0">
                <a:solidFill>
                  <a:srgbClr val="FF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-20,7 pts</a:t>
            </a:r>
            <a:r>
              <a:rPr lang="en-US" sz="1000" dirty="0">
                <a:solidFill>
                  <a:srgbClr val="F8F8F8">
                    <a:lumMod val="10000"/>
                  </a:srgbClr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8F4F587E-AD22-145D-1A99-AAEAAB7394ED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AC47A1-267C-82EC-3147-36AA66EF7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39" y="3565508"/>
            <a:ext cx="5688201" cy="222475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337E2EB-F6BD-5ED3-AC95-DCE784894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646" y="3549738"/>
            <a:ext cx="2036053" cy="228038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7F42F26-B2B4-D3EC-C85E-24B7908D1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75" y="1276537"/>
            <a:ext cx="5579180" cy="223804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EF406C1-599A-3F5B-861E-B157394B7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155" y="1249552"/>
            <a:ext cx="1885308" cy="223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91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3FE0-F68F-D20B-D2DC-1BB55B43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3476C5A-F017-0EF0-78BC-FA65A162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6260524-B53B-13CA-916B-60F8FAE9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D1F91A40-CE16-7D56-E26F-3710AECDC07A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8D85A18-33B0-9369-30BC-DB902A71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CE268213-1964-A166-D5D2-BF5DE278E487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01710-27B2-08F3-E874-07496DF5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943029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4D9E019E-DC41-9CE7-5843-4EE13611991E}"/>
              </a:ext>
            </a:extLst>
          </p:cNvPr>
          <p:cNvSpPr txBox="1"/>
          <p:nvPr/>
        </p:nvSpPr>
        <p:spPr>
          <a:xfrm>
            <a:off x="191417" y="401154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02790F2A-AED3-011D-25E2-C29EFA2D073C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839FA8-987E-CC17-92FA-ABA577AF7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487" y="3943029"/>
            <a:ext cx="6966490" cy="261173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2EDE33F-8997-7DFD-8ED3-36BDFE5FC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487" y="1408912"/>
            <a:ext cx="6966490" cy="220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36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AF21-6A93-BFA1-C840-2FB1045B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A858359-717D-523F-3F0F-53A8B860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F7E7ADA-36A8-9635-6FC2-2FB508BC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FD5CB4FD-A248-C9DF-4B7B-2B43BD8D3B0E}"/>
              </a:ext>
            </a:extLst>
          </p:cNvPr>
          <p:cNvSpPr txBox="1"/>
          <p:nvPr/>
        </p:nvSpPr>
        <p:spPr>
          <a:xfrm>
            <a:off x="2099843" y="942835"/>
            <a:ext cx="8634623" cy="377024"/>
          </a:xfrm>
          <a:prstGeom prst="rect">
            <a:avLst/>
          </a:prstGeom>
          <a:noFill/>
        </p:spPr>
        <p:txBody>
          <a:bodyPr wrap="square" lIns="68577" tIns="34289" rIns="68577" bIns="34289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TOPS/FLOPS CONCEPTS FROM OPEN COMMENT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C230DCE-E974-8301-6D85-8CB8F7259C22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EBC30B-94B0-254F-486A-943FAE20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4" y="1700775"/>
            <a:ext cx="2870274" cy="37266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0CE56DC-18BA-222F-418C-B773C3C0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317" y="1700775"/>
            <a:ext cx="2710277" cy="37266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3D7AE73-3966-16D5-A306-A22046B31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819" y="1700775"/>
            <a:ext cx="2783770" cy="385445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2952678-FAD0-9FA4-7860-7B79325E2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778" y="1717599"/>
            <a:ext cx="2775167" cy="383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59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3345-1FDF-DADE-6E62-201E2BD6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ECAFFDF-FDB2-B14B-8B0A-32790810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8362F7-F1E4-26C3-180A-C80F11F8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C20A28-4BAC-4477-9026-1E123DBFBC43}" type="datetime1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11/08/2026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0A883B4-05DC-CCAB-7D60-CCD3B975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France: input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8692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1DD3-D190-45AB-E7E3-01DC4932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572FBCA-102E-0977-C84C-78BA43CA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0D1C68D-C334-4893-7A34-F6A8EA17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Denmark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211944F6-EE71-1765-ED6D-6DBF265B8209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C38DCFD-B6DE-46CB-D931-106A0B1AB268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F8099A49-5AB9-5C26-5D1E-6E4E497F1437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620DD2-8AAD-0488-F061-B716C1FF30D7}"/>
              </a:ext>
            </a:extLst>
          </p:cNvPr>
          <p:cNvSpPr txBox="1"/>
          <p:nvPr/>
        </p:nvSpPr>
        <p:spPr>
          <a:xfrm>
            <a:off x="1074136" y="1323438"/>
            <a:ext cx="1358064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 vs July 25</a:t>
            </a:r>
          </a:p>
        </p:txBody>
      </p:sp>
      <p:sp>
        <p:nvSpPr>
          <p:cNvPr id="4" name="ZoneTexte 17">
            <a:extLst>
              <a:ext uri="{FF2B5EF4-FFF2-40B4-BE49-F238E27FC236}">
                <a16:creationId xmlns:a16="http://schemas.microsoft.com/office/drawing/2014/main" id="{CD0AB084-A900-96C0-56EC-6FA6A6FBBD02}"/>
              </a:ext>
            </a:extLst>
          </p:cNvPr>
          <p:cNvSpPr txBox="1"/>
          <p:nvPr/>
        </p:nvSpPr>
        <p:spPr>
          <a:xfrm>
            <a:off x="3743590" y="1321537"/>
            <a:ext cx="1162498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Last 12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month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C84F2-9789-1DAD-9502-2D443490E226}"/>
              </a:ext>
            </a:extLst>
          </p:cNvPr>
          <p:cNvSpPr/>
          <p:nvPr/>
        </p:nvSpPr>
        <p:spPr>
          <a:xfrm rot="16200000" flipH="1">
            <a:off x="5772409" y="-905229"/>
            <a:ext cx="95926" cy="9828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F96BA5E-2401-30B1-0F89-F62F453F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36" y="1761907"/>
            <a:ext cx="2082907" cy="191144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4A32C2A-216C-E826-388D-147E40D96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912" y="1321537"/>
            <a:ext cx="5018327" cy="252497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7074BBD-904A-6808-3292-D97777EE7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36" y="4262134"/>
            <a:ext cx="1873346" cy="187334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1AA9DD9-0594-3DDB-28CA-8906B9797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088" y="4134324"/>
            <a:ext cx="4922857" cy="253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47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4B19-7B0C-30DA-8F09-07C91685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0359670-02CC-7850-BFA0-E9D86444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27406D6-F76E-7B74-981B-D3BD54D4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Denmark</a:t>
            </a:r>
            <a:endParaRPr lang="nl-NL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5FA1F136-90D9-F272-54ED-A81DCB35442D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12" name="ZoneTexte 12">
            <a:extLst>
              <a:ext uri="{FF2B5EF4-FFF2-40B4-BE49-F238E27FC236}">
                <a16:creationId xmlns:a16="http://schemas.microsoft.com/office/drawing/2014/main" id="{57F07329-1522-1D1D-47CD-C53C0F9BD834}"/>
              </a:ext>
            </a:extLst>
          </p:cNvPr>
          <p:cNvSpPr txBox="1"/>
          <p:nvPr/>
        </p:nvSpPr>
        <p:spPr>
          <a:xfrm>
            <a:off x="10383613" y="6350251"/>
            <a:ext cx="12779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Total FR </a:t>
            </a:r>
            <a:r>
              <a:rPr kumimoji="0" lang="fr-FR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including</a:t>
            </a:r>
            <a:r>
              <a:rPr kumimoji="0" lang="fr-FR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VN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F6BBA951-734D-C951-A566-E60AF3356F27}"/>
              </a:ext>
            </a:extLst>
          </p:cNvPr>
          <p:cNvSpPr txBox="1">
            <a:spLocks/>
          </p:cNvSpPr>
          <p:nvPr/>
        </p:nvSpPr>
        <p:spPr>
          <a:xfrm>
            <a:off x="1812022" y="949863"/>
            <a:ext cx="2078543" cy="193377"/>
          </a:xfrm>
          <a:prstGeom prst="rect">
            <a:avLst/>
          </a:prstGeom>
        </p:spPr>
        <p:txBody>
          <a:bodyPr lIns="68580" tIns="34290" rIns="68580" bIns="34290">
            <a:normAutofit fontScale="77500" lnSpcReduction="20000"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DB4F6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Extra input for internal BR in case needed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0A3C1E14-66B0-BE0A-9D5A-E1EF97215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4" y="1350273"/>
            <a:ext cx="807183" cy="80718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6BE0DBB-4AE2-3B27-F71A-CF6F4C7A6203}"/>
              </a:ext>
            </a:extLst>
          </p:cNvPr>
          <p:cNvSpPr txBox="1"/>
          <p:nvPr/>
        </p:nvSpPr>
        <p:spPr>
          <a:xfrm>
            <a:off x="171382" y="1418792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25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D6C22E01-A72C-A22C-FE69-778B12C31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4" y="3549738"/>
            <a:ext cx="807183" cy="80718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3CD2659-3DB5-C905-8129-C4A46E2B2DFC}"/>
              </a:ext>
            </a:extLst>
          </p:cNvPr>
          <p:cNvSpPr txBox="1"/>
          <p:nvPr/>
        </p:nvSpPr>
        <p:spPr>
          <a:xfrm>
            <a:off x="191418" y="3618257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26</a:t>
            </a:r>
          </a:p>
        </p:txBody>
      </p:sp>
      <p:sp>
        <p:nvSpPr>
          <p:cNvPr id="14" name="ZoneTexte 1">
            <a:extLst>
              <a:ext uri="{FF2B5EF4-FFF2-40B4-BE49-F238E27FC236}">
                <a16:creationId xmlns:a16="http://schemas.microsoft.com/office/drawing/2014/main" id="{509705D8-8EFA-D2EE-91FB-DDA6702FAB9D}"/>
              </a:ext>
            </a:extLst>
          </p:cNvPr>
          <p:cNvSpPr txBox="1"/>
          <p:nvPr/>
        </p:nvSpPr>
        <p:spPr>
          <a:xfrm>
            <a:off x="334963" y="5469555"/>
            <a:ext cx="11524741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In July 26 improving NPS vs last year</a:t>
            </a:r>
          </a:p>
          <a:p>
            <a:pPr marL="171438" lvl="0" indent="-1714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But decreasing NSS for Check-in (-8,5pts), Village (-2,0pts), Staff (-1,8pts), Cottage Maintenance (-15,0pts)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767CDB27-8D72-BA18-D674-5FC9EA9D0E64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99D576-6536-723C-E9C7-5720C547FF51}"/>
              </a:ext>
            </a:extLst>
          </p:cNvPr>
          <p:cNvSpPr/>
          <p:nvPr/>
        </p:nvSpPr>
        <p:spPr>
          <a:xfrm>
            <a:off x="1423574" y="4211398"/>
            <a:ext cx="579966" cy="1735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1066A0-F7A1-B29E-3CF6-5F06D7D8E93E}"/>
              </a:ext>
            </a:extLst>
          </p:cNvPr>
          <p:cNvSpPr/>
          <p:nvPr/>
        </p:nvSpPr>
        <p:spPr>
          <a:xfrm>
            <a:off x="1409677" y="4286540"/>
            <a:ext cx="579966" cy="1101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89AA8F-B836-5C40-9DA3-F2A40BED2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36" y="1380726"/>
            <a:ext cx="7578893" cy="8758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4438DBC-1888-3122-0AE0-D42FC771F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129" y="1402560"/>
            <a:ext cx="2572896" cy="80718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38B9C9D-CFE8-7DBB-A5CE-358E07E21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36" y="3583537"/>
            <a:ext cx="8326145" cy="756401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43A0054-86DA-92AE-A10E-54E53D045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981" y="3549738"/>
            <a:ext cx="1981302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BB7B-7A05-BA96-1E01-98CCCBF6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7C2A175-4092-DA8D-80A4-B460B812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5151355-DF49-33A6-CE72-910C15D9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France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6B4144E-5F8D-4B52-A786-1D30217237C9}"/>
              </a:ext>
            </a:extLst>
          </p:cNvPr>
          <p:cNvSpPr txBox="1">
            <a:spLocks/>
          </p:cNvSpPr>
          <p:nvPr/>
        </p:nvSpPr>
        <p:spPr>
          <a:xfrm>
            <a:off x="1812021" y="938977"/>
            <a:ext cx="2667699" cy="222991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 input for internal BR in case needed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63098192-F070-3A24-0DA9-DCABD569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1329544"/>
            <a:ext cx="807183" cy="807183"/>
          </a:xfrm>
          <a:prstGeom prst="rect">
            <a:avLst/>
          </a:prstGeom>
        </p:spPr>
      </p:pic>
      <p:sp>
        <p:nvSpPr>
          <p:cNvPr id="6" name="ZoneTexte 16">
            <a:extLst>
              <a:ext uri="{FF2B5EF4-FFF2-40B4-BE49-F238E27FC236}">
                <a16:creationId xmlns:a16="http://schemas.microsoft.com/office/drawing/2014/main" id="{9B1ED136-EFE3-9981-299D-EC0E5CA154C0}"/>
              </a:ext>
            </a:extLst>
          </p:cNvPr>
          <p:cNvSpPr txBox="1"/>
          <p:nvPr/>
        </p:nvSpPr>
        <p:spPr>
          <a:xfrm>
            <a:off x="191416" y="1398063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rgbClr val="045E51"/>
                </a:solidFill>
                <a:latin typeface="Bagoss Standard" panose="020B0504060102020204" pitchFamily="34" charset="0"/>
                <a:cs typeface="Bagoss Standard" panose="020B0504060102020204" pitchFamily="34" charset="0"/>
              </a:rPr>
              <a:t>July 26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288AFC-19D5-A042-7A84-B52E736E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4" y="3943029"/>
            <a:ext cx="807183" cy="807183"/>
          </a:xfrm>
          <a:prstGeom prst="rect">
            <a:avLst/>
          </a:prstGeom>
        </p:spPr>
      </p:pic>
      <p:sp>
        <p:nvSpPr>
          <p:cNvPr id="10" name="ZoneTexte 10">
            <a:extLst>
              <a:ext uri="{FF2B5EF4-FFF2-40B4-BE49-F238E27FC236}">
                <a16:creationId xmlns:a16="http://schemas.microsoft.com/office/drawing/2014/main" id="{CAC1FDFC-E88F-1909-15A2-6004F4B1DFBE}"/>
              </a:ext>
            </a:extLst>
          </p:cNvPr>
          <p:cNvSpPr txBox="1"/>
          <p:nvPr/>
        </p:nvSpPr>
        <p:spPr>
          <a:xfrm>
            <a:off x="191417" y="4011548"/>
            <a:ext cx="747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YTD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July 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Vs LY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88542295-6EA3-8D72-C1B0-1669E4BAEF32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6F8AEB-1C15-7444-F8FE-DD44BEE5F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605" y="1385773"/>
            <a:ext cx="9512789" cy="65408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259D945-367B-7661-6769-5DD28DA9C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605" y="4011548"/>
            <a:ext cx="9487388" cy="7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35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D230-EC4A-345D-1F0B-B451378A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AD6A13B-F35B-A5B4-1062-27828A28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438E919-CA63-A9CE-C79E-1AC4BF44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6. Quality Performance / destination CP Denmark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E51E91BA-3150-D64C-77AA-8F2D5A14EB51}"/>
              </a:ext>
            </a:extLst>
          </p:cNvPr>
          <p:cNvSpPr txBox="1"/>
          <p:nvPr/>
        </p:nvSpPr>
        <p:spPr>
          <a:xfrm>
            <a:off x="2099843" y="942835"/>
            <a:ext cx="8634623" cy="377024"/>
          </a:xfrm>
          <a:prstGeom prst="rect">
            <a:avLst/>
          </a:prstGeom>
          <a:noFill/>
        </p:spPr>
        <p:txBody>
          <a:bodyPr wrap="square" lIns="68577" tIns="34289" rIns="68577" bIns="34289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TOPS/FLOPS CONCEPTS FROM OPEN COMMENT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6991E2E4-129C-FDD1-DCFE-2CE937015E28}"/>
              </a:ext>
            </a:extLst>
          </p:cNvPr>
          <p:cNvSpPr txBox="1"/>
          <p:nvPr/>
        </p:nvSpPr>
        <p:spPr>
          <a:xfrm>
            <a:off x="0" y="931136"/>
            <a:ext cx="1812022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192F"/>
              </a:solidFill>
              <a:effectLst/>
              <a:uLnTx/>
              <a:uFillTx/>
              <a:latin typeface="Bagoss Standard" panose="020B0504060102020204" pitchFamily="34" charset="0"/>
              <a:ea typeface="+mn-ea"/>
              <a:cs typeface="Bagoss Standard" panose="020B05040601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A46B7DE-647C-24E0-AA5E-96F91AF8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8" y="1886162"/>
            <a:ext cx="2806595" cy="341342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48BF841-679C-D2E3-C107-A755C5CC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4" y="1886163"/>
            <a:ext cx="2444752" cy="341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14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90A4-687B-3591-7AF7-65D887DF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71867EF-7F55-9D77-9F0B-106900C9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D5A34B0-8556-F744-C594-107F38E7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Cottage interventions monitoring – July 26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B25A190-4EDF-3FC1-018E-A9DC6774243B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178A1A9-0391-A52A-8C2C-C15EE85D0BC2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BF684A9-F400-D258-FAFB-5A97FEEC29A6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5C860EC-ED4E-24C3-D78B-B46CCDC99322}"/>
              </a:ext>
            </a:extLst>
          </p:cNvPr>
          <p:cNvSpPr txBox="1"/>
          <p:nvPr/>
        </p:nvSpPr>
        <p:spPr>
          <a:xfrm>
            <a:off x="333629" y="1284740"/>
            <a:ext cx="643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Datas </a:t>
            </a:r>
            <a:r>
              <a:rPr lang="fr-FR" dirty="0" err="1"/>
              <a:t>from</a:t>
            </a:r>
            <a:r>
              <a:rPr lang="fr-FR" dirty="0"/>
              <a:t> the EQS </a:t>
            </a:r>
            <a:r>
              <a:rPr lang="fr-FR" dirty="0" err="1"/>
              <a:t>based</a:t>
            </a:r>
            <a:r>
              <a:rPr lang="fr-FR" dirty="0"/>
              <a:t> on check out date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601B7D7-F27B-7502-07ED-EC006C218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54" y="1879139"/>
            <a:ext cx="9550891" cy="46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62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B8CD-14AE-FC83-E500-38557C0F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77C333D-59BE-D494-42FD-339534BC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D98F5EC-59C1-B8BF-313C-F3DBF7DD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CCC Requests– July 26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0CEA923-6B57-2224-E1BA-F241158B66EF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153F6C5-C595-2024-0509-99535E3D8781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5F20E06-2045-7E53-FB85-F534F0665831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2F0D85C-33C4-8856-900E-5F6A63FA33C2}"/>
              </a:ext>
            </a:extLst>
          </p:cNvPr>
          <p:cNvSpPr txBox="1"/>
          <p:nvPr/>
        </p:nvSpPr>
        <p:spPr>
          <a:xfrm>
            <a:off x="99832" y="1551305"/>
            <a:ext cx="249085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Datas </a:t>
            </a:r>
            <a:r>
              <a:rPr lang="fr-FR" sz="1600" dirty="0" err="1"/>
              <a:t>based</a:t>
            </a:r>
            <a:r>
              <a:rPr lang="fr-FR" sz="1600" dirty="0"/>
              <a:t> on</a:t>
            </a:r>
          </a:p>
          <a:p>
            <a:r>
              <a:rPr lang="fr-FR" sz="1600" dirty="0"/>
              <a:t>Check-out dates</a:t>
            </a:r>
          </a:p>
          <a:p>
            <a:endParaRPr lang="fr-FR" sz="1600" dirty="0"/>
          </a:p>
          <a:p>
            <a:endParaRPr lang="fr-FR" sz="1600" dirty="0"/>
          </a:p>
          <a:p>
            <a:r>
              <a:rPr lang="fr-FR" sz="900" dirty="0"/>
              <a:t>Nbr </a:t>
            </a:r>
            <a:r>
              <a:rPr lang="fr-FR" sz="900" dirty="0" err="1"/>
              <a:t>Requests</a:t>
            </a:r>
            <a:r>
              <a:rPr lang="fr-FR" sz="900" dirty="0"/>
              <a:t> : Number of </a:t>
            </a:r>
            <a:r>
              <a:rPr lang="fr-FR" sz="900" dirty="0" err="1"/>
              <a:t>customer</a:t>
            </a:r>
            <a:r>
              <a:rPr lang="fr-FR" sz="900" dirty="0"/>
              <a:t> </a:t>
            </a:r>
            <a:r>
              <a:rPr lang="fr-FR" sz="900" dirty="0" err="1"/>
              <a:t>requests</a:t>
            </a:r>
            <a:r>
              <a:rPr lang="fr-FR" sz="900" dirty="0"/>
              <a:t> for </a:t>
            </a:r>
            <a:r>
              <a:rPr lang="fr-FR" sz="900" dirty="0" err="1"/>
              <a:t>stays</a:t>
            </a:r>
            <a:r>
              <a:rPr lang="fr-FR" sz="900" dirty="0"/>
              <a:t> </a:t>
            </a:r>
            <a:r>
              <a:rPr lang="fr-FR" sz="900" dirty="0" err="1"/>
              <a:t>that</a:t>
            </a:r>
            <a:r>
              <a:rPr lang="fr-FR" sz="900" dirty="0"/>
              <a:t> </a:t>
            </a:r>
            <a:r>
              <a:rPr lang="fr-FR" sz="900" dirty="0" err="1"/>
              <a:t>ended</a:t>
            </a:r>
            <a:r>
              <a:rPr lang="fr-FR" sz="900" dirty="0"/>
              <a:t> the </a:t>
            </a:r>
            <a:r>
              <a:rPr lang="fr-FR" sz="900" dirty="0" err="1"/>
              <a:t>selected</a:t>
            </a:r>
            <a:r>
              <a:rPr lang="fr-FR" sz="900" dirty="0"/>
              <a:t> </a:t>
            </a:r>
            <a:r>
              <a:rPr lang="fr-FR" sz="900" dirty="0" err="1"/>
              <a:t>period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/>
              <a:t>Nbr </a:t>
            </a:r>
            <a:r>
              <a:rPr lang="fr-FR" sz="900" dirty="0" err="1"/>
              <a:t>Bookings</a:t>
            </a:r>
            <a:r>
              <a:rPr lang="fr-FR" sz="900" dirty="0"/>
              <a:t> : Number of </a:t>
            </a:r>
            <a:r>
              <a:rPr lang="fr-FR" sz="900" dirty="0" err="1"/>
              <a:t>confirmed</a:t>
            </a:r>
            <a:r>
              <a:rPr lang="fr-FR" sz="900" dirty="0"/>
              <a:t> </a:t>
            </a:r>
            <a:r>
              <a:rPr lang="fr-FR" sz="900" dirty="0" err="1"/>
              <a:t>bookings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/>
              <a:t>YoY : </a:t>
            </a:r>
            <a:r>
              <a:rPr lang="fr-FR" sz="900" dirty="0" err="1"/>
              <a:t>Same</a:t>
            </a:r>
            <a:r>
              <a:rPr lang="fr-FR" sz="900" dirty="0"/>
              <a:t> </a:t>
            </a:r>
            <a:r>
              <a:rPr lang="fr-FR" sz="900" dirty="0" err="1"/>
              <a:t>period</a:t>
            </a:r>
            <a:r>
              <a:rPr lang="fr-FR" sz="900" dirty="0"/>
              <a:t> last </a:t>
            </a:r>
            <a:r>
              <a:rPr lang="fr-FR" sz="900" dirty="0" err="1"/>
              <a:t>year</a:t>
            </a:r>
            <a:endParaRPr lang="fr-FR" sz="900" dirty="0"/>
          </a:p>
          <a:p>
            <a:r>
              <a:rPr lang="fr-FR" sz="900" dirty="0" err="1"/>
              <a:t>MoM</a:t>
            </a:r>
            <a:r>
              <a:rPr lang="fr-FR" sz="900" dirty="0"/>
              <a:t> : </a:t>
            </a:r>
            <a:r>
              <a:rPr lang="fr-FR" sz="900" dirty="0" err="1"/>
              <a:t>same</a:t>
            </a:r>
            <a:r>
              <a:rPr lang="fr-FR" sz="900" dirty="0"/>
              <a:t> </a:t>
            </a:r>
            <a:r>
              <a:rPr lang="fr-FR" sz="900" dirty="0" err="1"/>
              <a:t>period</a:t>
            </a:r>
            <a:r>
              <a:rPr lang="fr-FR" sz="900" dirty="0"/>
              <a:t> last </a:t>
            </a:r>
            <a:r>
              <a:rPr lang="fr-FR" sz="900" dirty="0" err="1"/>
              <a:t>month</a:t>
            </a:r>
            <a:endParaRPr lang="fr-FR" sz="105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D3A2BE1-9752-19C4-5DC1-8741147C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59" t="53333" r="24576" b="1505"/>
          <a:stretch>
            <a:fillRect/>
          </a:stretch>
        </p:blipFill>
        <p:spPr>
          <a:xfrm>
            <a:off x="3323302" y="931136"/>
            <a:ext cx="6184491" cy="58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07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BD1E-36A0-F600-E450-DE4FEC0D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C22BC9D-38C0-12F1-D2ED-83F17996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9645266-3D5A-F05F-D46D-455CDBA7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TOP Bottom topic from EQS per parc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66DACE7-7C6C-BC03-4C57-79F43680C7CD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7D7FB0A-076E-A973-10DC-60D4E6E49A91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FB45DD4E-7185-6D54-C0A5-97CFAB17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9" y="1364526"/>
            <a:ext cx="5881782" cy="1294147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8624B12B-4EE8-F87E-9B19-A1A2BD5A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4526"/>
            <a:ext cx="5881782" cy="1285423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52932384-B3C8-C0ED-F8FF-F48554AF5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19" y="2732288"/>
            <a:ext cx="5881781" cy="1306193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F7F1E0F6-1643-8377-38E0-6DA66D458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254" y="2765221"/>
            <a:ext cx="5765274" cy="1285423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60A37F80-8EEF-9E30-3AC1-D5C391FFB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19" y="4226182"/>
            <a:ext cx="5783458" cy="1267292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8282B73E-53FC-3C1A-0BEA-914930A93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3097" y="4381197"/>
            <a:ext cx="5765274" cy="12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91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8E203-15D6-E74A-C7DA-FD22E409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B84BAD9-FCC6-DA60-7DF9-BBF9A940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9037DB0-23EE-C754-DF6B-8960E2CE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TOP Bottom topic from EQS per parc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3D4D6A91-33F2-31EA-CB4D-0B55F7C36B68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3893888-D793-2754-B8FA-FB40BFBA454C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4907D1A-CD5C-CA2A-D9A8-07ACB1B41AD2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3F44AF6-A732-B8D5-E5E5-32CB6DFD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29" y="1307992"/>
            <a:ext cx="5437906" cy="120521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3C0CD1C-4C55-FED1-46E1-7F50DB6A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100" y="1307992"/>
            <a:ext cx="5478254" cy="120521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F415584-6E14-6BA4-C410-2BB40E0B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29" y="2696103"/>
            <a:ext cx="5437906" cy="119315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9B02D3F-6046-012D-9615-E5C12E093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00" y="2659232"/>
            <a:ext cx="5478254" cy="120565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3E55230-A009-ED4D-8CB6-D4CC7F5C5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29" y="4072156"/>
            <a:ext cx="5478254" cy="120405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A499E05-6869-C00D-A807-5BB6FEFC14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6100" y="4061768"/>
            <a:ext cx="5478254" cy="12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68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1A33-835C-6546-6B87-C0B1EEAD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8C7EF8E-C5A8-FAF2-F578-DA2A95AF4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7A5D9E7-E596-5204-7E57-3EDBF200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TOP Bottom topic from EQS per parc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9FE0864-E975-7284-204A-48B3AA80AB68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5A6780E-F0AD-C1EA-D5E0-C2DFF5F2FA17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0A74902-7811-7D03-17F6-5770D9BEF1ED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026D37-FA10-E68A-6562-EDAB0DE3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29" y="1307992"/>
            <a:ext cx="5231429" cy="115945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6F5C9CB-1BC9-B8C9-1B50-979FFA566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570" y="1307992"/>
            <a:ext cx="5555524" cy="123128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EF865B8-6706-8AEE-E040-CD8058391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29" y="2613470"/>
            <a:ext cx="5231429" cy="115905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88BAB8D-D2FD-975C-9D4E-8AA68601E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614" y="2598273"/>
            <a:ext cx="5508479" cy="122573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DBA306-A096-453F-9B2A-CCE3AB00D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73" y="3970035"/>
            <a:ext cx="5394941" cy="118731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D9FD268-1EE9-1AE5-838A-BF74E0E81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2382" y="3964653"/>
            <a:ext cx="5394941" cy="119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88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7144-48E6-0FCE-5442-5CC04003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7E6B772-DFA7-9B9D-CD26-C91AC32F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8A3E077-B708-9F1A-1388-37431F40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TOP Bottom topic from EQS per parc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4B287F6-6093-A7A3-CC4B-99D069D7B03E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5D36214-0F1C-1A71-1261-84FA30A36310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4F3AE17-8BFB-A080-96C7-5E07EDCF211A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CB9EED5-5D89-131A-27C1-DF3C1F79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29" y="1466994"/>
            <a:ext cx="5526397" cy="123216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B38D68E-8B65-21AA-D621-D58A1D37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817" y="1466994"/>
            <a:ext cx="5526397" cy="122727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F134289-7682-7F86-43FB-F181EDCCD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29" y="2925098"/>
            <a:ext cx="5369081" cy="117415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99F0DDC-BE0A-A36E-5313-46DD89D9D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133" y="2925098"/>
            <a:ext cx="5369081" cy="118718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BBF8097-8C5C-B7ED-729F-8FD3A76D76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29" y="4331345"/>
            <a:ext cx="5589188" cy="123874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A3C6A12-C3C4-CB54-24AB-2E860EB23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655" y="4434651"/>
            <a:ext cx="5356559" cy="11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94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D3DD-678E-713A-AB7A-3E09D708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8D791EC-1C35-C8DD-7F4C-93E2DC9D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E6A04-B99A-6C4D-8942-945F97C9E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5E5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5E5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35AF31-C016-AAEE-0648-1CFB425B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oss Standard" panose="020B0504060102020204" pitchFamily="34" charset="0"/>
                <a:cs typeface="Bagoss Standard" panose="020B0504060102020204" pitchFamily="34" charset="0"/>
              </a:rPr>
              <a:t>TOP Bottom topic from EQS per parc</a:t>
            </a:r>
            <a:endParaRPr lang="nl-NL" dirty="0">
              <a:latin typeface="Bagoss Standard" panose="020B0504060102020204" pitchFamily="34" charset="0"/>
              <a:cs typeface="Bagoss Standard" panose="020B0504060102020204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184F42B-7632-EF4B-BED2-A5241207D70F}"/>
              </a:ext>
            </a:extLst>
          </p:cNvPr>
          <p:cNvSpPr txBox="1"/>
          <p:nvPr/>
        </p:nvSpPr>
        <p:spPr>
          <a:xfrm>
            <a:off x="11121294" y="931136"/>
            <a:ext cx="737346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BR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8F8F8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13B241A-8E64-3ECB-8467-0810457B7933}"/>
              </a:ext>
            </a:extLst>
          </p:cNvPr>
          <p:cNvSpPr txBox="1"/>
          <p:nvPr/>
        </p:nvSpPr>
        <p:spPr>
          <a:xfrm>
            <a:off x="11121025" y="1236162"/>
            <a:ext cx="737346" cy="2308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8F8F8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BR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5ECE9F2-A494-346E-C533-8E54BBA51FB8}"/>
              </a:ext>
            </a:extLst>
          </p:cNvPr>
          <p:cNvSpPr txBox="1"/>
          <p:nvPr/>
        </p:nvSpPr>
        <p:spPr>
          <a:xfrm>
            <a:off x="0" y="931136"/>
            <a:ext cx="2179178" cy="2308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Updated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10/08  </a:t>
            </a:r>
            <a:r>
              <a:rPr kumimoji="0" lang="nl-N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by</a:t>
            </a:r>
            <a:r>
              <a:rPr kumimoji="0" lang="nl-NL" sz="900" b="0" i="0" u="none" strike="noStrike" kern="1200" cap="none" spc="0" normalizeH="0" baseline="0" noProof="0" dirty="0">
                <a:ln>
                  <a:noFill/>
                </a:ln>
                <a:solidFill>
                  <a:srgbClr val="00192F"/>
                </a:solidFill>
                <a:effectLst/>
                <a:uLnTx/>
                <a:uFillTx/>
                <a:latin typeface="Bagoss Standard" panose="020B0504060102020204" pitchFamily="34" charset="0"/>
                <a:ea typeface="+mn-ea"/>
                <a:cs typeface="Bagoss Standard" panose="020B0504060102020204" pitchFamily="34" charset="0"/>
              </a:rPr>
              <a:t> S&amp;M team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2800721-BC55-315B-64DF-BE96FD11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30" y="1314342"/>
            <a:ext cx="5398428" cy="11928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1CF71ED-13F0-3A27-F30C-783F3EB5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16" y="1314342"/>
            <a:ext cx="5466173" cy="11928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680F1E3-3C4E-474D-7059-FFED1CE02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30" y="2764304"/>
            <a:ext cx="5398428" cy="118528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526374C-BC19-0A4A-E7CB-23C7468AA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524" y="2756704"/>
            <a:ext cx="5334351" cy="119288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EB6DEB4-3309-AE23-786D-9B219F0E8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30" y="4093795"/>
            <a:ext cx="5398428" cy="118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962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a1">
  <a:themeElements>
    <a:clrScheme name="Custom 2">
      <a:dk1>
        <a:srgbClr val="045E51"/>
      </a:dk1>
      <a:lt1>
        <a:srgbClr val="F8F8F8"/>
      </a:lt1>
      <a:dk2>
        <a:srgbClr val="700606"/>
      </a:dk2>
      <a:lt2>
        <a:srgbClr val="FF699B"/>
      </a:lt2>
      <a:accent1>
        <a:srgbClr val="045E51"/>
      </a:accent1>
      <a:accent2>
        <a:srgbClr val="B1EDA6"/>
      </a:accent2>
      <a:accent3>
        <a:srgbClr val="7A5226"/>
      </a:accent3>
      <a:accent4>
        <a:srgbClr val="FFCA55"/>
      </a:accent4>
      <a:accent5>
        <a:srgbClr val="00192F"/>
      </a:accent5>
      <a:accent6>
        <a:srgbClr val="9DB4F6"/>
      </a:accent6>
      <a:hlink>
        <a:srgbClr val="045E51"/>
      </a:hlink>
      <a:folHlink>
        <a:srgbClr val="045E51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2EDA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a1" id="{522C9CFA-81A5-4322-84DE-E6C5117E7453}" vid="{FEBD6213-2EAE-43A1-BC54-606309B7E83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140f55-387c-49b3-879f-b65053764a47">
      <Terms xmlns="http://schemas.microsoft.com/office/infopath/2007/PartnerControls"/>
    </lcf76f155ced4ddcb4097134ff3c332f>
    <TaxCatchAll xmlns="5b18695d-d5cb-44a2-bf6c-ebd04d7a096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DB79605CB7E24A8D9C3177E08680B5" ma:contentTypeVersion="17" ma:contentTypeDescription="Een nieuw document maken." ma:contentTypeScope="" ma:versionID="3be554b7555209a734ff2ce7a60c0756">
  <xsd:schema xmlns:xsd="http://www.w3.org/2001/XMLSchema" xmlns:xs="http://www.w3.org/2001/XMLSchema" xmlns:p="http://schemas.microsoft.com/office/2006/metadata/properties" xmlns:ns2="5b18695d-d5cb-44a2-bf6c-ebd04d7a096d" xmlns:ns3="4e140f55-387c-49b3-879f-b65053764a47" targetNamespace="http://schemas.microsoft.com/office/2006/metadata/properties" ma:root="true" ma:fieldsID="88b0655b58eff2eb5513129e20e6832c" ns2:_="" ns3:_="">
    <xsd:import namespace="5b18695d-d5cb-44a2-bf6c-ebd04d7a096d"/>
    <xsd:import namespace="4e140f55-387c-49b3-879f-b65053764a4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8695d-d5cb-44a2-bf6c-ebd04d7a0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4b1031-c98b-4dee-b650-0cb19b3375d6}" ma:internalName="TaxCatchAll" ma:showField="CatchAllData" ma:web="5b18695d-d5cb-44a2-bf6c-ebd04d7a09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40f55-387c-49b3-879f-b65053764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6f8f2df6-6f26-40d6-a6ac-43fac95f3b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285BA9-0B3D-47AD-BA19-E5F4039EAA22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e140f55-387c-49b3-879f-b65053764a47"/>
    <ds:schemaRef ds:uri="5b18695d-d5cb-44a2-bf6c-ebd04d7a096d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981C7F1-5721-4F79-A2D7-589A5890A5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EA530F-1008-412F-B689-2B8455C776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18695d-d5cb-44a2-bf6c-ebd04d7a096d"/>
    <ds:schemaRef ds:uri="4e140f55-387c-49b3-879f-b65053764a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1587</Words>
  <Application>Microsoft Office PowerPoint</Application>
  <PresentationFormat>Grand écran</PresentationFormat>
  <Paragraphs>295</Paragraphs>
  <Slides>35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Arial</vt:lpstr>
      <vt:lpstr>Arial Nova</vt:lpstr>
      <vt:lpstr>Bagoss Standard</vt:lpstr>
      <vt:lpstr>Bagoss Standard Medium</vt:lpstr>
      <vt:lpstr>Calibri</vt:lpstr>
      <vt:lpstr>Tahoma</vt:lpstr>
      <vt:lpstr>Thema1</vt:lpstr>
      <vt:lpstr>Présentation PowerPoint</vt:lpstr>
      <vt:lpstr>6. Quality Performance / destination BNGF</vt:lpstr>
      <vt:lpstr>6. Quality Performance / destination CPSP BNGF</vt:lpstr>
      <vt:lpstr>6. Quality Performance / destination BNGF</vt:lpstr>
      <vt:lpstr>6. Quality Performance / destination CP BELGIUM</vt:lpstr>
      <vt:lpstr>6. Quality Performance / destination CP Belgium</vt:lpstr>
      <vt:lpstr>6. Quality Performance / destination CP Belgium</vt:lpstr>
      <vt:lpstr>6. Quality Performance / destination CP Belgium</vt:lpstr>
      <vt:lpstr>Quality Performance / destination CP Belgium: input</vt:lpstr>
      <vt:lpstr>6. Quality Performance / destination CP NETHERLANDS</vt:lpstr>
      <vt:lpstr>6. Quality Performance / destination CP Netherlands</vt:lpstr>
      <vt:lpstr>6. Quality Performance / destination CP Netherlands</vt:lpstr>
      <vt:lpstr>6. Quality Performance / destination CP Netherlands</vt:lpstr>
      <vt:lpstr>6. Quality Performance / destination CP Netherlands: input</vt:lpstr>
      <vt:lpstr>6. Quality Performance / destination CP GERMANY</vt:lpstr>
      <vt:lpstr>6. Quality Performance / destination CP Germany</vt:lpstr>
      <vt:lpstr>6. Quality Performance / destination CP Germany</vt:lpstr>
      <vt:lpstr>6. Quality Performance / destination CP Germany</vt:lpstr>
      <vt:lpstr>6. Quality Performance / destination CP Germany: input</vt:lpstr>
      <vt:lpstr>6. Quality Performance / destination CP France</vt:lpstr>
      <vt:lpstr>6. Quality Performance / destination CP France</vt:lpstr>
      <vt:lpstr>6. Quality Performance / destination CP France</vt:lpstr>
      <vt:lpstr>6. Quality Performance / destination CP France</vt:lpstr>
      <vt:lpstr>6. Quality Performance / destination CP France: input</vt:lpstr>
      <vt:lpstr>6. Quality Performance / destination CP Denmark</vt:lpstr>
      <vt:lpstr>6. Quality Performance / destination CP Denmark</vt:lpstr>
      <vt:lpstr>6. Quality Performance / destination CP France</vt:lpstr>
      <vt:lpstr>6. Quality Performance / destination CP Denmark</vt:lpstr>
      <vt:lpstr>Cottage interventions monitoring – July 26</vt:lpstr>
      <vt:lpstr>CCC Requests– July 26</vt:lpstr>
      <vt:lpstr>TOP Bottom topic from EQS per parc</vt:lpstr>
      <vt:lpstr>TOP Bottom topic from EQS per parc</vt:lpstr>
      <vt:lpstr>TOP Bottom topic from EQS per parc</vt:lpstr>
      <vt:lpstr>TOP Bottom topic from EQS per parc</vt:lpstr>
      <vt:lpstr>TOP Bottom topic from EQS per parc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Ven, Emiel van de</dc:creator>
  <cp:lastModifiedBy>Chevallier, Erwan</cp:lastModifiedBy>
  <cp:revision>1</cp:revision>
  <cp:lastPrinted>2025-04-10T13:59:33Z</cp:lastPrinted>
  <dcterms:created xsi:type="dcterms:W3CDTF">2023-02-28T10:04:54Z</dcterms:created>
  <dcterms:modified xsi:type="dcterms:W3CDTF">2026-08-11T08:14:40Z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0x010100A9DB79605CB7E24A8D9C3177E08680B5</vt:lpwstr>
  </property>
  <property fmtid="{D5CDD505-2E9C-101B-9397-08002B2CF9AE}" pid="3" name="MediaServiceImageTags">
    <vt:lpwstr/>
  </property>
</Properties>
</file>