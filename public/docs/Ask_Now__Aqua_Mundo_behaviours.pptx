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27"/>
  </p:notesMasterIdLst>
  <p:handoutMasterIdLst>
    <p:handoutMasterId r:id="rId28"/>
  </p:handoutMasterIdLst>
  <p:sldIdLst>
    <p:sldId id="296" r:id="rId5"/>
    <p:sldId id="483" r:id="rId6"/>
    <p:sldId id="499" r:id="rId7"/>
    <p:sldId id="512" r:id="rId8"/>
    <p:sldId id="491" r:id="rId9"/>
    <p:sldId id="501" r:id="rId10"/>
    <p:sldId id="495" r:id="rId11"/>
    <p:sldId id="498" r:id="rId12"/>
    <p:sldId id="497" r:id="rId13"/>
    <p:sldId id="502" r:id="rId14"/>
    <p:sldId id="505" r:id="rId15"/>
    <p:sldId id="506" r:id="rId16"/>
    <p:sldId id="507" r:id="rId17"/>
    <p:sldId id="508" r:id="rId18"/>
    <p:sldId id="513" r:id="rId19"/>
    <p:sldId id="514" r:id="rId20"/>
    <p:sldId id="515" r:id="rId21"/>
    <p:sldId id="494" r:id="rId22"/>
    <p:sldId id="500" r:id="rId23"/>
    <p:sldId id="509" r:id="rId24"/>
    <p:sldId id="321" r:id="rId25"/>
    <p:sldId id="325" r:id="rId26"/>
  </p:sldIdLst>
  <p:sldSz cx="12192000" cy="6858000"/>
  <p:notesSz cx="6858000" cy="9144000"/>
  <p:embeddedFontLst>
    <p:embeddedFont>
      <p:font typeface="Aptos Narrow" panose="020B0004020202020204" pitchFamily="34" charset="0"/>
      <p:regular r:id="rId29"/>
      <p:bold r:id="rId30"/>
      <p:italic r:id="rId31"/>
      <p:boldItalic r:id="rId32"/>
    </p:embeddedFont>
    <p:embeddedFont>
      <p:font typeface="Bagoss Standard" panose="020B0504060102020204" pitchFamily="34" charset="0"/>
      <p:regular r:id="rId33"/>
      <p:bold r:id="rId34"/>
      <p:italic r:id="rId35"/>
      <p:boldItalic r:id="rId36"/>
    </p:embeddedFont>
    <p:embeddedFont>
      <p:font typeface="Bagoss Standard Medium" panose="020B0604060102020204" pitchFamily="34" charset="0"/>
      <p:regular r:id="rId37"/>
    </p:embeddedFont>
    <p:embeddedFont>
      <p:font typeface="Segoe UI" panose="020B0502040204020203" pitchFamily="34" charset="0"/>
      <p:regular r:id="rId38"/>
      <p:bold r:id="rId39"/>
      <p:italic r:id="rId40"/>
      <p:boldItalic r:id="rId41"/>
    </p:embeddedFont>
    <p:embeddedFont>
      <p:font typeface="Tahoma" panose="020B0604030504040204" pitchFamily="34" charset="0"/>
      <p:regular r:id="rId42"/>
      <p:bold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2EDA7"/>
    <a:srgbClr val="00192E"/>
    <a:srgbClr val="FFF2D5"/>
    <a:srgbClr val="7A5125"/>
    <a:srgbClr val="D9E2FB"/>
    <a:srgbClr val="FFD9E6"/>
    <a:srgbClr val="700606"/>
    <a:srgbClr val="FFB0D6"/>
    <a:srgbClr val="FFE2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41"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vallier, Erwan" userId="41829133-4082-412e-b87b-fa41cba82c87" providerId="ADAL" clId="{E5B812EE-EA4B-4FE8-ADA6-053A96E5111C}"/>
    <pc:docChg chg="modSld sldOrd">
      <pc:chgData name="Chevallier, Erwan" userId="41829133-4082-412e-b87b-fa41cba82c87" providerId="ADAL" clId="{E5B812EE-EA4B-4FE8-ADA6-053A96E5111C}" dt="2026-07-24T08:31:33.807" v="22" actId="20577"/>
      <pc:docMkLst>
        <pc:docMk/>
      </pc:docMkLst>
      <pc:sldChg chg="modSp mod">
        <pc:chgData name="Chevallier, Erwan" userId="41829133-4082-412e-b87b-fa41cba82c87" providerId="ADAL" clId="{E5B812EE-EA4B-4FE8-ADA6-053A96E5111C}" dt="2026-07-24T08:31:33.807" v="22" actId="20577"/>
        <pc:sldMkLst>
          <pc:docMk/>
          <pc:sldMk cId="228167898" sldId="296"/>
        </pc:sldMkLst>
        <pc:spChg chg="mod">
          <ac:chgData name="Chevallier, Erwan" userId="41829133-4082-412e-b87b-fa41cba82c87" providerId="ADAL" clId="{E5B812EE-EA4B-4FE8-ADA6-053A96E5111C}" dt="2026-07-24T08:31:33.807" v="22" actId="20577"/>
          <ac:spMkLst>
            <pc:docMk/>
            <pc:sldMk cId="228167898" sldId="296"/>
            <ac:spMk id="10" creationId="{EE3EB725-3E4C-F512-F754-32D9E9953981}"/>
          </ac:spMkLst>
        </pc:spChg>
      </pc:sldChg>
      <pc:sldChg chg="modSp mod">
        <pc:chgData name="Chevallier, Erwan" userId="41829133-4082-412e-b87b-fa41cba82c87" providerId="ADAL" clId="{E5B812EE-EA4B-4FE8-ADA6-053A96E5111C}" dt="2026-07-17T13:03:42.687" v="0" actId="15"/>
        <pc:sldMkLst>
          <pc:docMk/>
          <pc:sldMk cId="529890182" sldId="491"/>
        </pc:sldMkLst>
        <pc:spChg chg="mod">
          <ac:chgData name="Chevallier, Erwan" userId="41829133-4082-412e-b87b-fa41cba82c87" providerId="ADAL" clId="{E5B812EE-EA4B-4FE8-ADA6-053A96E5111C}" dt="2026-07-17T13:03:42.687" v="0" actId="15"/>
          <ac:spMkLst>
            <pc:docMk/>
            <pc:sldMk cId="529890182" sldId="491"/>
            <ac:spMk id="9" creationId="{DEDB0EA1-8877-09A8-8584-B83955F53CEE}"/>
          </ac:spMkLst>
        </pc:spChg>
      </pc:sldChg>
      <pc:sldChg chg="ord">
        <pc:chgData name="Chevallier, Erwan" userId="41829133-4082-412e-b87b-fa41cba82c87" providerId="ADAL" clId="{E5B812EE-EA4B-4FE8-ADA6-053A96E5111C}" dt="2026-07-17T13:04:01.675" v="2"/>
        <pc:sldMkLst>
          <pc:docMk/>
          <pc:sldMk cId="679865451" sldId="51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72A0BD4-4755-4B46-864D-E64A94B37E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1C32EFC9-67E0-446C-85DD-4E627BCD4C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6842B1-8B7F-4122-9EEC-41FD89250B0E}" type="datetimeFigureOut">
              <a:rPr lang="fr-FR" smtClean="0"/>
              <a:t>24/07/2026</a:t>
            </a:fld>
            <a:endParaRPr lang="fr-FR"/>
          </a:p>
        </p:txBody>
      </p:sp>
      <p:sp>
        <p:nvSpPr>
          <p:cNvPr id="4" name="Espace réservé du pied de page 3">
            <a:extLst>
              <a:ext uri="{FF2B5EF4-FFF2-40B4-BE49-F238E27FC236}">
                <a16:creationId xmlns:a16="http://schemas.microsoft.com/office/drawing/2014/main" id="{62622412-96E8-43F7-A3E7-5B53BF33FF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4B31068A-49F5-4062-9C26-A7C91B2AE9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C8D7E1-D264-416D-820B-40A4C3901518}" type="slidenum">
              <a:rPr lang="fr-FR" smtClean="0"/>
              <a:t>‹N°›</a:t>
            </a:fld>
            <a:endParaRPr lang="fr-FR"/>
          </a:p>
        </p:txBody>
      </p:sp>
    </p:spTree>
    <p:extLst>
      <p:ext uri="{BB962C8B-B14F-4D97-AF65-F5344CB8AC3E}">
        <p14:creationId xmlns:p14="http://schemas.microsoft.com/office/powerpoint/2010/main" val="1217281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9E2472-9FDD-664F-803B-2B30B0C56C30}" type="datetimeFigureOut">
              <a:rPr lang="en-US" smtClean="0"/>
              <a:t>7/24/2026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9BE64D-290B-9144-B7D5-1020F66D2B17}" type="slidenum">
              <a:rPr lang="en-US" smtClean="0"/>
              <a:t>‹N°›</a:t>
            </a:fld>
            <a:endParaRPr lang="en-US"/>
          </a:p>
        </p:txBody>
      </p:sp>
    </p:spTree>
    <p:extLst>
      <p:ext uri="{BB962C8B-B14F-4D97-AF65-F5344CB8AC3E}">
        <p14:creationId xmlns:p14="http://schemas.microsoft.com/office/powerpoint/2010/main" val="1830100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emf"/><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3.emf"/></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emf"/><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Master" Target="../slideMasters/slideMaster1.xml"/><Relationship Id="rId4" Type="http://schemas.openxmlformats.org/officeDocument/2006/relationships/image" Target="../media/image22.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sv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4.png"/><Relationship Id="rId1" Type="http://schemas.openxmlformats.org/officeDocument/2006/relationships/slideMaster" Target="../slideMasters/slideMaster1.xml"/><Relationship Id="rId4" Type="http://schemas.openxmlformats.org/officeDocument/2006/relationships/image" Target="../media/image28.emf"/></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Master" Target="../slideMasters/slideMaster1.xml"/><Relationship Id="rId4" Type="http://schemas.openxmlformats.org/officeDocument/2006/relationships/image" Target="../media/image33.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4.svg"/><Relationship Id="rId1" Type="http://schemas.openxmlformats.org/officeDocument/2006/relationships/slideMaster" Target="../slideMasters/slideMaster1.xml"/><Relationship Id="rId4" Type="http://schemas.openxmlformats.org/officeDocument/2006/relationships/image" Target="../media/image32.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1.xml"/><Relationship Id="rId4" Type="http://schemas.openxmlformats.org/officeDocument/2006/relationships/image" Target="../media/image35.emf"/></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6.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0.sv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1.xml"/><Relationship Id="rId4" Type="http://schemas.openxmlformats.org/officeDocument/2006/relationships/image" Target="../media/image40.emf"/></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svg"/><Relationship Id="rId1" Type="http://schemas.openxmlformats.org/officeDocument/2006/relationships/slideMaster" Target="../slideMasters/slideMaster1.xml"/><Relationship Id="rId5" Type="http://schemas.openxmlformats.org/officeDocument/2006/relationships/image" Target="../media/image38.png"/><Relationship Id="rId4" Type="http://schemas.openxmlformats.org/officeDocument/2006/relationships/image" Target="../media/image43.emf"/></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1.xml"/><Relationship Id="rId4" Type="http://schemas.openxmlformats.org/officeDocument/2006/relationships/image" Target="../media/image42.emf"/></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0.emf"/><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1.sv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9.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title_PI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accent2"/>
                </a:solidFill>
              </a:defRPr>
            </a:lvl1pPr>
          </a:lstStyle>
          <a:p>
            <a:fld id="{CACEA970-51D5-41D8-BAF3-D0927549698A}" type="datetime1">
              <a:rPr lang="fr-FR" smtClean="0"/>
              <a:t>24/07/2026</a:t>
            </a:fld>
            <a:endParaRPr lang="en-US"/>
          </a:p>
        </p:txBody>
      </p:sp>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accent2"/>
                </a:solidFill>
              </a:defRPr>
            </a:lvl1pPr>
          </a:lstStyle>
          <a:p>
            <a:pPr lvl="0"/>
            <a:r>
              <a:rPr lang="en-US"/>
              <a:t>Text</a:t>
            </a:r>
            <a:endParaRPr lang="fr-FR"/>
          </a:p>
        </p:txBody>
      </p:sp>
      <p:pic>
        <p:nvPicPr>
          <p:cNvPr id="6" name="Graphique 5">
            <a:extLst>
              <a:ext uri="{FF2B5EF4-FFF2-40B4-BE49-F238E27FC236}">
                <a16:creationId xmlns:a16="http://schemas.microsoft.com/office/drawing/2014/main" id="{1421BE9F-A59E-C4C4-E0E7-0DBC788AE3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7435" y="914892"/>
            <a:ext cx="3312368" cy="425876"/>
          </a:xfrm>
          <a:prstGeom prst="rect">
            <a:avLst/>
          </a:prstGeom>
        </p:spPr>
      </p:pic>
    </p:spTree>
    <p:extLst>
      <p:ext uri="{BB962C8B-B14F-4D97-AF65-F5344CB8AC3E}">
        <p14:creationId xmlns:p14="http://schemas.microsoft.com/office/powerpoint/2010/main" val="276632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ain-title_VISUAL">
    <p:bg>
      <p:bgPr>
        <a:solidFill>
          <a:schemeClr val="accent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EC937E9-88E3-4F00-A000-9ECAE5FA1B60}"/>
              </a:ext>
            </a:extLst>
          </p:cNvPr>
          <p:cNvSpPr/>
          <p:nvPr userDrawn="1"/>
        </p:nvSpPr>
        <p:spPr>
          <a:xfrm>
            <a:off x="0" y="0"/>
            <a:ext cx="12192000"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accent2"/>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accent2"/>
                </a:solidFill>
              </a:defRPr>
            </a:lvl1pPr>
          </a:lstStyle>
          <a:p>
            <a:fld id="{CACEA970-51D5-41D8-BAF3-D0927549698A}" type="datetime1">
              <a:rPr lang="fr-FR" smtClean="0"/>
              <a:t>24/07/2026</a:t>
            </a:fld>
            <a:endParaRPr lang="en-US"/>
          </a:p>
        </p:txBody>
      </p:sp>
      <p:pic>
        <p:nvPicPr>
          <p:cNvPr id="14" name="Picture 13">
            <a:extLst>
              <a:ext uri="{FF2B5EF4-FFF2-40B4-BE49-F238E27FC236}">
                <a16:creationId xmlns:a16="http://schemas.microsoft.com/office/drawing/2014/main" id="{C61BA075-17CF-4D1E-B36B-9C327F31D24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4335394" y="815344"/>
            <a:ext cx="3521210" cy="599833"/>
          </a:xfrm>
          <a:prstGeom prst="rect">
            <a:avLst/>
          </a:prstGeom>
        </p:spPr>
      </p:pic>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accent2"/>
                </a:solidFill>
              </a:defRPr>
            </a:lvl1pPr>
          </a:lstStyle>
          <a:p>
            <a:pPr lvl="0"/>
            <a:r>
              <a:rPr lang="en-US"/>
              <a:t>Text</a:t>
            </a:r>
            <a:endParaRPr lang="fr-FR"/>
          </a:p>
        </p:txBody>
      </p:sp>
    </p:spTree>
    <p:extLst>
      <p:ext uri="{BB962C8B-B14F-4D97-AF65-F5344CB8AC3E}">
        <p14:creationId xmlns:p14="http://schemas.microsoft.com/office/powerpoint/2010/main" val="1686844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dex-3">
    <p:bg>
      <p:bgPr>
        <a:solidFill>
          <a:srgbClr val="FFFFFF"/>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9B21353B-B845-C17B-7440-856A6FF524EC}"/>
              </a:ext>
            </a:extLst>
          </p:cNvPr>
          <p:cNvPicPr>
            <a:picLocks noChangeAspect="1"/>
          </p:cNvPicPr>
          <p:nvPr userDrawn="1"/>
        </p:nvPicPr>
        <p:blipFill>
          <a:blip r:embed="rId2">
            <a:alphaModFix amt="15000"/>
          </a:blip>
          <a:stretch>
            <a:fillRect/>
          </a:stretch>
        </p:blipFill>
        <p:spPr>
          <a:xfrm>
            <a:off x="8485303" y="3165020"/>
            <a:ext cx="3706697" cy="3706697"/>
          </a:xfrm>
          <a:prstGeom prst="rect">
            <a:avLst/>
          </a:prstGeom>
        </p:spPr>
      </p:pic>
      <p:sp>
        <p:nvSpPr>
          <p:cNvPr id="17" name="Title 1">
            <a:extLst>
              <a:ext uri="{FF2B5EF4-FFF2-40B4-BE49-F238E27FC236}">
                <a16:creationId xmlns:a16="http://schemas.microsoft.com/office/drawing/2014/main" id="{707EE6DF-5551-22FA-E06B-48F0D8E6BC87}"/>
              </a:ext>
            </a:extLst>
          </p:cNvPr>
          <p:cNvSpPr txBox="1">
            <a:spLocks/>
          </p:cNvSpPr>
          <p:nvPr userDrawn="1"/>
        </p:nvSpPr>
        <p:spPr>
          <a:xfrm>
            <a:off x="2874591" y="2255546"/>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18" name="Title 1">
            <a:extLst>
              <a:ext uri="{FF2B5EF4-FFF2-40B4-BE49-F238E27FC236}">
                <a16:creationId xmlns:a16="http://schemas.microsoft.com/office/drawing/2014/main" id="{4C093771-F21C-0635-646A-493E2E39285B}"/>
              </a:ext>
            </a:extLst>
          </p:cNvPr>
          <p:cNvSpPr txBox="1">
            <a:spLocks/>
          </p:cNvSpPr>
          <p:nvPr userDrawn="1"/>
        </p:nvSpPr>
        <p:spPr>
          <a:xfrm>
            <a:off x="2874591" y="3080189"/>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19" name="Title 1">
            <a:extLst>
              <a:ext uri="{FF2B5EF4-FFF2-40B4-BE49-F238E27FC236}">
                <a16:creationId xmlns:a16="http://schemas.microsoft.com/office/drawing/2014/main" id="{5A7F67E0-3C76-C7E0-35B5-A13D630C3C7B}"/>
              </a:ext>
            </a:extLst>
          </p:cNvPr>
          <p:cNvSpPr txBox="1">
            <a:spLocks/>
          </p:cNvSpPr>
          <p:nvPr userDrawn="1"/>
        </p:nvSpPr>
        <p:spPr>
          <a:xfrm>
            <a:off x="2874591" y="3918858"/>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21" name="Title 1">
            <a:extLst>
              <a:ext uri="{FF2B5EF4-FFF2-40B4-BE49-F238E27FC236}">
                <a16:creationId xmlns:a16="http://schemas.microsoft.com/office/drawing/2014/main" id="{C978AAD6-E55D-DCAA-DCAE-FBE3AD8ED966}"/>
              </a:ext>
            </a:extLst>
          </p:cNvPr>
          <p:cNvSpPr txBox="1">
            <a:spLocks/>
          </p:cNvSpPr>
          <p:nvPr userDrawn="1"/>
        </p:nvSpPr>
        <p:spPr>
          <a:xfrm>
            <a:off x="2874591" y="5538313"/>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49" name="Text Placeholder 46">
            <a:extLst>
              <a:ext uri="{FF2B5EF4-FFF2-40B4-BE49-F238E27FC236}">
                <a16:creationId xmlns:a16="http://schemas.microsoft.com/office/drawing/2014/main" id="{0014CC3C-62CA-8015-D31B-2FFC8F4357AE}"/>
              </a:ext>
            </a:extLst>
          </p:cNvPr>
          <p:cNvSpPr>
            <a:spLocks noGrp="1"/>
          </p:cNvSpPr>
          <p:nvPr>
            <p:ph type="body" sz="quarter" idx="14" hasCustomPrompt="1"/>
          </p:nvPr>
        </p:nvSpPr>
        <p:spPr>
          <a:xfrm>
            <a:off x="2874591" y="1435589"/>
            <a:ext cx="649246" cy="360363"/>
          </a:xfrm>
          <a:prstGeom prst="rect">
            <a:avLst/>
          </a:prstGeom>
        </p:spPr>
        <p:txBody>
          <a:bodyPr lIns="90000" anchor="ctr"/>
          <a:lstStyle>
            <a:lvl1pPr marL="0" indent="0" algn="r">
              <a:buNone/>
              <a:defRPr sz="1200" b="1">
                <a:solidFill>
                  <a:srgbClr val="B2EDA7"/>
                </a:solidFill>
              </a:defRPr>
            </a:lvl1pPr>
          </a:lstStyle>
          <a:p>
            <a:pPr lvl="0"/>
            <a:r>
              <a:rPr lang="en-US"/>
              <a:t>1</a:t>
            </a:r>
          </a:p>
        </p:txBody>
      </p:sp>
      <p:sp>
        <p:nvSpPr>
          <p:cNvPr id="50" name="Text Placeholder 46">
            <a:extLst>
              <a:ext uri="{FF2B5EF4-FFF2-40B4-BE49-F238E27FC236}">
                <a16:creationId xmlns:a16="http://schemas.microsoft.com/office/drawing/2014/main" id="{4EEC492E-CC88-7FD5-7D3C-FAE7729EBFD3}"/>
              </a:ext>
            </a:extLst>
          </p:cNvPr>
          <p:cNvSpPr>
            <a:spLocks noGrp="1"/>
          </p:cNvSpPr>
          <p:nvPr>
            <p:ph type="body" sz="quarter" idx="15" hasCustomPrompt="1"/>
          </p:nvPr>
        </p:nvSpPr>
        <p:spPr>
          <a:xfrm>
            <a:off x="2874591" y="2257766"/>
            <a:ext cx="649246" cy="360363"/>
          </a:xfrm>
          <a:prstGeom prst="rect">
            <a:avLst/>
          </a:prstGeom>
        </p:spPr>
        <p:txBody>
          <a:bodyPr lIns="90000" anchor="ctr"/>
          <a:lstStyle>
            <a:lvl1pPr marL="0" indent="0" algn="r">
              <a:buNone/>
              <a:defRPr sz="1200" b="1">
                <a:solidFill>
                  <a:srgbClr val="B2EDA7"/>
                </a:solidFill>
              </a:defRPr>
            </a:lvl1pPr>
          </a:lstStyle>
          <a:p>
            <a:pPr lvl="0"/>
            <a:r>
              <a:rPr lang="en-US"/>
              <a:t>2</a:t>
            </a:r>
          </a:p>
        </p:txBody>
      </p:sp>
      <p:sp>
        <p:nvSpPr>
          <p:cNvPr id="51" name="Text Placeholder 46">
            <a:extLst>
              <a:ext uri="{FF2B5EF4-FFF2-40B4-BE49-F238E27FC236}">
                <a16:creationId xmlns:a16="http://schemas.microsoft.com/office/drawing/2014/main" id="{715154DB-B8C5-8D7D-CF1F-31F2901738FC}"/>
              </a:ext>
            </a:extLst>
          </p:cNvPr>
          <p:cNvSpPr>
            <a:spLocks noGrp="1"/>
          </p:cNvSpPr>
          <p:nvPr>
            <p:ph type="body" sz="quarter" idx="16" hasCustomPrompt="1"/>
          </p:nvPr>
        </p:nvSpPr>
        <p:spPr>
          <a:xfrm>
            <a:off x="2874591" y="3084273"/>
            <a:ext cx="649246" cy="360363"/>
          </a:xfrm>
          <a:prstGeom prst="rect">
            <a:avLst/>
          </a:prstGeom>
        </p:spPr>
        <p:txBody>
          <a:bodyPr lIns="90000" anchor="ctr"/>
          <a:lstStyle>
            <a:lvl1pPr marL="0" indent="0" algn="r">
              <a:buNone/>
              <a:defRPr sz="1200" b="1">
                <a:solidFill>
                  <a:srgbClr val="B2EDA7"/>
                </a:solidFill>
              </a:defRPr>
            </a:lvl1pPr>
          </a:lstStyle>
          <a:p>
            <a:pPr lvl="0"/>
            <a:r>
              <a:rPr lang="en-US"/>
              <a:t>3</a:t>
            </a:r>
          </a:p>
        </p:txBody>
      </p:sp>
      <p:sp>
        <p:nvSpPr>
          <p:cNvPr id="52" name="Text Placeholder 46">
            <a:extLst>
              <a:ext uri="{FF2B5EF4-FFF2-40B4-BE49-F238E27FC236}">
                <a16:creationId xmlns:a16="http://schemas.microsoft.com/office/drawing/2014/main" id="{49DD72FB-0DAE-77A1-1E8A-669C4C1CEBAC}"/>
              </a:ext>
            </a:extLst>
          </p:cNvPr>
          <p:cNvSpPr>
            <a:spLocks noGrp="1"/>
          </p:cNvSpPr>
          <p:nvPr>
            <p:ph type="body" sz="quarter" idx="17" hasCustomPrompt="1"/>
          </p:nvPr>
        </p:nvSpPr>
        <p:spPr>
          <a:xfrm>
            <a:off x="2874591" y="3914829"/>
            <a:ext cx="649246" cy="360363"/>
          </a:xfrm>
          <a:prstGeom prst="rect">
            <a:avLst/>
          </a:prstGeom>
        </p:spPr>
        <p:txBody>
          <a:bodyPr lIns="90000" anchor="ctr"/>
          <a:lstStyle>
            <a:lvl1pPr marL="0" indent="0" algn="r">
              <a:buNone/>
              <a:defRPr sz="1200" b="1">
                <a:solidFill>
                  <a:srgbClr val="B2EDA7"/>
                </a:solidFill>
              </a:defRPr>
            </a:lvl1pPr>
          </a:lstStyle>
          <a:p>
            <a:pPr lvl="0"/>
            <a:r>
              <a:rPr lang="en-US"/>
              <a:t>4</a:t>
            </a:r>
          </a:p>
        </p:txBody>
      </p:sp>
      <p:sp>
        <p:nvSpPr>
          <p:cNvPr id="53" name="Text Placeholder 46">
            <a:extLst>
              <a:ext uri="{FF2B5EF4-FFF2-40B4-BE49-F238E27FC236}">
                <a16:creationId xmlns:a16="http://schemas.microsoft.com/office/drawing/2014/main" id="{80FFA765-D20F-F1A2-121F-521EB955ABC1}"/>
              </a:ext>
            </a:extLst>
          </p:cNvPr>
          <p:cNvSpPr>
            <a:spLocks noGrp="1"/>
          </p:cNvSpPr>
          <p:nvPr>
            <p:ph type="body" sz="quarter" idx="18" hasCustomPrompt="1"/>
          </p:nvPr>
        </p:nvSpPr>
        <p:spPr>
          <a:xfrm>
            <a:off x="2874591" y="4735674"/>
            <a:ext cx="649246" cy="360363"/>
          </a:xfrm>
          <a:prstGeom prst="rect">
            <a:avLst/>
          </a:prstGeom>
        </p:spPr>
        <p:txBody>
          <a:bodyPr lIns="90000" anchor="ctr"/>
          <a:lstStyle>
            <a:lvl1pPr marL="0" indent="0" algn="r">
              <a:buNone/>
              <a:defRPr sz="1200" b="1">
                <a:solidFill>
                  <a:srgbClr val="B2EDA7"/>
                </a:solidFill>
              </a:defRPr>
            </a:lvl1pPr>
          </a:lstStyle>
          <a:p>
            <a:pPr lvl="0"/>
            <a:r>
              <a:rPr lang="en-US"/>
              <a:t>5</a:t>
            </a:r>
          </a:p>
        </p:txBody>
      </p:sp>
      <p:sp>
        <p:nvSpPr>
          <p:cNvPr id="54" name="Text Placeholder 46">
            <a:extLst>
              <a:ext uri="{FF2B5EF4-FFF2-40B4-BE49-F238E27FC236}">
                <a16:creationId xmlns:a16="http://schemas.microsoft.com/office/drawing/2014/main" id="{DCEA67BE-EF34-4DFB-A22A-3E65577EFF7C}"/>
              </a:ext>
            </a:extLst>
          </p:cNvPr>
          <p:cNvSpPr>
            <a:spLocks noGrp="1"/>
          </p:cNvSpPr>
          <p:nvPr>
            <p:ph type="body" sz="quarter" idx="19" hasCustomPrompt="1"/>
          </p:nvPr>
        </p:nvSpPr>
        <p:spPr>
          <a:xfrm>
            <a:off x="2874591" y="5532455"/>
            <a:ext cx="649246" cy="360363"/>
          </a:xfrm>
          <a:prstGeom prst="rect">
            <a:avLst/>
          </a:prstGeom>
        </p:spPr>
        <p:txBody>
          <a:bodyPr lIns="90000" anchor="ctr"/>
          <a:lstStyle>
            <a:lvl1pPr marL="0" indent="0" algn="r">
              <a:buNone/>
              <a:defRPr sz="1200" b="1">
                <a:solidFill>
                  <a:srgbClr val="B2EDA7"/>
                </a:solidFill>
              </a:defRPr>
            </a:lvl1pPr>
          </a:lstStyle>
          <a:p>
            <a:pPr lvl="0"/>
            <a:r>
              <a:rPr lang="en-US"/>
              <a:t>6</a:t>
            </a:r>
          </a:p>
        </p:txBody>
      </p:sp>
      <p:sp>
        <p:nvSpPr>
          <p:cNvPr id="55" name="Text Placeholder 46">
            <a:extLst>
              <a:ext uri="{FF2B5EF4-FFF2-40B4-BE49-F238E27FC236}">
                <a16:creationId xmlns:a16="http://schemas.microsoft.com/office/drawing/2014/main" id="{C20C5F54-9F9A-0F54-AF7C-374DDF9B72F1}"/>
              </a:ext>
            </a:extLst>
          </p:cNvPr>
          <p:cNvSpPr>
            <a:spLocks noGrp="1"/>
          </p:cNvSpPr>
          <p:nvPr>
            <p:ph type="body" sz="quarter" idx="20" hasCustomPrompt="1"/>
          </p:nvPr>
        </p:nvSpPr>
        <p:spPr>
          <a:xfrm>
            <a:off x="3738687" y="2165851"/>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58" name="Text Placeholder 46">
            <a:extLst>
              <a:ext uri="{FF2B5EF4-FFF2-40B4-BE49-F238E27FC236}">
                <a16:creationId xmlns:a16="http://schemas.microsoft.com/office/drawing/2014/main" id="{24A90D0E-4498-34B0-A941-281BC6999AAA}"/>
              </a:ext>
            </a:extLst>
          </p:cNvPr>
          <p:cNvSpPr>
            <a:spLocks noGrp="1"/>
          </p:cNvSpPr>
          <p:nvPr>
            <p:ph type="body" sz="quarter" idx="21" hasCustomPrompt="1"/>
          </p:nvPr>
        </p:nvSpPr>
        <p:spPr>
          <a:xfrm>
            <a:off x="3738687" y="1340768"/>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59" name="Text Placeholder 46">
            <a:extLst>
              <a:ext uri="{FF2B5EF4-FFF2-40B4-BE49-F238E27FC236}">
                <a16:creationId xmlns:a16="http://schemas.microsoft.com/office/drawing/2014/main" id="{A5F84582-5A7D-8DF0-F880-50059DF29E52}"/>
              </a:ext>
            </a:extLst>
          </p:cNvPr>
          <p:cNvSpPr>
            <a:spLocks noGrp="1"/>
          </p:cNvSpPr>
          <p:nvPr>
            <p:ph type="body" sz="quarter" idx="22" hasCustomPrompt="1"/>
          </p:nvPr>
        </p:nvSpPr>
        <p:spPr>
          <a:xfrm>
            <a:off x="3738687" y="3816017"/>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0" name="Text Placeholder 46">
            <a:extLst>
              <a:ext uri="{FF2B5EF4-FFF2-40B4-BE49-F238E27FC236}">
                <a16:creationId xmlns:a16="http://schemas.microsoft.com/office/drawing/2014/main" id="{54C8DD71-A1A1-BB64-B9AF-7BFEE8B71C9E}"/>
              </a:ext>
            </a:extLst>
          </p:cNvPr>
          <p:cNvSpPr>
            <a:spLocks noGrp="1"/>
          </p:cNvSpPr>
          <p:nvPr>
            <p:ph type="body" sz="quarter" idx="23" hasCustomPrompt="1"/>
          </p:nvPr>
        </p:nvSpPr>
        <p:spPr>
          <a:xfrm>
            <a:off x="3738687" y="2990934"/>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1" name="Text Placeholder 46">
            <a:extLst>
              <a:ext uri="{FF2B5EF4-FFF2-40B4-BE49-F238E27FC236}">
                <a16:creationId xmlns:a16="http://schemas.microsoft.com/office/drawing/2014/main" id="{2C19F942-A0FF-3C75-BE93-515E6DBC4014}"/>
              </a:ext>
            </a:extLst>
          </p:cNvPr>
          <p:cNvSpPr>
            <a:spLocks noGrp="1"/>
          </p:cNvSpPr>
          <p:nvPr>
            <p:ph type="body" sz="quarter" idx="24" hasCustomPrompt="1"/>
          </p:nvPr>
        </p:nvSpPr>
        <p:spPr>
          <a:xfrm>
            <a:off x="3738687" y="4641100"/>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2" name="Text Placeholder 46">
            <a:extLst>
              <a:ext uri="{FF2B5EF4-FFF2-40B4-BE49-F238E27FC236}">
                <a16:creationId xmlns:a16="http://schemas.microsoft.com/office/drawing/2014/main" id="{2516E790-A792-4943-1468-1E42B5AC7761}"/>
              </a:ext>
            </a:extLst>
          </p:cNvPr>
          <p:cNvSpPr>
            <a:spLocks noGrp="1"/>
          </p:cNvSpPr>
          <p:nvPr>
            <p:ph type="body" sz="quarter" idx="25" hasCustomPrompt="1"/>
          </p:nvPr>
        </p:nvSpPr>
        <p:spPr>
          <a:xfrm>
            <a:off x="3738687" y="5466183"/>
            <a:ext cx="7036826"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33" name="Slide Number Placeholder 4">
            <a:extLst>
              <a:ext uri="{FF2B5EF4-FFF2-40B4-BE49-F238E27FC236}">
                <a16:creationId xmlns:a16="http://schemas.microsoft.com/office/drawing/2014/main" id="{65286830-2589-4769-AEAA-19F474014692}"/>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32" name="Titel 14">
            <a:extLst>
              <a:ext uri="{FF2B5EF4-FFF2-40B4-BE49-F238E27FC236}">
                <a16:creationId xmlns:a16="http://schemas.microsoft.com/office/drawing/2014/main" id="{FEB6CE61-6CEB-4B00-B178-D1AAB387BF1E}"/>
              </a:ext>
            </a:extLst>
          </p:cNvPr>
          <p:cNvSpPr>
            <a:spLocks noGrp="1"/>
          </p:cNvSpPr>
          <p:nvPr>
            <p:ph type="title" hasCustomPrompt="1"/>
          </p:nvPr>
        </p:nvSpPr>
        <p:spPr>
          <a:xfrm>
            <a:off x="3215680" y="303238"/>
            <a:ext cx="7396865" cy="487938"/>
          </a:xfrm>
          <a:prstGeom prst="rect">
            <a:avLst/>
          </a:prstGeom>
        </p:spPr>
        <p:txBody>
          <a:bodyPr lIns="0" tIns="0" rIns="0" bIns="0" anchor="ctr" anchorCtr="0"/>
          <a:lstStyle>
            <a:lvl1pPr>
              <a:defRPr sz="2400"/>
            </a:lvl1pPr>
          </a:lstStyle>
          <a:p>
            <a:r>
              <a:rPr lang="nl-NL" err="1"/>
              <a:t>Title</a:t>
            </a:r>
            <a:endParaRPr lang="en-US"/>
          </a:p>
        </p:txBody>
      </p:sp>
      <p:cxnSp>
        <p:nvCxnSpPr>
          <p:cNvPr id="34" name="Straight Connector 33">
            <a:extLst>
              <a:ext uri="{FF2B5EF4-FFF2-40B4-BE49-F238E27FC236}">
                <a16:creationId xmlns:a16="http://schemas.microsoft.com/office/drawing/2014/main" id="{8F83E64F-00CD-436E-9E0F-9E9555EBDEA7}"/>
              </a:ext>
            </a:extLst>
          </p:cNvPr>
          <p:cNvCxnSpPr>
            <a:cxnSpLocks/>
          </p:cNvCxnSpPr>
          <p:nvPr userDrawn="1"/>
        </p:nvCxnSpPr>
        <p:spPr>
          <a:xfrm flipH="1">
            <a:off x="3215680" y="836712"/>
            <a:ext cx="8638902"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8" name="Graphic 37">
            <a:extLst>
              <a:ext uri="{FF2B5EF4-FFF2-40B4-BE49-F238E27FC236}">
                <a16:creationId xmlns:a16="http://schemas.microsoft.com/office/drawing/2014/main" id="{0E1FD6F5-8AEC-465B-AA2D-5F3257D8C8F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6" name="Espace réservé pour une image  5">
            <a:extLst>
              <a:ext uri="{FF2B5EF4-FFF2-40B4-BE49-F238E27FC236}">
                <a16:creationId xmlns:a16="http://schemas.microsoft.com/office/drawing/2014/main" id="{085A8B9E-7DC3-0ACE-914B-09A47B364027}"/>
              </a:ext>
            </a:extLst>
          </p:cNvPr>
          <p:cNvSpPr>
            <a:spLocks noGrp="1"/>
          </p:cNvSpPr>
          <p:nvPr>
            <p:ph type="pic" sz="quarter" idx="26"/>
          </p:nvPr>
        </p:nvSpPr>
        <p:spPr>
          <a:xfrm>
            <a:off x="0" y="0"/>
            <a:ext cx="2855913" cy="6871717"/>
          </a:xfrm>
          <a:prstGeom prst="rect">
            <a:avLst/>
          </a:prstGeom>
        </p:spPr>
        <p:txBody>
          <a:bodyPr/>
          <a:lstStyle/>
          <a:p>
            <a:r>
              <a:rPr lang="fr-FR"/>
              <a:t>Cliquez sur l'icône pour ajouter une image</a:t>
            </a:r>
          </a:p>
        </p:txBody>
      </p:sp>
    </p:spTree>
    <p:extLst>
      <p:ext uri="{BB962C8B-B14F-4D97-AF65-F5344CB8AC3E}">
        <p14:creationId xmlns:p14="http://schemas.microsoft.com/office/powerpoint/2010/main" val="2896813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ex-2">
    <p:bg>
      <p:bgPr>
        <a:solidFill>
          <a:srgbClr val="FFFFFF"/>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9B21353B-B845-C17B-7440-856A6FF524EC}"/>
              </a:ext>
            </a:extLst>
          </p:cNvPr>
          <p:cNvPicPr>
            <a:picLocks noChangeAspect="1"/>
          </p:cNvPicPr>
          <p:nvPr userDrawn="1"/>
        </p:nvPicPr>
        <p:blipFill>
          <a:blip r:embed="rId2">
            <a:alphaModFix amt="15000"/>
          </a:blip>
          <a:stretch>
            <a:fillRect/>
          </a:stretch>
        </p:blipFill>
        <p:spPr>
          <a:xfrm>
            <a:off x="8485303" y="3165020"/>
            <a:ext cx="3706697" cy="3706697"/>
          </a:xfrm>
          <a:prstGeom prst="rect">
            <a:avLst/>
          </a:prstGeom>
        </p:spPr>
      </p:pic>
      <p:sp>
        <p:nvSpPr>
          <p:cNvPr id="17" name="Title 1">
            <a:extLst>
              <a:ext uri="{FF2B5EF4-FFF2-40B4-BE49-F238E27FC236}">
                <a16:creationId xmlns:a16="http://schemas.microsoft.com/office/drawing/2014/main" id="{707EE6DF-5551-22FA-E06B-48F0D8E6BC87}"/>
              </a:ext>
            </a:extLst>
          </p:cNvPr>
          <p:cNvSpPr txBox="1">
            <a:spLocks/>
          </p:cNvSpPr>
          <p:nvPr userDrawn="1"/>
        </p:nvSpPr>
        <p:spPr>
          <a:xfrm>
            <a:off x="378225" y="2255546"/>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18" name="Title 1">
            <a:extLst>
              <a:ext uri="{FF2B5EF4-FFF2-40B4-BE49-F238E27FC236}">
                <a16:creationId xmlns:a16="http://schemas.microsoft.com/office/drawing/2014/main" id="{4C093771-F21C-0635-646A-493E2E39285B}"/>
              </a:ext>
            </a:extLst>
          </p:cNvPr>
          <p:cNvSpPr txBox="1">
            <a:spLocks/>
          </p:cNvSpPr>
          <p:nvPr userDrawn="1"/>
        </p:nvSpPr>
        <p:spPr>
          <a:xfrm>
            <a:off x="378225" y="3080189"/>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19" name="Title 1">
            <a:extLst>
              <a:ext uri="{FF2B5EF4-FFF2-40B4-BE49-F238E27FC236}">
                <a16:creationId xmlns:a16="http://schemas.microsoft.com/office/drawing/2014/main" id="{5A7F67E0-3C76-C7E0-35B5-A13D630C3C7B}"/>
              </a:ext>
            </a:extLst>
          </p:cNvPr>
          <p:cNvSpPr txBox="1">
            <a:spLocks/>
          </p:cNvSpPr>
          <p:nvPr userDrawn="1"/>
        </p:nvSpPr>
        <p:spPr>
          <a:xfrm>
            <a:off x="378225" y="3918858"/>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21" name="Title 1">
            <a:extLst>
              <a:ext uri="{FF2B5EF4-FFF2-40B4-BE49-F238E27FC236}">
                <a16:creationId xmlns:a16="http://schemas.microsoft.com/office/drawing/2014/main" id="{C978AAD6-E55D-DCAA-DCAE-FBE3AD8ED966}"/>
              </a:ext>
            </a:extLst>
          </p:cNvPr>
          <p:cNvSpPr txBox="1">
            <a:spLocks/>
          </p:cNvSpPr>
          <p:nvPr userDrawn="1"/>
        </p:nvSpPr>
        <p:spPr>
          <a:xfrm>
            <a:off x="378225" y="5538313"/>
            <a:ext cx="469040" cy="360362"/>
          </a:xfrm>
          <a:prstGeom prst="rect">
            <a:avLst/>
          </a:prstGeom>
        </p:spPr>
        <p:txBody>
          <a:bodyPr anchor="ctr"/>
          <a:lstStyle>
            <a:lvl1pPr algn="ctr" defTabSz="914400" rtl="0" eaLnBrk="1" latinLnBrk="0" hangingPunct="1">
              <a:lnSpc>
                <a:spcPct val="90000"/>
              </a:lnSpc>
              <a:spcBef>
                <a:spcPct val="0"/>
              </a:spcBef>
              <a:buNone/>
              <a:defRPr sz="3400" b="1" i="0" kern="1200">
                <a:solidFill>
                  <a:srgbClr val="BDEFB5"/>
                </a:solidFill>
                <a:latin typeface="Tahoma" panose="020B0604030504040204" pitchFamily="34" charset="0"/>
                <a:ea typeface="Tahoma" panose="020B0604030504040204" pitchFamily="34" charset="0"/>
                <a:cs typeface="Tahoma" panose="020B0604030504040204" pitchFamily="34" charset="0"/>
              </a:defRPr>
            </a:lvl1pPr>
          </a:lstStyle>
          <a:p>
            <a:pPr algn="l"/>
            <a:endParaRPr lang="en-US" sz="1200" b="1" i="0">
              <a:solidFill>
                <a:srgbClr val="BDEFB5"/>
              </a:solidFill>
              <a:latin typeface="Tahoma" panose="020B0604030504040204" pitchFamily="34" charset="0"/>
              <a:ea typeface="Tahoma" panose="020B0604030504040204" pitchFamily="34" charset="0"/>
              <a:cs typeface="Tahoma" panose="020B0604030504040204" pitchFamily="34" charset="0"/>
            </a:endParaRPr>
          </a:p>
        </p:txBody>
      </p:sp>
      <p:sp>
        <p:nvSpPr>
          <p:cNvPr id="49" name="Text Placeholder 46">
            <a:extLst>
              <a:ext uri="{FF2B5EF4-FFF2-40B4-BE49-F238E27FC236}">
                <a16:creationId xmlns:a16="http://schemas.microsoft.com/office/drawing/2014/main" id="{0014CC3C-62CA-8015-D31B-2FFC8F4357AE}"/>
              </a:ext>
            </a:extLst>
          </p:cNvPr>
          <p:cNvSpPr>
            <a:spLocks noGrp="1"/>
          </p:cNvSpPr>
          <p:nvPr>
            <p:ph type="body" sz="quarter" idx="14" hasCustomPrompt="1"/>
          </p:nvPr>
        </p:nvSpPr>
        <p:spPr>
          <a:xfrm>
            <a:off x="378225" y="1435589"/>
            <a:ext cx="649246" cy="360363"/>
          </a:xfrm>
          <a:prstGeom prst="rect">
            <a:avLst/>
          </a:prstGeom>
        </p:spPr>
        <p:txBody>
          <a:bodyPr lIns="90000" anchor="ctr"/>
          <a:lstStyle>
            <a:lvl1pPr marL="0" indent="0">
              <a:buNone/>
              <a:defRPr sz="1200" b="1">
                <a:solidFill>
                  <a:srgbClr val="B2EDA7"/>
                </a:solidFill>
              </a:defRPr>
            </a:lvl1pPr>
          </a:lstStyle>
          <a:p>
            <a:pPr lvl="0"/>
            <a:r>
              <a:rPr lang="en-US"/>
              <a:t>1</a:t>
            </a:r>
          </a:p>
        </p:txBody>
      </p:sp>
      <p:sp>
        <p:nvSpPr>
          <p:cNvPr id="50" name="Text Placeholder 46">
            <a:extLst>
              <a:ext uri="{FF2B5EF4-FFF2-40B4-BE49-F238E27FC236}">
                <a16:creationId xmlns:a16="http://schemas.microsoft.com/office/drawing/2014/main" id="{4EEC492E-CC88-7FD5-7D3C-FAE7729EBFD3}"/>
              </a:ext>
            </a:extLst>
          </p:cNvPr>
          <p:cNvSpPr>
            <a:spLocks noGrp="1"/>
          </p:cNvSpPr>
          <p:nvPr>
            <p:ph type="body" sz="quarter" idx="15" hasCustomPrompt="1"/>
          </p:nvPr>
        </p:nvSpPr>
        <p:spPr>
          <a:xfrm>
            <a:off x="378225" y="2257766"/>
            <a:ext cx="649246" cy="360363"/>
          </a:xfrm>
          <a:prstGeom prst="rect">
            <a:avLst/>
          </a:prstGeom>
        </p:spPr>
        <p:txBody>
          <a:bodyPr lIns="90000" anchor="ctr"/>
          <a:lstStyle>
            <a:lvl1pPr marL="0" indent="0">
              <a:buNone/>
              <a:defRPr sz="1200" b="1">
                <a:solidFill>
                  <a:srgbClr val="B2EDA7"/>
                </a:solidFill>
              </a:defRPr>
            </a:lvl1pPr>
          </a:lstStyle>
          <a:p>
            <a:pPr lvl="0"/>
            <a:r>
              <a:rPr lang="en-US"/>
              <a:t>2</a:t>
            </a:r>
          </a:p>
        </p:txBody>
      </p:sp>
      <p:sp>
        <p:nvSpPr>
          <p:cNvPr id="51" name="Text Placeholder 46">
            <a:extLst>
              <a:ext uri="{FF2B5EF4-FFF2-40B4-BE49-F238E27FC236}">
                <a16:creationId xmlns:a16="http://schemas.microsoft.com/office/drawing/2014/main" id="{715154DB-B8C5-8D7D-CF1F-31F2901738FC}"/>
              </a:ext>
            </a:extLst>
          </p:cNvPr>
          <p:cNvSpPr>
            <a:spLocks noGrp="1"/>
          </p:cNvSpPr>
          <p:nvPr>
            <p:ph type="body" sz="quarter" idx="16" hasCustomPrompt="1"/>
          </p:nvPr>
        </p:nvSpPr>
        <p:spPr>
          <a:xfrm>
            <a:off x="378225" y="3084273"/>
            <a:ext cx="649246" cy="360363"/>
          </a:xfrm>
          <a:prstGeom prst="rect">
            <a:avLst/>
          </a:prstGeom>
        </p:spPr>
        <p:txBody>
          <a:bodyPr lIns="90000" anchor="ctr"/>
          <a:lstStyle>
            <a:lvl1pPr marL="0" indent="0">
              <a:buNone/>
              <a:defRPr sz="1200" b="1">
                <a:solidFill>
                  <a:srgbClr val="B2EDA7"/>
                </a:solidFill>
              </a:defRPr>
            </a:lvl1pPr>
          </a:lstStyle>
          <a:p>
            <a:pPr lvl="0"/>
            <a:r>
              <a:rPr lang="en-US"/>
              <a:t>3</a:t>
            </a:r>
          </a:p>
        </p:txBody>
      </p:sp>
      <p:sp>
        <p:nvSpPr>
          <p:cNvPr id="52" name="Text Placeholder 46">
            <a:extLst>
              <a:ext uri="{FF2B5EF4-FFF2-40B4-BE49-F238E27FC236}">
                <a16:creationId xmlns:a16="http://schemas.microsoft.com/office/drawing/2014/main" id="{49DD72FB-0DAE-77A1-1E8A-669C4C1CEBAC}"/>
              </a:ext>
            </a:extLst>
          </p:cNvPr>
          <p:cNvSpPr>
            <a:spLocks noGrp="1"/>
          </p:cNvSpPr>
          <p:nvPr>
            <p:ph type="body" sz="quarter" idx="17" hasCustomPrompt="1"/>
          </p:nvPr>
        </p:nvSpPr>
        <p:spPr>
          <a:xfrm>
            <a:off x="378225" y="3914829"/>
            <a:ext cx="649246" cy="360363"/>
          </a:xfrm>
          <a:prstGeom prst="rect">
            <a:avLst/>
          </a:prstGeom>
        </p:spPr>
        <p:txBody>
          <a:bodyPr lIns="90000" anchor="ctr"/>
          <a:lstStyle>
            <a:lvl1pPr marL="0" indent="0">
              <a:buNone/>
              <a:defRPr sz="1200" b="1">
                <a:solidFill>
                  <a:srgbClr val="B2EDA7"/>
                </a:solidFill>
              </a:defRPr>
            </a:lvl1pPr>
          </a:lstStyle>
          <a:p>
            <a:pPr lvl="0"/>
            <a:r>
              <a:rPr lang="en-US"/>
              <a:t>4</a:t>
            </a:r>
          </a:p>
        </p:txBody>
      </p:sp>
      <p:sp>
        <p:nvSpPr>
          <p:cNvPr id="53" name="Text Placeholder 46">
            <a:extLst>
              <a:ext uri="{FF2B5EF4-FFF2-40B4-BE49-F238E27FC236}">
                <a16:creationId xmlns:a16="http://schemas.microsoft.com/office/drawing/2014/main" id="{80FFA765-D20F-F1A2-121F-521EB955ABC1}"/>
              </a:ext>
            </a:extLst>
          </p:cNvPr>
          <p:cNvSpPr>
            <a:spLocks noGrp="1"/>
          </p:cNvSpPr>
          <p:nvPr>
            <p:ph type="body" sz="quarter" idx="18" hasCustomPrompt="1"/>
          </p:nvPr>
        </p:nvSpPr>
        <p:spPr>
          <a:xfrm>
            <a:off x="378225" y="4735674"/>
            <a:ext cx="649246" cy="360363"/>
          </a:xfrm>
          <a:prstGeom prst="rect">
            <a:avLst/>
          </a:prstGeom>
        </p:spPr>
        <p:txBody>
          <a:bodyPr lIns="90000" anchor="ctr"/>
          <a:lstStyle>
            <a:lvl1pPr marL="0" indent="0">
              <a:buNone/>
              <a:defRPr sz="1200" b="1">
                <a:solidFill>
                  <a:srgbClr val="B2EDA7"/>
                </a:solidFill>
              </a:defRPr>
            </a:lvl1pPr>
          </a:lstStyle>
          <a:p>
            <a:pPr lvl="0"/>
            <a:r>
              <a:rPr lang="en-US"/>
              <a:t>5</a:t>
            </a:r>
          </a:p>
        </p:txBody>
      </p:sp>
      <p:sp>
        <p:nvSpPr>
          <p:cNvPr id="54" name="Text Placeholder 46">
            <a:extLst>
              <a:ext uri="{FF2B5EF4-FFF2-40B4-BE49-F238E27FC236}">
                <a16:creationId xmlns:a16="http://schemas.microsoft.com/office/drawing/2014/main" id="{DCEA67BE-EF34-4DFB-A22A-3E65577EFF7C}"/>
              </a:ext>
            </a:extLst>
          </p:cNvPr>
          <p:cNvSpPr>
            <a:spLocks noGrp="1"/>
          </p:cNvSpPr>
          <p:nvPr>
            <p:ph type="body" sz="quarter" idx="19" hasCustomPrompt="1"/>
          </p:nvPr>
        </p:nvSpPr>
        <p:spPr>
          <a:xfrm>
            <a:off x="378225" y="5532455"/>
            <a:ext cx="649246" cy="360363"/>
          </a:xfrm>
          <a:prstGeom prst="rect">
            <a:avLst/>
          </a:prstGeom>
        </p:spPr>
        <p:txBody>
          <a:bodyPr lIns="90000" anchor="ctr"/>
          <a:lstStyle>
            <a:lvl1pPr marL="0" indent="0">
              <a:buNone/>
              <a:defRPr sz="1200" b="1">
                <a:solidFill>
                  <a:srgbClr val="B2EDA7"/>
                </a:solidFill>
              </a:defRPr>
            </a:lvl1pPr>
          </a:lstStyle>
          <a:p>
            <a:pPr lvl="0"/>
            <a:r>
              <a:rPr lang="en-US"/>
              <a:t>6</a:t>
            </a:r>
          </a:p>
        </p:txBody>
      </p:sp>
      <p:sp>
        <p:nvSpPr>
          <p:cNvPr id="55" name="Text Placeholder 46">
            <a:extLst>
              <a:ext uri="{FF2B5EF4-FFF2-40B4-BE49-F238E27FC236}">
                <a16:creationId xmlns:a16="http://schemas.microsoft.com/office/drawing/2014/main" id="{C20C5F54-9F9A-0F54-AF7C-374DDF9B72F1}"/>
              </a:ext>
            </a:extLst>
          </p:cNvPr>
          <p:cNvSpPr>
            <a:spLocks noGrp="1"/>
          </p:cNvSpPr>
          <p:nvPr>
            <p:ph type="body" sz="quarter" idx="20" hasCustomPrompt="1"/>
          </p:nvPr>
        </p:nvSpPr>
        <p:spPr>
          <a:xfrm>
            <a:off x="1343025" y="2165851"/>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58" name="Text Placeholder 46">
            <a:extLst>
              <a:ext uri="{FF2B5EF4-FFF2-40B4-BE49-F238E27FC236}">
                <a16:creationId xmlns:a16="http://schemas.microsoft.com/office/drawing/2014/main" id="{24A90D0E-4498-34B0-A941-281BC6999AAA}"/>
              </a:ext>
            </a:extLst>
          </p:cNvPr>
          <p:cNvSpPr>
            <a:spLocks noGrp="1"/>
          </p:cNvSpPr>
          <p:nvPr>
            <p:ph type="body" sz="quarter" idx="21" hasCustomPrompt="1"/>
          </p:nvPr>
        </p:nvSpPr>
        <p:spPr>
          <a:xfrm>
            <a:off x="1343025" y="1340768"/>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59" name="Text Placeholder 46">
            <a:extLst>
              <a:ext uri="{FF2B5EF4-FFF2-40B4-BE49-F238E27FC236}">
                <a16:creationId xmlns:a16="http://schemas.microsoft.com/office/drawing/2014/main" id="{A5F84582-5A7D-8DF0-F880-50059DF29E52}"/>
              </a:ext>
            </a:extLst>
          </p:cNvPr>
          <p:cNvSpPr>
            <a:spLocks noGrp="1"/>
          </p:cNvSpPr>
          <p:nvPr>
            <p:ph type="body" sz="quarter" idx="22" hasCustomPrompt="1"/>
          </p:nvPr>
        </p:nvSpPr>
        <p:spPr>
          <a:xfrm>
            <a:off x="1343025" y="3816017"/>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0" name="Text Placeholder 46">
            <a:extLst>
              <a:ext uri="{FF2B5EF4-FFF2-40B4-BE49-F238E27FC236}">
                <a16:creationId xmlns:a16="http://schemas.microsoft.com/office/drawing/2014/main" id="{54C8DD71-A1A1-BB64-B9AF-7BFEE8B71C9E}"/>
              </a:ext>
            </a:extLst>
          </p:cNvPr>
          <p:cNvSpPr>
            <a:spLocks noGrp="1"/>
          </p:cNvSpPr>
          <p:nvPr>
            <p:ph type="body" sz="quarter" idx="23" hasCustomPrompt="1"/>
          </p:nvPr>
        </p:nvSpPr>
        <p:spPr>
          <a:xfrm>
            <a:off x="1343025" y="2990934"/>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1" name="Text Placeholder 46">
            <a:extLst>
              <a:ext uri="{FF2B5EF4-FFF2-40B4-BE49-F238E27FC236}">
                <a16:creationId xmlns:a16="http://schemas.microsoft.com/office/drawing/2014/main" id="{2C19F942-A0FF-3C75-BE93-515E6DBC4014}"/>
              </a:ext>
            </a:extLst>
          </p:cNvPr>
          <p:cNvSpPr>
            <a:spLocks noGrp="1"/>
          </p:cNvSpPr>
          <p:nvPr>
            <p:ph type="body" sz="quarter" idx="24" hasCustomPrompt="1"/>
          </p:nvPr>
        </p:nvSpPr>
        <p:spPr>
          <a:xfrm>
            <a:off x="1343025" y="4641100"/>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62" name="Text Placeholder 46">
            <a:extLst>
              <a:ext uri="{FF2B5EF4-FFF2-40B4-BE49-F238E27FC236}">
                <a16:creationId xmlns:a16="http://schemas.microsoft.com/office/drawing/2014/main" id="{2516E790-A792-4943-1468-1E42B5AC7761}"/>
              </a:ext>
            </a:extLst>
          </p:cNvPr>
          <p:cNvSpPr>
            <a:spLocks noGrp="1"/>
          </p:cNvSpPr>
          <p:nvPr>
            <p:ph type="body" sz="quarter" idx="25" hasCustomPrompt="1"/>
          </p:nvPr>
        </p:nvSpPr>
        <p:spPr>
          <a:xfrm>
            <a:off x="1343025" y="5466183"/>
            <a:ext cx="9269521" cy="525897"/>
          </a:xfrm>
          <a:prstGeom prst="rect">
            <a:avLst/>
          </a:prstGeom>
        </p:spPr>
        <p:txBody>
          <a:bodyPr lIns="90000" anchor="ctr"/>
          <a:lstStyle>
            <a:lvl1pPr marL="0" indent="0">
              <a:buNone/>
              <a:defRPr sz="2000" b="0">
                <a:solidFill>
                  <a:srgbClr val="025D52"/>
                </a:solidFill>
              </a:defRPr>
            </a:lvl1pPr>
          </a:lstStyle>
          <a:p>
            <a:pPr lvl="0"/>
            <a:r>
              <a:rPr lang="en-US"/>
              <a:t>Presentation Section Title</a:t>
            </a:r>
          </a:p>
        </p:txBody>
      </p:sp>
      <p:sp>
        <p:nvSpPr>
          <p:cNvPr id="33" name="Slide Number Placeholder 4">
            <a:extLst>
              <a:ext uri="{FF2B5EF4-FFF2-40B4-BE49-F238E27FC236}">
                <a16:creationId xmlns:a16="http://schemas.microsoft.com/office/drawing/2014/main" id="{65286830-2589-4769-AEAA-19F474014692}"/>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35" name="Date Placeholder 2">
            <a:extLst>
              <a:ext uri="{FF2B5EF4-FFF2-40B4-BE49-F238E27FC236}">
                <a16:creationId xmlns:a16="http://schemas.microsoft.com/office/drawing/2014/main" id="{CAE33E2C-B9EE-4F4A-8A99-76EDB4451B0D}"/>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F69427A9-63F3-43D4-9776-5CEABDC55610}" type="datetime1">
              <a:rPr lang="fr-FR" smtClean="0"/>
              <a:t>24/07/2026</a:t>
            </a:fld>
            <a:endParaRPr lang="en-US"/>
          </a:p>
        </p:txBody>
      </p:sp>
      <p:sp>
        <p:nvSpPr>
          <p:cNvPr id="32" name="Titel 14">
            <a:extLst>
              <a:ext uri="{FF2B5EF4-FFF2-40B4-BE49-F238E27FC236}">
                <a16:creationId xmlns:a16="http://schemas.microsoft.com/office/drawing/2014/main" id="{FEB6CE61-6CEB-4B00-B178-D1AAB387BF1E}"/>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34" name="Straight Connector 33">
            <a:extLst>
              <a:ext uri="{FF2B5EF4-FFF2-40B4-BE49-F238E27FC236}">
                <a16:creationId xmlns:a16="http://schemas.microsoft.com/office/drawing/2014/main" id="{8F83E64F-00CD-436E-9E0F-9E9555EBDEA7}"/>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8" name="Graphic 37">
            <a:extLst>
              <a:ext uri="{FF2B5EF4-FFF2-40B4-BE49-F238E27FC236}">
                <a16:creationId xmlns:a16="http://schemas.microsoft.com/office/drawing/2014/main" id="{0E1FD6F5-8AEC-465B-AA2D-5F3257D8C8F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859042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ex-4">
    <p:bg>
      <p:bgPr>
        <a:solidFill>
          <a:srgbClr val="FFFFFF"/>
        </a:solidFill>
        <a:effectLst/>
      </p:bgPr>
    </p:bg>
    <p:spTree>
      <p:nvGrpSpPr>
        <p:cNvPr id="1" name=""/>
        <p:cNvGrpSpPr/>
        <p:nvPr/>
      </p:nvGrpSpPr>
      <p:grpSpPr>
        <a:xfrm>
          <a:off x="0" y="0"/>
          <a:ext cx="0" cy="0"/>
          <a:chOff x="0" y="0"/>
          <a:chExt cx="0" cy="0"/>
        </a:xfrm>
      </p:grpSpPr>
      <p:sp>
        <p:nvSpPr>
          <p:cNvPr id="58" name="Text Placeholder 46">
            <a:extLst>
              <a:ext uri="{FF2B5EF4-FFF2-40B4-BE49-F238E27FC236}">
                <a16:creationId xmlns:a16="http://schemas.microsoft.com/office/drawing/2014/main" id="{24A90D0E-4498-34B0-A941-281BC6999AAA}"/>
              </a:ext>
            </a:extLst>
          </p:cNvPr>
          <p:cNvSpPr>
            <a:spLocks noGrp="1"/>
          </p:cNvSpPr>
          <p:nvPr>
            <p:ph type="body" sz="quarter" idx="21"/>
          </p:nvPr>
        </p:nvSpPr>
        <p:spPr>
          <a:xfrm>
            <a:off x="355864" y="7345110"/>
            <a:ext cx="11493031" cy="684211"/>
          </a:xfrm>
          <a:prstGeom prst="rect">
            <a:avLst/>
          </a:prstGeom>
        </p:spPr>
        <p:txBody>
          <a:bodyPr lIns="0" tIns="0" rIns="0" bIns="0" anchor="t" anchorCtr="0"/>
          <a:lstStyle>
            <a:lvl1pPr marL="0" indent="0">
              <a:buNone/>
              <a:defRPr sz="1400" b="0">
                <a:solidFill>
                  <a:srgbClr val="025D52"/>
                </a:solidFill>
              </a:defRPr>
            </a:lvl1pPr>
          </a:lstStyle>
          <a:p>
            <a:pPr lvl="0"/>
            <a:r>
              <a:rPr lang="fr-FR"/>
              <a:t>Cliquez pour modifier les styles du texte du masque</a:t>
            </a:r>
          </a:p>
        </p:txBody>
      </p:sp>
      <p:sp>
        <p:nvSpPr>
          <p:cNvPr id="33" name="Tijdelijke aanduiding voor tekst 6">
            <a:extLst>
              <a:ext uri="{FF2B5EF4-FFF2-40B4-BE49-F238E27FC236}">
                <a16:creationId xmlns:a16="http://schemas.microsoft.com/office/drawing/2014/main" id="{B1E221A1-C7F7-4B33-A7AA-DE096F4B1016}"/>
              </a:ext>
            </a:extLst>
          </p:cNvPr>
          <p:cNvSpPr>
            <a:spLocks noGrp="1"/>
          </p:cNvSpPr>
          <p:nvPr>
            <p:ph type="body" sz="quarter" idx="38" hasCustomPrompt="1"/>
          </p:nvPr>
        </p:nvSpPr>
        <p:spPr>
          <a:xfrm>
            <a:off x="2823644" y="2066208"/>
            <a:ext cx="2742278" cy="549833"/>
          </a:xfrm>
          <a:prstGeom prst="rect">
            <a:avLst/>
          </a:prstGeom>
        </p:spPr>
        <p:txBody>
          <a:bodyPr/>
          <a:lstStyle>
            <a:lvl1pPr marL="0" indent="0" algn="l">
              <a:spcBef>
                <a:spcPts val="0"/>
              </a:spcBef>
              <a:buFont typeface="Arial" panose="020B0604020202020204" pitchFamily="34" charset="0"/>
              <a:buNone/>
              <a:defRPr sz="2200"/>
            </a:lvl1pPr>
          </a:lstStyle>
          <a:p>
            <a:r>
              <a:rPr lang="nl-NL" err="1"/>
              <a:t>Text</a:t>
            </a:r>
            <a:endParaRPr lang="nl-NL"/>
          </a:p>
          <a:p>
            <a:r>
              <a:rPr lang="nl-NL"/>
              <a:t>On 2 </a:t>
            </a:r>
            <a:r>
              <a:rPr lang="nl-NL" err="1"/>
              <a:t>lines</a:t>
            </a:r>
            <a:endParaRPr lang="nl-NL"/>
          </a:p>
        </p:txBody>
      </p:sp>
      <p:sp>
        <p:nvSpPr>
          <p:cNvPr id="34" name="Text Placeholder 5">
            <a:extLst>
              <a:ext uri="{FF2B5EF4-FFF2-40B4-BE49-F238E27FC236}">
                <a16:creationId xmlns:a16="http://schemas.microsoft.com/office/drawing/2014/main" id="{F3FFDCC1-E9A8-42FA-9A2C-9343CD2C1AD1}"/>
              </a:ext>
            </a:extLst>
          </p:cNvPr>
          <p:cNvSpPr>
            <a:spLocks noGrp="1"/>
          </p:cNvSpPr>
          <p:nvPr>
            <p:ph type="body" sz="quarter" idx="39" hasCustomPrompt="1"/>
          </p:nvPr>
        </p:nvSpPr>
        <p:spPr>
          <a:xfrm>
            <a:off x="2817285" y="2857133"/>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22" name="Text Placeholder 5">
            <a:extLst>
              <a:ext uri="{FF2B5EF4-FFF2-40B4-BE49-F238E27FC236}">
                <a16:creationId xmlns:a16="http://schemas.microsoft.com/office/drawing/2014/main" id="{99BD2BA5-73B4-48B4-8117-F68DAD6B81F7}"/>
              </a:ext>
            </a:extLst>
          </p:cNvPr>
          <p:cNvSpPr>
            <a:spLocks noGrp="1"/>
          </p:cNvSpPr>
          <p:nvPr>
            <p:ph type="body" sz="quarter" idx="64" hasCustomPrompt="1"/>
          </p:nvPr>
        </p:nvSpPr>
        <p:spPr>
          <a:xfrm>
            <a:off x="2817285" y="3026005"/>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24" name="Text Placeholder 5">
            <a:extLst>
              <a:ext uri="{FF2B5EF4-FFF2-40B4-BE49-F238E27FC236}">
                <a16:creationId xmlns:a16="http://schemas.microsoft.com/office/drawing/2014/main" id="{8EAAF473-B065-429E-A087-0702DBFDE923}"/>
              </a:ext>
            </a:extLst>
          </p:cNvPr>
          <p:cNvSpPr>
            <a:spLocks noGrp="1"/>
          </p:cNvSpPr>
          <p:nvPr>
            <p:ph type="body" sz="quarter" idx="66" hasCustomPrompt="1"/>
          </p:nvPr>
        </p:nvSpPr>
        <p:spPr>
          <a:xfrm>
            <a:off x="2817285" y="3194876"/>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26" name="Text Placeholder 5">
            <a:extLst>
              <a:ext uri="{FF2B5EF4-FFF2-40B4-BE49-F238E27FC236}">
                <a16:creationId xmlns:a16="http://schemas.microsoft.com/office/drawing/2014/main" id="{F011F3CE-B920-410E-8BD2-48403A4BA400}"/>
              </a:ext>
            </a:extLst>
          </p:cNvPr>
          <p:cNvSpPr>
            <a:spLocks noGrp="1"/>
          </p:cNvSpPr>
          <p:nvPr>
            <p:ph type="body" sz="quarter" idx="68" hasCustomPrompt="1"/>
          </p:nvPr>
        </p:nvSpPr>
        <p:spPr>
          <a:xfrm>
            <a:off x="2817285" y="3363748"/>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28" name="Tijdelijke aanduiding voor tekst 6">
            <a:extLst>
              <a:ext uri="{FF2B5EF4-FFF2-40B4-BE49-F238E27FC236}">
                <a16:creationId xmlns:a16="http://schemas.microsoft.com/office/drawing/2014/main" id="{2C1C4193-4B9F-4DCF-B62C-C5EB18BEE471}"/>
              </a:ext>
            </a:extLst>
          </p:cNvPr>
          <p:cNvSpPr>
            <a:spLocks noGrp="1"/>
          </p:cNvSpPr>
          <p:nvPr>
            <p:ph type="body" sz="quarter" idx="70" hasCustomPrompt="1"/>
          </p:nvPr>
        </p:nvSpPr>
        <p:spPr>
          <a:xfrm>
            <a:off x="7868713" y="2066208"/>
            <a:ext cx="2742278" cy="549833"/>
          </a:xfrm>
          <a:prstGeom prst="rect">
            <a:avLst/>
          </a:prstGeom>
        </p:spPr>
        <p:txBody>
          <a:bodyPr/>
          <a:lstStyle>
            <a:lvl1pPr marL="0" indent="0" algn="l">
              <a:spcBef>
                <a:spcPts val="0"/>
              </a:spcBef>
              <a:buFont typeface="Arial" panose="020B0604020202020204" pitchFamily="34" charset="0"/>
              <a:buNone/>
              <a:defRPr sz="2200"/>
            </a:lvl1pPr>
          </a:lstStyle>
          <a:p>
            <a:r>
              <a:rPr lang="nl-NL" err="1"/>
              <a:t>Text</a:t>
            </a:r>
            <a:endParaRPr lang="nl-NL"/>
          </a:p>
        </p:txBody>
      </p:sp>
      <p:sp>
        <p:nvSpPr>
          <p:cNvPr id="129" name="Text Placeholder 5">
            <a:extLst>
              <a:ext uri="{FF2B5EF4-FFF2-40B4-BE49-F238E27FC236}">
                <a16:creationId xmlns:a16="http://schemas.microsoft.com/office/drawing/2014/main" id="{A70153CA-9C0A-40C6-A69E-6B03F0995DFC}"/>
              </a:ext>
            </a:extLst>
          </p:cNvPr>
          <p:cNvSpPr>
            <a:spLocks noGrp="1"/>
          </p:cNvSpPr>
          <p:nvPr>
            <p:ph type="body" sz="quarter" idx="71" hasCustomPrompt="1"/>
          </p:nvPr>
        </p:nvSpPr>
        <p:spPr>
          <a:xfrm>
            <a:off x="7862354" y="2857133"/>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31" name="Text Placeholder 5">
            <a:extLst>
              <a:ext uri="{FF2B5EF4-FFF2-40B4-BE49-F238E27FC236}">
                <a16:creationId xmlns:a16="http://schemas.microsoft.com/office/drawing/2014/main" id="{D97B4A2C-E7D0-4317-80B7-98FED2D887A0}"/>
              </a:ext>
            </a:extLst>
          </p:cNvPr>
          <p:cNvSpPr>
            <a:spLocks noGrp="1"/>
          </p:cNvSpPr>
          <p:nvPr>
            <p:ph type="body" sz="quarter" idx="73" hasCustomPrompt="1"/>
          </p:nvPr>
        </p:nvSpPr>
        <p:spPr>
          <a:xfrm>
            <a:off x="7862354" y="3026005"/>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33" name="Text Placeholder 5">
            <a:extLst>
              <a:ext uri="{FF2B5EF4-FFF2-40B4-BE49-F238E27FC236}">
                <a16:creationId xmlns:a16="http://schemas.microsoft.com/office/drawing/2014/main" id="{01BF98C3-9891-4227-B2A4-F777DE1AA797}"/>
              </a:ext>
            </a:extLst>
          </p:cNvPr>
          <p:cNvSpPr>
            <a:spLocks noGrp="1"/>
          </p:cNvSpPr>
          <p:nvPr>
            <p:ph type="body" sz="quarter" idx="75" hasCustomPrompt="1"/>
          </p:nvPr>
        </p:nvSpPr>
        <p:spPr>
          <a:xfrm>
            <a:off x="7862354" y="3194876"/>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35" name="Text Placeholder 5">
            <a:extLst>
              <a:ext uri="{FF2B5EF4-FFF2-40B4-BE49-F238E27FC236}">
                <a16:creationId xmlns:a16="http://schemas.microsoft.com/office/drawing/2014/main" id="{BF059DDD-79AE-4A25-85CE-C136EB94AABC}"/>
              </a:ext>
            </a:extLst>
          </p:cNvPr>
          <p:cNvSpPr>
            <a:spLocks noGrp="1"/>
          </p:cNvSpPr>
          <p:nvPr>
            <p:ph type="body" sz="quarter" idx="77" hasCustomPrompt="1"/>
          </p:nvPr>
        </p:nvSpPr>
        <p:spPr>
          <a:xfrm>
            <a:off x="7862354" y="3363748"/>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37" name="Tijdelijke aanduiding voor tekst 6">
            <a:extLst>
              <a:ext uri="{FF2B5EF4-FFF2-40B4-BE49-F238E27FC236}">
                <a16:creationId xmlns:a16="http://schemas.microsoft.com/office/drawing/2014/main" id="{CD553364-D38D-4E1D-9C9A-9D379394CAC6}"/>
              </a:ext>
            </a:extLst>
          </p:cNvPr>
          <p:cNvSpPr>
            <a:spLocks noGrp="1"/>
          </p:cNvSpPr>
          <p:nvPr>
            <p:ph type="body" sz="quarter" idx="79" hasCustomPrompt="1"/>
          </p:nvPr>
        </p:nvSpPr>
        <p:spPr>
          <a:xfrm>
            <a:off x="2823644" y="4043218"/>
            <a:ext cx="2742278" cy="549833"/>
          </a:xfrm>
          <a:prstGeom prst="rect">
            <a:avLst/>
          </a:prstGeom>
        </p:spPr>
        <p:txBody>
          <a:bodyPr/>
          <a:lstStyle>
            <a:lvl1pPr marL="0" indent="0" algn="l">
              <a:spcBef>
                <a:spcPts val="0"/>
              </a:spcBef>
              <a:buFont typeface="Arial" panose="020B0604020202020204" pitchFamily="34" charset="0"/>
              <a:buNone/>
              <a:defRPr sz="2200"/>
            </a:lvl1pPr>
          </a:lstStyle>
          <a:p>
            <a:r>
              <a:rPr lang="nl-NL" err="1"/>
              <a:t>Text</a:t>
            </a:r>
            <a:endParaRPr lang="nl-NL"/>
          </a:p>
        </p:txBody>
      </p:sp>
      <p:sp>
        <p:nvSpPr>
          <p:cNvPr id="138" name="Text Placeholder 5">
            <a:extLst>
              <a:ext uri="{FF2B5EF4-FFF2-40B4-BE49-F238E27FC236}">
                <a16:creationId xmlns:a16="http://schemas.microsoft.com/office/drawing/2014/main" id="{E32327F4-8256-4336-B934-ADDC264F537B}"/>
              </a:ext>
            </a:extLst>
          </p:cNvPr>
          <p:cNvSpPr>
            <a:spLocks noGrp="1"/>
          </p:cNvSpPr>
          <p:nvPr>
            <p:ph type="body" sz="quarter" idx="80" hasCustomPrompt="1"/>
          </p:nvPr>
        </p:nvSpPr>
        <p:spPr>
          <a:xfrm>
            <a:off x="2817285" y="4834143"/>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0" name="Text Placeholder 5">
            <a:extLst>
              <a:ext uri="{FF2B5EF4-FFF2-40B4-BE49-F238E27FC236}">
                <a16:creationId xmlns:a16="http://schemas.microsoft.com/office/drawing/2014/main" id="{0F1203A7-2812-4969-AF48-DC8A6F3191E2}"/>
              </a:ext>
            </a:extLst>
          </p:cNvPr>
          <p:cNvSpPr>
            <a:spLocks noGrp="1"/>
          </p:cNvSpPr>
          <p:nvPr>
            <p:ph type="body" sz="quarter" idx="82" hasCustomPrompt="1"/>
          </p:nvPr>
        </p:nvSpPr>
        <p:spPr>
          <a:xfrm>
            <a:off x="2817285" y="5003015"/>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2" name="Text Placeholder 5">
            <a:extLst>
              <a:ext uri="{FF2B5EF4-FFF2-40B4-BE49-F238E27FC236}">
                <a16:creationId xmlns:a16="http://schemas.microsoft.com/office/drawing/2014/main" id="{8DBFDAE0-08DB-47F3-8FCB-5C1078FAC363}"/>
              </a:ext>
            </a:extLst>
          </p:cNvPr>
          <p:cNvSpPr>
            <a:spLocks noGrp="1"/>
          </p:cNvSpPr>
          <p:nvPr>
            <p:ph type="body" sz="quarter" idx="84" hasCustomPrompt="1"/>
          </p:nvPr>
        </p:nvSpPr>
        <p:spPr>
          <a:xfrm>
            <a:off x="2817285" y="5171886"/>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4" name="Text Placeholder 5">
            <a:extLst>
              <a:ext uri="{FF2B5EF4-FFF2-40B4-BE49-F238E27FC236}">
                <a16:creationId xmlns:a16="http://schemas.microsoft.com/office/drawing/2014/main" id="{F1A8E4F5-5958-4E47-8E08-EC4900ABC86B}"/>
              </a:ext>
            </a:extLst>
          </p:cNvPr>
          <p:cNvSpPr>
            <a:spLocks noGrp="1"/>
          </p:cNvSpPr>
          <p:nvPr>
            <p:ph type="body" sz="quarter" idx="86" hasCustomPrompt="1"/>
          </p:nvPr>
        </p:nvSpPr>
        <p:spPr>
          <a:xfrm>
            <a:off x="2817285" y="5340758"/>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6" name="Tijdelijke aanduiding voor tekst 6">
            <a:extLst>
              <a:ext uri="{FF2B5EF4-FFF2-40B4-BE49-F238E27FC236}">
                <a16:creationId xmlns:a16="http://schemas.microsoft.com/office/drawing/2014/main" id="{EA8862AD-0937-4728-BB78-0584AF19B6D8}"/>
              </a:ext>
            </a:extLst>
          </p:cNvPr>
          <p:cNvSpPr>
            <a:spLocks noGrp="1"/>
          </p:cNvSpPr>
          <p:nvPr>
            <p:ph type="body" sz="quarter" idx="88" hasCustomPrompt="1"/>
          </p:nvPr>
        </p:nvSpPr>
        <p:spPr>
          <a:xfrm>
            <a:off x="7868713" y="4043218"/>
            <a:ext cx="2742278" cy="549833"/>
          </a:xfrm>
          <a:prstGeom prst="rect">
            <a:avLst/>
          </a:prstGeom>
        </p:spPr>
        <p:txBody>
          <a:bodyPr/>
          <a:lstStyle>
            <a:lvl1pPr marL="0" indent="0" algn="l">
              <a:spcBef>
                <a:spcPts val="0"/>
              </a:spcBef>
              <a:buFont typeface="Arial" panose="020B0604020202020204" pitchFamily="34" charset="0"/>
              <a:buNone/>
              <a:defRPr sz="2200"/>
            </a:lvl1pPr>
          </a:lstStyle>
          <a:p>
            <a:r>
              <a:rPr lang="nl-NL" err="1"/>
              <a:t>Text</a:t>
            </a:r>
            <a:endParaRPr lang="nl-NL"/>
          </a:p>
          <a:p>
            <a:r>
              <a:rPr lang="nl-NL"/>
              <a:t>On 2 lines</a:t>
            </a:r>
          </a:p>
        </p:txBody>
      </p:sp>
      <p:sp>
        <p:nvSpPr>
          <p:cNvPr id="147" name="Text Placeholder 5">
            <a:extLst>
              <a:ext uri="{FF2B5EF4-FFF2-40B4-BE49-F238E27FC236}">
                <a16:creationId xmlns:a16="http://schemas.microsoft.com/office/drawing/2014/main" id="{0146C3FE-C1CF-43EA-AA17-180A34AD2E2A}"/>
              </a:ext>
            </a:extLst>
          </p:cNvPr>
          <p:cNvSpPr>
            <a:spLocks noGrp="1"/>
          </p:cNvSpPr>
          <p:nvPr>
            <p:ph type="body" sz="quarter" idx="89" hasCustomPrompt="1"/>
          </p:nvPr>
        </p:nvSpPr>
        <p:spPr>
          <a:xfrm>
            <a:off x="7862354" y="4834143"/>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49" name="Text Placeholder 5">
            <a:extLst>
              <a:ext uri="{FF2B5EF4-FFF2-40B4-BE49-F238E27FC236}">
                <a16:creationId xmlns:a16="http://schemas.microsoft.com/office/drawing/2014/main" id="{CAB4BEB3-280C-4958-8262-1289F5F4C309}"/>
              </a:ext>
            </a:extLst>
          </p:cNvPr>
          <p:cNvSpPr>
            <a:spLocks noGrp="1"/>
          </p:cNvSpPr>
          <p:nvPr>
            <p:ph type="body" sz="quarter" idx="91" hasCustomPrompt="1"/>
          </p:nvPr>
        </p:nvSpPr>
        <p:spPr>
          <a:xfrm>
            <a:off x="7862354" y="5003015"/>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51" name="Text Placeholder 5">
            <a:extLst>
              <a:ext uri="{FF2B5EF4-FFF2-40B4-BE49-F238E27FC236}">
                <a16:creationId xmlns:a16="http://schemas.microsoft.com/office/drawing/2014/main" id="{FF095831-FD1C-4C56-8FBE-A7A69D6CA629}"/>
              </a:ext>
            </a:extLst>
          </p:cNvPr>
          <p:cNvSpPr>
            <a:spLocks noGrp="1"/>
          </p:cNvSpPr>
          <p:nvPr>
            <p:ph type="body" sz="quarter" idx="93" hasCustomPrompt="1"/>
          </p:nvPr>
        </p:nvSpPr>
        <p:spPr>
          <a:xfrm>
            <a:off x="7862354" y="5171886"/>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153" name="Text Placeholder 5">
            <a:extLst>
              <a:ext uri="{FF2B5EF4-FFF2-40B4-BE49-F238E27FC236}">
                <a16:creationId xmlns:a16="http://schemas.microsoft.com/office/drawing/2014/main" id="{C6C29853-3603-47E7-84FB-BF906D09A171}"/>
              </a:ext>
            </a:extLst>
          </p:cNvPr>
          <p:cNvSpPr>
            <a:spLocks noGrp="1"/>
          </p:cNvSpPr>
          <p:nvPr>
            <p:ph type="body" sz="quarter" idx="95" hasCustomPrompt="1"/>
          </p:nvPr>
        </p:nvSpPr>
        <p:spPr>
          <a:xfrm>
            <a:off x="7862354" y="5340758"/>
            <a:ext cx="2728072" cy="144016"/>
          </a:xfrm>
          <a:prstGeom prst="rect">
            <a:avLst/>
          </a:prstGeom>
        </p:spPr>
        <p:txBody>
          <a:bodyPr anchor="ctr" anchorCtr="0"/>
          <a:lstStyle>
            <a:lvl1pPr marL="0" indent="0">
              <a:lnSpc>
                <a:spcPct val="110000"/>
              </a:lnSpc>
              <a:buNone/>
              <a:defRPr sz="1200">
                <a:solidFill>
                  <a:schemeClr val="tx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52" name="Slide Number Placeholder 4">
            <a:extLst>
              <a:ext uri="{FF2B5EF4-FFF2-40B4-BE49-F238E27FC236}">
                <a16:creationId xmlns:a16="http://schemas.microsoft.com/office/drawing/2014/main" id="{47E1A5FA-654E-4EB8-86A0-A90C89ABB66C}"/>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53" name="Date Placeholder 2">
            <a:extLst>
              <a:ext uri="{FF2B5EF4-FFF2-40B4-BE49-F238E27FC236}">
                <a16:creationId xmlns:a16="http://schemas.microsoft.com/office/drawing/2014/main" id="{81437B7F-560C-4C8E-A6BA-5D73312DF5A3}"/>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89D9F3E2-0BE2-4EC8-AA45-56CBB588878B}" type="datetime1">
              <a:rPr lang="fr-FR" smtClean="0"/>
              <a:t>24/07/2026</a:t>
            </a:fld>
            <a:endParaRPr lang="en-US"/>
          </a:p>
        </p:txBody>
      </p:sp>
      <p:sp>
        <p:nvSpPr>
          <p:cNvPr id="54" name="Titel 14">
            <a:extLst>
              <a:ext uri="{FF2B5EF4-FFF2-40B4-BE49-F238E27FC236}">
                <a16:creationId xmlns:a16="http://schemas.microsoft.com/office/drawing/2014/main" id="{F3130F2C-F608-4D29-B242-94DC921EBB96}"/>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56" name="Straight Connector 55">
            <a:extLst>
              <a:ext uri="{FF2B5EF4-FFF2-40B4-BE49-F238E27FC236}">
                <a16:creationId xmlns:a16="http://schemas.microsoft.com/office/drawing/2014/main" id="{488BCA76-2256-438A-A8C9-6F32AE257889}"/>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7" name="Graphic 56">
            <a:extLst>
              <a:ext uri="{FF2B5EF4-FFF2-40B4-BE49-F238E27FC236}">
                <a16:creationId xmlns:a16="http://schemas.microsoft.com/office/drawing/2014/main" id="{BD9D77BC-B0D7-4DDE-9C1F-6B350183FC4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545462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title_PIN">
    <p:bg>
      <p:bgPr>
        <a:solidFill>
          <a:schemeClr val="tx1"/>
        </a:solidFill>
        <a:effectLst/>
      </p:bgPr>
    </p:bg>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8CE85972-1FBA-85B6-98A5-E0265D6EF3A7}"/>
              </a:ext>
            </a:extLst>
          </p:cNvPr>
          <p:cNvPicPr>
            <a:picLocks noChangeAspect="1"/>
          </p:cNvPicPr>
          <p:nvPr userDrawn="1"/>
        </p:nvPicPr>
        <p:blipFill>
          <a:blip r:embed="rId2"/>
          <a:srcRect/>
          <a:stretch/>
        </p:blipFill>
        <p:spPr>
          <a:xfrm>
            <a:off x="5896160" y="6196894"/>
            <a:ext cx="399679" cy="337264"/>
          </a:xfrm>
          <a:prstGeom prst="rect">
            <a:avLst/>
          </a:prstGeom>
        </p:spPr>
      </p:pic>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2"/>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p:spPr>
        <p:txBody>
          <a:bodyPr anchor="ctr"/>
          <a:lstStyle>
            <a:lvl1pPr marL="0" indent="0" algn="ctr">
              <a:buNone/>
              <a:defRPr sz="4000">
                <a:solidFill>
                  <a:schemeClr val="accent2"/>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spTree>
    <p:extLst>
      <p:ext uri="{BB962C8B-B14F-4D97-AF65-F5344CB8AC3E}">
        <p14:creationId xmlns:p14="http://schemas.microsoft.com/office/powerpoint/2010/main" val="374845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title_GRASS">
    <p:bg>
      <p:bgPr>
        <a:solidFill>
          <a:schemeClr val="accent2"/>
        </a:solidFill>
        <a:effectLst/>
      </p:bgPr>
    </p:bg>
    <p:spTree>
      <p:nvGrpSpPr>
        <p:cNvPr id="1" name=""/>
        <p:cNvGrpSpPr/>
        <p:nvPr/>
      </p:nvGrpSpPr>
      <p:grpSpPr>
        <a:xfrm>
          <a:off x="0" y="0"/>
          <a:ext cx="0" cy="0"/>
          <a:chOff x="0" y="0"/>
          <a:chExt cx="0" cy="0"/>
        </a:xfrm>
      </p:grpSpPr>
      <p:sp>
        <p:nvSpPr>
          <p:cNvPr id="13" name="Text Placeholder 18">
            <a:extLst>
              <a:ext uri="{FF2B5EF4-FFF2-40B4-BE49-F238E27FC236}">
                <a16:creationId xmlns:a16="http://schemas.microsoft.com/office/drawing/2014/main" id="{A404C1B0-2154-4A30-83EA-CE6980B59AAF}"/>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1"/>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pic>
        <p:nvPicPr>
          <p:cNvPr id="6" name="Afbeelding 5">
            <a:extLst>
              <a:ext uri="{FF2B5EF4-FFF2-40B4-BE49-F238E27FC236}">
                <a16:creationId xmlns:a16="http://schemas.microsoft.com/office/drawing/2014/main" id="{8CE85972-1FBA-85B6-98A5-E0265D6EF3A7}"/>
              </a:ext>
            </a:extLst>
          </p:cNvPr>
          <p:cNvPicPr>
            <a:picLocks noChangeAspect="1"/>
          </p:cNvPicPr>
          <p:nvPr userDrawn="1"/>
        </p:nvPicPr>
        <p:blipFill>
          <a:blip r:embed="rId2"/>
          <a:srcRect/>
          <a:stretch/>
        </p:blipFill>
        <p:spPr>
          <a:xfrm>
            <a:off x="5896160" y="6196894"/>
            <a:ext cx="399679" cy="337263"/>
          </a:xfrm>
          <a:prstGeom prst="rect">
            <a:avLst/>
          </a:prstGeom>
        </p:spPr>
      </p:pic>
      <p:sp>
        <p:nvSpPr>
          <p:cNvPr id="2" name="Text Placeholder 18">
            <a:extLst>
              <a:ext uri="{FF2B5EF4-FFF2-40B4-BE49-F238E27FC236}">
                <a16:creationId xmlns:a16="http://schemas.microsoft.com/office/drawing/2014/main" id="{F1D174E2-F318-B09E-6040-7295C94042C6}"/>
              </a:ext>
            </a:extLst>
          </p:cNvPr>
          <p:cNvSpPr>
            <a:spLocks noGrp="1"/>
          </p:cNvSpPr>
          <p:nvPr>
            <p:ph type="body" sz="quarter" idx="13" hasCustomPrompt="1"/>
          </p:nvPr>
        </p:nvSpPr>
        <p:spPr>
          <a:xfrm>
            <a:off x="332509" y="3435927"/>
            <a:ext cx="11524528" cy="1043203"/>
          </a:xfrm>
          <a:prstGeom prst="rect">
            <a:avLst/>
          </a:prstGeom>
        </p:spPr>
        <p:txBody>
          <a:bodyPr anchor="ctr"/>
          <a:lstStyle>
            <a:lvl1pPr marL="0" indent="0" algn="ctr">
              <a:buNone/>
              <a:defRPr sz="4000">
                <a:solidFill>
                  <a:schemeClr val="accent1"/>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spTree>
    <p:extLst>
      <p:ext uri="{BB962C8B-B14F-4D97-AF65-F5344CB8AC3E}">
        <p14:creationId xmlns:p14="http://schemas.microsoft.com/office/powerpoint/2010/main" val="3534138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imple-text_sans_layer">
    <p:bg>
      <p:bgPr>
        <a:solidFill>
          <a:srgbClr val="FFFFFF"/>
        </a:solidFill>
        <a:effectLst/>
      </p:bgPr>
    </p:bg>
    <p:spTree>
      <p:nvGrpSpPr>
        <p:cNvPr id="1" name=""/>
        <p:cNvGrpSpPr/>
        <p:nvPr/>
      </p:nvGrpSpPr>
      <p:grpSpPr>
        <a:xfrm>
          <a:off x="0" y="0"/>
          <a:ext cx="0" cy="0"/>
          <a:chOff x="0" y="0"/>
          <a:chExt cx="0" cy="0"/>
        </a:xfrm>
      </p:grpSpPr>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05C20A28-4BAC-4477-9026-1E123DBFBC43}" type="datetime1">
              <a:rPr lang="fr-FR" smtClean="0"/>
              <a:t>24/07/2026</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4154257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text_PIN">
    <p:bg>
      <p:bgPr>
        <a:solidFill>
          <a:srgbClr val="FFFFFF"/>
        </a:solid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1610F45C-7D0C-6BD3-57EC-A0F8EBC6606B}"/>
              </a:ext>
            </a:extLst>
          </p:cNvPr>
          <p:cNvPicPr>
            <a:picLocks noChangeAspect="1"/>
          </p:cNvPicPr>
          <p:nvPr userDrawn="1"/>
        </p:nvPicPr>
        <p:blipFill>
          <a:blip r:embed="rId2">
            <a:alphaModFix amt="15000"/>
          </a:blip>
          <a:stretch>
            <a:fillRect/>
          </a:stretch>
        </p:blipFill>
        <p:spPr>
          <a:xfrm>
            <a:off x="8485303" y="3165020"/>
            <a:ext cx="3706697" cy="3706697"/>
          </a:xfrm>
          <a:prstGeom prst="rect">
            <a:avLst/>
          </a:prstGeom>
        </p:spPr>
      </p:pic>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05C20A28-4BAC-4477-9026-1E123DBFBC43}" type="datetime1">
              <a:rPr lang="fr-FR" smtClean="0"/>
              <a:t>24/07/2026</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103112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mple-text_TWO_COLUMS">
    <p:bg>
      <p:bgPr>
        <a:solidFill>
          <a:srgbClr val="FFFFFF"/>
        </a:solidFill>
        <a:effectLst/>
      </p:bgPr>
    </p:bg>
    <p:spTree>
      <p:nvGrpSpPr>
        <p:cNvPr id="1" name=""/>
        <p:cNvGrpSpPr/>
        <p:nvPr/>
      </p:nvGrpSpPr>
      <p:grpSpPr>
        <a:xfrm>
          <a:off x="0" y="0"/>
          <a:ext cx="0" cy="0"/>
          <a:chOff x="0" y="0"/>
          <a:chExt cx="0" cy="0"/>
        </a:xfrm>
      </p:grpSpPr>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05C20A28-4BAC-4477-9026-1E123DBFBC43}" type="datetime1">
              <a:rPr lang="fr-FR" smtClean="0"/>
              <a:t>24/07/2026</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8"/>
            <a:ext cx="5632165" cy="4924809"/>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9" name="Espace réservé du contenu 6">
            <a:extLst>
              <a:ext uri="{FF2B5EF4-FFF2-40B4-BE49-F238E27FC236}">
                <a16:creationId xmlns:a16="http://schemas.microsoft.com/office/drawing/2014/main" id="{2905BCB7-09B0-4CBC-8A45-606A71775ED0}"/>
              </a:ext>
            </a:extLst>
          </p:cNvPr>
          <p:cNvSpPr>
            <a:spLocks noGrp="1"/>
          </p:cNvSpPr>
          <p:nvPr>
            <p:ph sz="quarter" idx="14" hasCustomPrompt="1"/>
          </p:nvPr>
        </p:nvSpPr>
        <p:spPr>
          <a:xfrm>
            <a:off x="6216732" y="1096478"/>
            <a:ext cx="5632165" cy="4924809"/>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Tree>
    <p:extLst>
      <p:ext uri="{BB962C8B-B14F-4D97-AF65-F5344CB8AC3E}">
        <p14:creationId xmlns:p14="http://schemas.microsoft.com/office/powerpoint/2010/main" val="4038625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o">
    <p:bg>
      <p:bgPr>
        <a:solidFill>
          <a:schemeClr val="bg1"/>
        </a:solidFill>
        <a:effectLst/>
      </p:bgPr>
    </p:bg>
    <p:spTree>
      <p:nvGrpSpPr>
        <p:cNvPr id="1" name=""/>
        <p:cNvGrpSpPr/>
        <p:nvPr/>
      </p:nvGrpSpPr>
      <p:grpSpPr>
        <a:xfrm>
          <a:off x="0" y="0"/>
          <a:ext cx="0" cy="0"/>
          <a:chOff x="0" y="0"/>
          <a:chExt cx="0" cy="0"/>
        </a:xfrm>
      </p:grpSpPr>
      <p:sp>
        <p:nvSpPr>
          <p:cNvPr id="9" name="Titel 14">
            <a:extLst>
              <a:ext uri="{FF2B5EF4-FFF2-40B4-BE49-F238E27FC236}">
                <a16:creationId xmlns:a16="http://schemas.microsoft.com/office/drawing/2014/main" id="{89077073-F08B-4C9B-B1DA-ACA5666076E1}"/>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1" name="Straight Connector 10">
            <a:extLst>
              <a:ext uri="{FF2B5EF4-FFF2-40B4-BE49-F238E27FC236}">
                <a16:creationId xmlns:a16="http://schemas.microsoft.com/office/drawing/2014/main" id="{59C8ADEE-62CD-4C87-B85D-85455DEF7543}"/>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D5E9E06E-634D-48A9-99CB-034451F4F2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sp>
        <p:nvSpPr>
          <p:cNvPr id="13" name="Slide Number Placeholder 4">
            <a:extLst>
              <a:ext uri="{FF2B5EF4-FFF2-40B4-BE49-F238E27FC236}">
                <a16:creationId xmlns:a16="http://schemas.microsoft.com/office/drawing/2014/main" id="{767DB9F0-FE9E-4628-8C45-BF35046F7CAC}"/>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17" name="Espace réservé du contenu 6">
            <a:extLst>
              <a:ext uri="{FF2B5EF4-FFF2-40B4-BE49-F238E27FC236}">
                <a16:creationId xmlns:a16="http://schemas.microsoft.com/office/drawing/2014/main" id="{78680422-37C6-480A-9DCE-B5ADFA2ACF44}"/>
              </a:ext>
            </a:extLst>
          </p:cNvPr>
          <p:cNvSpPr>
            <a:spLocks noGrp="1"/>
          </p:cNvSpPr>
          <p:nvPr>
            <p:ph sz="quarter" idx="13" hasCustomPrompt="1"/>
          </p:nvPr>
        </p:nvSpPr>
        <p:spPr>
          <a:xfrm>
            <a:off x="336757" y="1115325"/>
            <a:ext cx="10945813" cy="4041867"/>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Date Placeholder 2">
            <a:extLst>
              <a:ext uri="{FF2B5EF4-FFF2-40B4-BE49-F238E27FC236}">
                <a16:creationId xmlns:a16="http://schemas.microsoft.com/office/drawing/2014/main" id="{A1C0ABC2-C295-460D-99D5-AE83EAFD7349}"/>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spTree>
    <p:extLst>
      <p:ext uri="{BB962C8B-B14F-4D97-AF65-F5344CB8AC3E}">
        <p14:creationId xmlns:p14="http://schemas.microsoft.com/office/powerpoint/2010/main" val="29908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mple-text_TABLE_GRASS">
    <p:bg>
      <p:bgPr>
        <a:solidFill>
          <a:srgbClr val="FFFFFF"/>
        </a:solidFill>
        <a:effectLst/>
      </p:bgPr>
    </p:bg>
    <p:spTree>
      <p:nvGrpSpPr>
        <p:cNvPr id="1" name=""/>
        <p:cNvGrpSpPr/>
        <p:nvPr/>
      </p:nvGrpSpPr>
      <p:grpSpPr>
        <a:xfrm>
          <a:off x="0" y="0"/>
          <a:ext cx="0" cy="0"/>
          <a:chOff x="0" y="0"/>
          <a:chExt cx="0" cy="0"/>
        </a:xfrm>
      </p:grpSpPr>
      <p:graphicFrame>
        <p:nvGraphicFramePr>
          <p:cNvPr id="2" name="Table 32">
            <a:extLst>
              <a:ext uri="{FF2B5EF4-FFF2-40B4-BE49-F238E27FC236}">
                <a16:creationId xmlns:a16="http://schemas.microsoft.com/office/drawing/2014/main" id="{5B83C85F-183F-DF09-754C-9BB4076100DE}"/>
              </a:ext>
            </a:extLst>
          </p:cNvPr>
          <p:cNvGraphicFramePr>
            <a:graphicFrameLocks/>
          </p:cNvGraphicFramePr>
          <p:nvPr userDrawn="1">
            <p:extLst>
              <p:ext uri="{D42A27DB-BD31-4B8C-83A1-F6EECF244321}">
                <p14:modId xmlns:p14="http://schemas.microsoft.com/office/powerpoint/2010/main" val="4096905899"/>
              </p:ext>
            </p:extLst>
          </p:nvPr>
        </p:nvGraphicFramePr>
        <p:xfrm>
          <a:off x="333375" y="4869273"/>
          <a:ext cx="11521868" cy="1224135"/>
        </p:xfrm>
        <a:graphic>
          <a:graphicData uri="http://schemas.openxmlformats.org/drawingml/2006/table">
            <a:tbl>
              <a:tblPr firstRow="1" bandRow="1">
                <a:tableStyleId>{5C22544A-7EE6-4342-B048-85BDC9FD1C3A}</a:tableStyleId>
              </a:tblPr>
              <a:tblGrid>
                <a:gridCol w="1820704">
                  <a:extLst>
                    <a:ext uri="{9D8B030D-6E8A-4147-A177-3AD203B41FA5}">
                      <a16:colId xmlns:a16="http://schemas.microsoft.com/office/drawing/2014/main" val="4205340721"/>
                    </a:ext>
                  </a:extLst>
                </a:gridCol>
                <a:gridCol w="9701164">
                  <a:extLst>
                    <a:ext uri="{9D8B030D-6E8A-4147-A177-3AD203B41FA5}">
                      <a16:colId xmlns:a16="http://schemas.microsoft.com/office/drawing/2014/main" val="3561325280"/>
                    </a:ext>
                  </a:extLst>
                </a:gridCol>
              </a:tblGrid>
              <a:tr h="1224135">
                <a:tc>
                  <a:txBody>
                    <a:bodyPr/>
                    <a:lstStyle/>
                    <a:p>
                      <a:pPr algn="ctr"/>
                      <a:endParaRPr lang="fr-FR" sz="1400">
                        <a:solidFill>
                          <a:schemeClr val="tx1"/>
                        </a:solidFill>
                      </a:endParaRPr>
                    </a:p>
                  </a:txBody>
                  <a:tcPr anchor="ctr">
                    <a:solidFill>
                      <a:srgbClr val="B2EDA7"/>
                    </a:solidFill>
                  </a:tcPr>
                </a:tc>
                <a:tc>
                  <a:txBody>
                    <a:bodyPr/>
                    <a:lstStyle/>
                    <a:p>
                      <a:endParaRPr lang="en-US" sz="1200" b="0">
                        <a:solidFill>
                          <a:schemeClr val="tx1"/>
                        </a:solidFill>
                      </a:endParaRPr>
                    </a:p>
                  </a:txBody>
                  <a:tcPr anchor="ctr">
                    <a:solidFill>
                      <a:srgbClr val="E9FAE6"/>
                    </a:solidFill>
                  </a:tcPr>
                </a:tc>
                <a:extLst>
                  <a:ext uri="{0D108BD9-81ED-4DB2-BD59-A6C34878D82A}">
                    <a16:rowId xmlns:a16="http://schemas.microsoft.com/office/drawing/2014/main" val="4137420540"/>
                  </a:ext>
                </a:extLst>
              </a:tr>
            </a:tbl>
          </a:graphicData>
        </a:graphic>
      </p:graphicFrame>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15" name="Titel 14">
            <a:extLst>
              <a:ext uri="{FF2B5EF4-FFF2-40B4-BE49-F238E27FC236}">
                <a16:creationId xmlns:a16="http://schemas.microsoft.com/office/drawing/2014/main" id="{475A41A9-8C95-15D2-7C18-0ABADA5BF89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5325"/>
            <a:ext cx="10945813" cy="3708411"/>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cxnSp>
        <p:nvCxnSpPr>
          <p:cNvPr id="5" name="Straight Connector 4">
            <a:extLst>
              <a:ext uri="{FF2B5EF4-FFF2-40B4-BE49-F238E27FC236}">
                <a16:creationId xmlns:a16="http://schemas.microsoft.com/office/drawing/2014/main" id="{E7D77697-8229-461A-8B0A-8032E141368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E372CC0-0B8D-49FD-B536-01431FB94A3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7" name="Espace réservé du texte 6">
            <a:extLst>
              <a:ext uri="{FF2B5EF4-FFF2-40B4-BE49-F238E27FC236}">
                <a16:creationId xmlns:a16="http://schemas.microsoft.com/office/drawing/2014/main" id="{03B629D6-94FB-CBB3-FC2E-63EB35BEB161}"/>
              </a:ext>
            </a:extLst>
          </p:cNvPr>
          <p:cNvSpPr>
            <a:spLocks noGrp="1"/>
          </p:cNvSpPr>
          <p:nvPr>
            <p:ph type="body" sz="quarter" idx="14" hasCustomPrompt="1"/>
          </p:nvPr>
        </p:nvSpPr>
        <p:spPr>
          <a:xfrm>
            <a:off x="339725" y="4928096"/>
            <a:ext cx="1784549" cy="1106488"/>
          </a:xfrm>
          <a:prstGeom prst="rect">
            <a:avLst/>
          </a:prstGeom>
        </p:spPr>
        <p:txBody>
          <a:bodyPr anchor="ctr" anchorCtr="0"/>
          <a:lstStyle>
            <a:lvl1pPr marL="0" indent="0" algn="ctr">
              <a:lnSpc>
                <a:spcPct val="30000"/>
              </a:lnSpc>
              <a:buNone/>
              <a:defRPr sz="1400" b="1"/>
            </a:lvl1pPr>
          </a:lstStyle>
          <a:p>
            <a:pPr lvl="0"/>
            <a:r>
              <a:rPr lang="fr-FR" err="1"/>
              <a:t>Text</a:t>
            </a:r>
            <a:endParaRPr lang="fr-FR"/>
          </a:p>
        </p:txBody>
      </p:sp>
      <p:sp>
        <p:nvSpPr>
          <p:cNvPr id="9" name="Espace réservé du texte 6">
            <a:extLst>
              <a:ext uri="{FF2B5EF4-FFF2-40B4-BE49-F238E27FC236}">
                <a16:creationId xmlns:a16="http://schemas.microsoft.com/office/drawing/2014/main" id="{6C70DEDB-5CDC-45BE-0939-EAAA7C0B4513}"/>
              </a:ext>
            </a:extLst>
          </p:cNvPr>
          <p:cNvSpPr>
            <a:spLocks noGrp="1"/>
          </p:cNvSpPr>
          <p:nvPr>
            <p:ph type="body" sz="quarter" idx="15" hasCustomPrompt="1"/>
          </p:nvPr>
        </p:nvSpPr>
        <p:spPr>
          <a:xfrm>
            <a:off x="2279576" y="4914800"/>
            <a:ext cx="9433047" cy="1106488"/>
          </a:xfrm>
          <a:prstGeom prst="rect">
            <a:avLst/>
          </a:prstGeom>
        </p:spPr>
        <p:txBody>
          <a:bodyPr anchor="ctr" anchorCtr="0"/>
          <a:lstStyle>
            <a:lvl1pPr marL="0" indent="0" algn="l">
              <a:lnSpc>
                <a:spcPct val="30000"/>
              </a:lnSpc>
              <a:buNone/>
              <a:defRPr sz="1200" b="0"/>
            </a:lvl1pPr>
          </a:lstStyle>
          <a:p>
            <a:pPr lvl="0"/>
            <a:r>
              <a:rPr lang="fr-FR" err="1"/>
              <a:t>Text</a:t>
            </a:r>
            <a:endParaRPr lang="fr-FR"/>
          </a:p>
        </p:txBody>
      </p:sp>
    </p:spTree>
    <p:extLst>
      <p:ext uri="{BB962C8B-B14F-4D97-AF65-F5344CB8AC3E}">
        <p14:creationId xmlns:p14="http://schemas.microsoft.com/office/powerpoint/2010/main" val="2937214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mple-text_LINK">
    <p:bg>
      <p:bgPr>
        <a:solidFill>
          <a:srgbClr val="FFFFFF"/>
        </a:solidFill>
        <a:effectLst/>
      </p:bgPr>
    </p:bg>
    <p:spTree>
      <p:nvGrpSpPr>
        <p:cNvPr id="1" name=""/>
        <p:cNvGrpSpPr/>
        <p:nvPr/>
      </p:nvGrpSpPr>
      <p:grpSpPr>
        <a:xfrm>
          <a:off x="0" y="0"/>
          <a:ext cx="0" cy="0"/>
          <a:chOff x="0" y="0"/>
          <a:chExt cx="0" cy="0"/>
        </a:xfrm>
      </p:grpSpPr>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7605"/>
            <a:ext cx="7775467" cy="1879347"/>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sp>
        <p:nvSpPr>
          <p:cNvPr id="12" name="Espace réservé du contenu 6">
            <a:extLst>
              <a:ext uri="{FF2B5EF4-FFF2-40B4-BE49-F238E27FC236}">
                <a16:creationId xmlns:a16="http://schemas.microsoft.com/office/drawing/2014/main" id="{FE6508B0-8C46-4410-B3FE-A17087F8FC64}"/>
              </a:ext>
            </a:extLst>
          </p:cNvPr>
          <p:cNvSpPr>
            <a:spLocks noGrp="1"/>
          </p:cNvSpPr>
          <p:nvPr>
            <p:ph sz="quarter" idx="38" hasCustomPrompt="1"/>
          </p:nvPr>
        </p:nvSpPr>
        <p:spPr>
          <a:xfrm>
            <a:off x="8256240" y="1145005"/>
            <a:ext cx="3592655" cy="1112103"/>
          </a:xfrm>
          <a:prstGeom prst="rect">
            <a:avLst/>
          </a:prstGeom>
        </p:spPr>
        <p:txBody>
          <a:bodyPr/>
          <a:lstStyle>
            <a:lvl1pPr marL="0" indent="0" algn="r">
              <a:lnSpc>
                <a:spcPct val="120000"/>
              </a:lnSpc>
              <a:spcBef>
                <a:spcPts val="1000"/>
              </a:spcBef>
              <a:buNone/>
              <a:defRPr sz="900" b="1">
                <a:solidFill>
                  <a:schemeClr val="bg1">
                    <a:lumMod val="25000"/>
                  </a:schemeClr>
                </a:solidFill>
              </a:defRPr>
            </a:lvl1pPr>
            <a:lvl2pPr marL="685800" indent="-228600" algn="r">
              <a:lnSpc>
                <a:spcPct val="100000"/>
              </a:lnSpc>
              <a:spcBef>
                <a:spcPts val="600"/>
              </a:spcBef>
              <a:spcAft>
                <a:spcPts val="0"/>
              </a:spcAft>
              <a:buFontTx/>
              <a:buBlip>
                <a:blip r:embed="rId3"/>
              </a:buBlip>
              <a:defRPr sz="1200" u="sng"/>
            </a:lvl2pPr>
            <a:lvl3pPr marL="0" indent="0" algn="r">
              <a:buNone/>
              <a:defRPr sz="1100">
                <a:solidFill>
                  <a:schemeClr val="bg1">
                    <a:lumMod val="25000"/>
                  </a:schemeClr>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err="1"/>
              <a:t>Acitvation</a:t>
            </a:r>
            <a:r>
              <a:rPr lang="en-US"/>
              <a:t> calendar</a:t>
            </a:r>
          </a:p>
          <a:p>
            <a:pPr lvl="1"/>
            <a:r>
              <a:rPr lang="fr-FR"/>
              <a:t>Bullet point</a:t>
            </a:r>
          </a:p>
          <a:p>
            <a:pPr lvl="2"/>
            <a:r>
              <a:rPr lang="en-US"/>
              <a:t>Continuously updated based on actual situation:</a:t>
            </a:r>
          </a:p>
          <a:p>
            <a:pPr lvl="3"/>
            <a:endParaRPr lang="fr-FR"/>
          </a:p>
        </p:txBody>
      </p:sp>
      <p:sp>
        <p:nvSpPr>
          <p:cNvPr id="8" name="Table Placeholder 7">
            <a:extLst>
              <a:ext uri="{FF2B5EF4-FFF2-40B4-BE49-F238E27FC236}">
                <a16:creationId xmlns:a16="http://schemas.microsoft.com/office/drawing/2014/main" id="{A6FC6EE8-2819-4BB4-B8BF-8292850BE690}"/>
              </a:ext>
            </a:extLst>
          </p:cNvPr>
          <p:cNvSpPr>
            <a:spLocks noGrp="1"/>
          </p:cNvSpPr>
          <p:nvPr>
            <p:ph type="tbl" sz="quarter" idx="39"/>
          </p:nvPr>
        </p:nvSpPr>
        <p:spPr>
          <a:xfrm>
            <a:off x="8256588" y="2565400"/>
            <a:ext cx="3602037" cy="1727200"/>
          </a:xfrm>
          <a:prstGeom prst="rect">
            <a:avLst/>
          </a:prstGeom>
        </p:spPr>
        <p:txBody>
          <a:bodyPr/>
          <a:lstStyle>
            <a:lvl1pPr>
              <a:defRPr sz="1200"/>
            </a:lvl1pPr>
          </a:lstStyle>
          <a:p>
            <a:r>
              <a:rPr lang="fr-FR"/>
              <a:t>Cliquez sur l'icône pour ajouter un tableau</a:t>
            </a:r>
          </a:p>
        </p:txBody>
      </p:sp>
      <p:sp>
        <p:nvSpPr>
          <p:cNvPr id="17" name="Titel 14">
            <a:extLst>
              <a:ext uri="{FF2B5EF4-FFF2-40B4-BE49-F238E27FC236}">
                <a16:creationId xmlns:a16="http://schemas.microsoft.com/office/drawing/2014/main" id="{FD47AFAE-0904-41A7-B5BA-B1ECB19A709B}"/>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FE44D3B6-41BA-4DF9-B5A4-CE66BD9BF26F}"/>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00451FBD-8BBE-4B78-AD36-2414BC59C60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026638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_INFO">
    <p:bg>
      <p:bgPr>
        <a:solidFill>
          <a:srgbClr val="FFFFFF"/>
        </a:solidFill>
        <a:effectLst/>
      </p:bgPr>
    </p:bg>
    <p:spTree>
      <p:nvGrpSpPr>
        <p:cNvPr id="1" name=""/>
        <p:cNvGrpSpPr/>
        <p:nvPr/>
      </p:nvGrpSpPr>
      <p:grpSpPr>
        <a:xfrm>
          <a:off x="0" y="0"/>
          <a:ext cx="0" cy="0"/>
          <a:chOff x="0" y="0"/>
          <a:chExt cx="0" cy="0"/>
        </a:xfrm>
      </p:grpSpPr>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sp>
        <p:nvSpPr>
          <p:cNvPr id="8" name="Table Placeholder 7">
            <a:extLst>
              <a:ext uri="{FF2B5EF4-FFF2-40B4-BE49-F238E27FC236}">
                <a16:creationId xmlns:a16="http://schemas.microsoft.com/office/drawing/2014/main" id="{A6FC6EE8-2819-4BB4-B8BF-8292850BE690}"/>
              </a:ext>
            </a:extLst>
          </p:cNvPr>
          <p:cNvSpPr>
            <a:spLocks noGrp="1"/>
          </p:cNvSpPr>
          <p:nvPr>
            <p:ph type="tbl" sz="quarter" idx="39"/>
          </p:nvPr>
        </p:nvSpPr>
        <p:spPr>
          <a:xfrm>
            <a:off x="8256588" y="1114263"/>
            <a:ext cx="3602037" cy="1727200"/>
          </a:xfrm>
          <a:prstGeom prst="rect">
            <a:avLst/>
          </a:prstGeom>
        </p:spPr>
        <p:txBody>
          <a:bodyPr/>
          <a:lstStyle>
            <a:lvl1pPr>
              <a:defRPr sz="1200"/>
            </a:lvl1pPr>
          </a:lstStyle>
          <a:p>
            <a:r>
              <a:rPr lang="fr-FR"/>
              <a:t>Cliquez sur l'icône pour ajouter un tableau</a:t>
            </a:r>
          </a:p>
        </p:txBody>
      </p:sp>
      <p:sp>
        <p:nvSpPr>
          <p:cNvPr id="4" name="Picture Placeholder 3">
            <a:extLst>
              <a:ext uri="{FF2B5EF4-FFF2-40B4-BE49-F238E27FC236}">
                <a16:creationId xmlns:a16="http://schemas.microsoft.com/office/drawing/2014/main" id="{D2399C6A-5CCA-4C9E-A007-74308122DFF4}"/>
              </a:ext>
            </a:extLst>
          </p:cNvPr>
          <p:cNvSpPr>
            <a:spLocks noGrp="1"/>
          </p:cNvSpPr>
          <p:nvPr>
            <p:ph type="pic" sz="quarter" idx="40"/>
          </p:nvPr>
        </p:nvSpPr>
        <p:spPr>
          <a:xfrm>
            <a:off x="334963" y="1119519"/>
            <a:ext cx="7705725" cy="4037669"/>
          </a:xfrm>
          <a:prstGeom prst="rect">
            <a:avLst/>
          </a:prstGeom>
        </p:spPr>
        <p:txBody>
          <a:bodyPr/>
          <a:lstStyle/>
          <a:p>
            <a:r>
              <a:rPr lang="fr-FR"/>
              <a:t>Cliquez sur l'icône pour ajouter une image</a:t>
            </a:r>
          </a:p>
        </p:txBody>
      </p:sp>
      <p:sp>
        <p:nvSpPr>
          <p:cNvPr id="17" name="Table Placeholder 7">
            <a:extLst>
              <a:ext uri="{FF2B5EF4-FFF2-40B4-BE49-F238E27FC236}">
                <a16:creationId xmlns:a16="http://schemas.microsoft.com/office/drawing/2014/main" id="{C7D23790-FDC4-4A6D-BD1A-B5D644440A29}"/>
              </a:ext>
            </a:extLst>
          </p:cNvPr>
          <p:cNvSpPr>
            <a:spLocks noGrp="1"/>
          </p:cNvSpPr>
          <p:nvPr>
            <p:ph type="tbl" sz="quarter" idx="41"/>
          </p:nvPr>
        </p:nvSpPr>
        <p:spPr>
          <a:xfrm>
            <a:off x="323255" y="5322281"/>
            <a:ext cx="11535370" cy="693757"/>
          </a:xfrm>
          <a:prstGeom prst="rect">
            <a:avLst/>
          </a:prstGeom>
        </p:spPr>
        <p:txBody>
          <a:bodyPr/>
          <a:lstStyle>
            <a:lvl1pPr>
              <a:defRPr sz="1200"/>
            </a:lvl1pPr>
          </a:lstStyle>
          <a:p>
            <a:r>
              <a:rPr lang="fr-FR"/>
              <a:t>Cliquez sur l'icône pour ajouter un tableau</a:t>
            </a:r>
          </a:p>
        </p:txBody>
      </p:sp>
      <p:sp>
        <p:nvSpPr>
          <p:cNvPr id="19" name="Titel 14">
            <a:extLst>
              <a:ext uri="{FF2B5EF4-FFF2-40B4-BE49-F238E27FC236}">
                <a16:creationId xmlns:a16="http://schemas.microsoft.com/office/drawing/2014/main" id="{87763A20-09D2-4AE5-AA8F-90EBB1F1362C}"/>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1" name="Straight Connector 20">
            <a:extLst>
              <a:ext uri="{FF2B5EF4-FFF2-40B4-BE49-F238E27FC236}">
                <a16:creationId xmlns:a16="http://schemas.microsoft.com/office/drawing/2014/main" id="{751D1DEB-A2F0-49B6-80F5-9738F1A474B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3194FE39-5C1B-4038-B1A3-0069E2B47BD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1291766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LORED_simple_text_PIN">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2"/>
                </a:solidFill>
              </a:defRPr>
            </a:lvl1pPr>
          </a:lstStyle>
          <a:p>
            <a:fld id="{771B68FC-9087-4E3B-8BE6-3EB6AE24D2EA}" type="datetime1">
              <a:rPr lang="fr-FR" smtClean="0"/>
              <a:pPr/>
              <a:t>24/07/2026</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2"/>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5">
            <a:extLst>
              <a:ext uri="{FF2B5EF4-FFF2-40B4-BE49-F238E27FC236}">
                <a16:creationId xmlns:a16="http://schemas.microsoft.com/office/drawing/2014/main" id="{6F317A44-B7F2-7FE3-A8DA-5E3F91365E11}"/>
              </a:ext>
            </a:extLst>
          </p:cNvPr>
          <p:cNvPicPr>
            <a:picLocks noChangeAspect="1"/>
          </p:cNvPicPr>
          <p:nvPr userDrawn="1"/>
        </p:nvPicPr>
        <p:blipFill>
          <a:blip r:embed="rId2">
            <a:alphaModFix amt="10000"/>
          </a:blip>
          <a:stretch>
            <a:fillRect/>
          </a:stretch>
        </p:blipFill>
        <p:spPr>
          <a:xfrm>
            <a:off x="8138065" y="2788592"/>
            <a:ext cx="4053935" cy="4069408"/>
          </a:xfrm>
          <a:prstGeom prst="rect">
            <a:avLst/>
          </a:prstGeom>
        </p:spPr>
      </p:pic>
      <p:pic>
        <p:nvPicPr>
          <p:cNvPr id="21" name="Graphic 20">
            <a:extLst>
              <a:ext uri="{FF2B5EF4-FFF2-40B4-BE49-F238E27FC236}">
                <a16:creationId xmlns:a16="http://schemas.microsoft.com/office/drawing/2014/main" id="{89C85785-4E63-4A1C-9AC1-F40022CA59C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2"/>
                </a:solidFill>
              </a:defRPr>
            </a:lvl1pPr>
            <a:lvl2pPr marL="685800" indent="-228600">
              <a:lnSpc>
                <a:spcPct val="100000"/>
              </a:lnSpc>
              <a:spcBef>
                <a:spcPts val="600"/>
              </a:spcBef>
              <a:spcAft>
                <a:spcPts val="0"/>
              </a:spcAft>
              <a:buFontTx/>
              <a:buBlip>
                <a:blip r:embed="rId4"/>
              </a:buBlip>
              <a:defRPr sz="1200">
                <a:solidFill>
                  <a:schemeClr val="accent2"/>
                </a:solidFill>
              </a:defRPr>
            </a:lvl2pPr>
            <a:lvl3pPr marL="0" indent="0">
              <a:buNone/>
              <a:defRPr>
                <a:solidFill>
                  <a:schemeClr val="accent2"/>
                </a:solidFill>
              </a:defRPr>
            </a:lvl3pPr>
            <a:lvl4pPr marL="324000" indent="0">
              <a:lnSpc>
                <a:spcPct val="250000"/>
              </a:lnSpc>
              <a:buNone/>
              <a:defRPr>
                <a:solidFill>
                  <a:schemeClr val="accent1"/>
                </a:solidFill>
                <a:highlight>
                  <a:srgbClr val="B2EDA7"/>
                </a:highlight>
              </a:defRPr>
            </a:lvl4pPr>
            <a:lvl5pPr marL="324000" indent="0">
              <a:lnSpc>
                <a:spcPct val="120000"/>
              </a:lnSpc>
              <a:buNone/>
              <a:defRPr sz="1200">
                <a:solidFill>
                  <a:schemeClr val="accent2"/>
                </a:solidFill>
              </a:defRPr>
            </a:lvl5pPr>
            <a:lvl6pPr marL="0" indent="0">
              <a:buNone/>
              <a:defRPr sz="1400" b="1">
                <a:solidFill>
                  <a:schemeClr val="accent2"/>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81328"/>
            <a:ext cx="818313" cy="276432"/>
          </a:xfrm>
          <a:prstGeom prst="rect">
            <a:avLst/>
          </a:prstGeom>
        </p:spPr>
        <p:txBody>
          <a:bodyPr lIns="0" tIns="0" rIns="0" bIns="0" anchor="ctr"/>
          <a:lstStyle>
            <a:lvl1pPr algn="r">
              <a:defRPr sz="1200">
                <a:solidFill>
                  <a:schemeClr val="accent2"/>
                </a:solidFill>
              </a:defRPr>
            </a:lvl1pPr>
          </a:lstStyle>
          <a:p>
            <a:fld id="{0D2E6A04-B99A-6C4D-8942-945F97C9E705}" type="slidenum">
              <a:rPr lang="en-US" smtClean="0"/>
              <a:pPr/>
              <a:t>‹N°›</a:t>
            </a:fld>
            <a:endParaRPr lang="en-US"/>
          </a:p>
        </p:txBody>
      </p:sp>
    </p:spTree>
    <p:extLst>
      <p:ext uri="{BB962C8B-B14F-4D97-AF65-F5344CB8AC3E}">
        <p14:creationId xmlns:p14="http://schemas.microsoft.com/office/powerpoint/2010/main" val="3933394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LORED_simple_text_GRASS">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tx1"/>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solidFill>
                  <a:schemeClr val="accent2"/>
                </a:solidFill>
                <a:highlight>
                  <a:srgbClr val="045E51"/>
                </a:highlight>
              </a:defRPr>
            </a:lvl4pPr>
            <a:lvl5pPr marL="324000" indent="0">
              <a:lnSpc>
                <a:spcPct val="120000"/>
              </a:lnSpc>
              <a:buNone/>
              <a:defRPr sz="1200">
                <a:solidFill>
                  <a:schemeClr val="tx1"/>
                </a:solidFill>
              </a:defRPr>
            </a:lvl5pPr>
            <a:lvl6pPr marL="0" indent="0">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89C85785-4E63-4A1C-9AC1-F40022CA59C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pic>
        <p:nvPicPr>
          <p:cNvPr id="24" name="Picture 23">
            <a:extLst>
              <a:ext uri="{FF2B5EF4-FFF2-40B4-BE49-F238E27FC236}">
                <a16:creationId xmlns:a16="http://schemas.microsoft.com/office/drawing/2014/main" id="{E53DB1FF-9B9E-4F35-85A8-36DE8689495D}"/>
              </a:ext>
            </a:extLst>
          </p:cNvPr>
          <p:cNvPicPr>
            <a:picLocks noChangeAspect="1"/>
          </p:cNvPicPr>
          <p:nvPr userDrawn="1"/>
        </p:nvPicPr>
        <p:blipFill>
          <a:blip r:embed="rId4">
            <a:alphaModFix amt="5000"/>
          </a:blip>
          <a:stretch>
            <a:fillRect/>
          </a:stretch>
        </p:blipFill>
        <p:spPr>
          <a:xfrm>
            <a:off x="8148495" y="2781865"/>
            <a:ext cx="4068185" cy="4083712"/>
          </a:xfrm>
          <a:prstGeom prst="rect">
            <a:avLst/>
          </a:prstGeom>
        </p:spPr>
      </p:pic>
    </p:spTree>
    <p:extLst>
      <p:ext uri="{BB962C8B-B14F-4D97-AF65-F5344CB8AC3E}">
        <p14:creationId xmlns:p14="http://schemas.microsoft.com/office/powerpoint/2010/main" val="381029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image_1">
    <p:bg>
      <p:bgPr>
        <a:solidFill>
          <a:schemeClr val="bg1"/>
        </a:solidFill>
        <a:effectLst/>
      </p:bgPr>
    </p:bg>
    <p:spTree>
      <p:nvGrpSpPr>
        <p:cNvPr id="1" name=""/>
        <p:cNvGrpSpPr/>
        <p:nvPr/>
      </p:nvGrpSpPr>
      <p:grpSpPr>
        <a:xfrm>
          <a:off x="0" y="0"/>
          <a:ext cx="0" cy="0"/>
          <a:chOff x="0" y="0"/>
          <a:chExt cx="0" cy="0"/>
        </a:xfrm>
      </p:grpSpPr>
      <p:sp>
        <p:nvSpPr>
          <p:cNvPr id="58" name="Text Placeholder 46">
            <a:extLst>
              <a:ext uri="{FF2B5EF4-FFF2-40B4-BE49-F238E27FC236}">
                <a16:creationId xmlns:a16="http://schemas.microsoft.com/office/drawing/2014/main" id="{24A90D0E-4498-34B0-A941-281BC6999AAA}"/>
              </a:ext>
            </a:extLst>
          </p:cNvPr>
          <p:cNvSpPr>
            <a:spLocks noGrp="1"/>
          </p:cNvSpPr>
          <p:nvPr>
            <p:ph type="body" sz="quarter" idx="21"/>
          </p:nvPr>
        </p:nvSpPr>
        <p:spPr>
          <a:xfrm>
            <a:off x="355864" y="7345110"/>
            <a:ext cx="11493031" cy="684211"/>
          </a:xfrm>
          <a:prstGeom prst="rect">
            <a:avLst/>
          </a:prstGeom>
        </p:spPr>
        <p:txBody>
          <a:bodyPr lIns="0" tIns="0" rIns="0" bIns="0" anchor="t" anchorCtr="0"/>
          <a:lstStyle>
            <a:lvl1pPr marL="0" indent="0">
              <a:buNone/>
              <a:defRPr sz="1400" b="0">
                <a:solidFill>
                  <a:srgbClr val="025D52"/>
                </a:solidFill>
              </a:defRPr>
            </a:lvl1pPr>
          </a:lstStyle>
          <a:p>
            <a:pPr lvl="0"/>
            <a:r>
              <a:rPr lang="fr-FR"/>
              <a:t>Cliquez pour modifier les styles du texte du masque</a:t>
            </a:r>
          </a:p>
        </p:txBody>
      </p:sp>
      <p:sp>
        <p:nvSpPr>
          <p:cNvPr id="2" name="Freeform 11">
            <a:extLst>
              <a:ext uri="{FF2B5EF4-FFF2-40B4-BE49-F238E27FC236}">
                <a16:creationId xmlns:a16="http://schemas.microsoft.com/office/drawing/2014/main" id="{20FEADF5-C8A6-B291-C939-277AC767E190}"/>
              </a:ext>
            </a:extLst>
          </p:cNvPr>
          <p:cNvSpPr>
            <a:spLocks noGrp="1"/>
          </p:cNvSpPr>
          <p:nvPr>
            <p:ph type="pic" sz="quarter" idx="26"/>
          </p:nvPr>
        </p:nvSpPr>
        <p:spPr>
          <a:xfrm>
            <a:off x="551384" y="1296991"/>
            <a:ext cx="2355352" cy="2376489"/>
          </a:xfrm>
          <a:custGeom>
            <a:avLst/>
            <a:gdLst>
              <a:gd name="connsiteX0" fmla="*/ 0 w 4823819"/>
              <a:gd name="connsiteY0" fmla="*/ 3582764 h 4789266"/>
              <a:gd name="connsiteX1" fmla="*/ 0 w 4823819"/>
              <a:gd name="connsiteY1" fmla="*/ 3582765 h 4789266"/>
              <a:gd name="connsiteX2" fmla="*/ 0 w 4823819"/>
              <a:gd name="connsiteY2" fmla="*/ 3582765 h 4789266"/>
              <a:gd name="connsiteX3" fmla="*/ 0 w 4823819"/>
              <a:gd name="connsiteY3" fmla="*/ 1206500 h 4789266"/>
              <a:gd name="connsiteX4" fmla="*/ 0 w 4823819"/>
              <a:gd name="connsiteY4" fmla="*/ 1206500 h 4789266"/>
              <a:gd name="connsiteX5" fmla="*/ 0 w 4823819"/>
              <a:gd name="connsiteY5" fmla="*/ 1206501 h 4789266"/>
              <a:gd name="connsiteX6" fmla="*/ 1206501 w 4823819"/>
              <a:gd name="connsiteY6" fmla="*/ 0 h 4789266"/>
              <a:gd name="connsiteX7" fmla="*/ 3617318 w 4823819"/>
              <a:gd name="connsiteY7" fmla="*/ 0 h 4789266"/>
              <a:gd name="connsiteX8" fmla="*/ 4823819 w 4823819"/>
              <a:gd name="connsiteY8" fmla="*/ 1206501 h 4789266"/>
              <a:gd name="connsiteX9" fmla="*/ 4823818 w 4823819"/>
              <a:gd name="connsiteY9" fmla="*/ 1206501 h 4789266"/>
              <a:gd name="connsiteX10" fmla="*/ 3860469 w 4823819"/>
              <a:gd name="connsiteY10" fmla="*/ 2388490 h 4789266"/>
              <a:gd name="connsiteX11" fmla="*/ 3820220 w 4823819"/>
              <a:gd name="connsiteY11" fmla="*/ 2394633 h 4789266"/>
              <a:gd name="connsiteX12" fmla="*/ 3860470 w 4823819"/>
              <a:gd name="connsiteY12" fmla="*/ 2400776 h 4789266"/>
              <a:gd name="connsiteX13" fmla="*/ 4823819 w 4823819"/>
              <a:gd name="connsiteY13" fmla="*/ 3582765 h 4789266"/>
              <a:gd name="connsiteX14" fmla="*/ 4823818 w 4823819"/>
              <a:gd name="connsiteY14" fmla="*/ 3582765 h 4789266"/>
              <a:gd name="connsiteX15" fmla="*/ 3617317 w 4823819"/>
              <a:gd name="connsiteY15" fmla="*/ 4789266 h 4789266"/>
              <a:gd name="connsiteX16" fmla="*/ 1206501 w 4823819"/>
              <a:gd name="connsiteY16" fmla="*/ 4789265 h 4789266"/>
              <a:gd name="connsiteX17" fmla="*/ 6229 w 4823819"/>
              <a:gd name="connsiteY17" fmla="*/ 3706122 h 4789266"/>
              <a:gd name="connsiteX18" fmla="*/ 0 w 4823819"/>
              <a:gd name="connsiteY18" fmla="*/ 3582765 h 4789266"/>
              <a:gd name="connsiteX19" fmla="*/ 6229 w 4823819"/>
              <a:gd name="connsiteY19" fmla="*/ 3459408 h 4789266"/>
              <a:gd name="connsiteX20" fmla="*/ 963349 w 4823819"/>
              <a:gd name="connsiteY20" fmla="*/ 2400776 h 4789266"/>
              <a:gd name="connsiteX21" fmla="*/ 1003602 w 4823819"/>
              <a:gd name="connsiteY21" fmla="*/ 2394633 h 4789266"/>
              <a:gd name="connsiteX22" fmla="*/ 963349 w 4823819"/>
              <a:gd name="connsiteY22" fmla="*/ 2388489 h 4789266"/>
              <a:gd name="connsiteX23" fmla="*/ 6229 w 4823819"/>
              <a:gd name="connsiteY23" fmla="*/ 1329858 h 4789266"/>
              <a:gd name="connsiteX24" fmla="*/ 0 w 4823819"/>
              <a:gd name="connsiteY24" fmla="*/ 1206500 h 4789266"/>
              <a:gd name="connsiteX25" fmla="*/ 6229 w 4823819"/>
              <a:gd name="connsiteY25" fmla="*/ 1083143 h 4789266"/>
              <a:gd name="connsiteX26" fmla="*/ 1206501 w 4823819"/>
              <a:gd name="connsiteY26" fmla="*/ 0 h 478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23819" h="4789266">
                <a:moveTo>
                  <a:pt x="0" y="3582764"/>
                </a:moveTo>
                <a:lnTo>
                  <a:pt x="0" y="3582765"/>
                </a:lnTo>
                <a:lnTo>
                  <a:pt x="0" y="3582765"/>
                </a:lnTo>
                <a:close/>
                <a:moveTo>
                  <a:pt x="0" y="1206500"/>
                </a:moveTo>
                <a:lnTo>
                  <a:pt x="0" y="1206500"/>
                </a:lnTo>
                <a:lnTo>
                  <a:pt x="0" y="1206501"/>
                </a:lnTo>
                <a:close/>
                <a:moveTo>
                  <a:pt x="1206501" y="0"/>
                </a:moveTo>
                <a:lnTo>
                  <a:pt x="3617318" y="0"/>
                </a:lnTo>
                <a:cubicBezTo>
                  <a:pt x="4283650" y="0"/>
                  <a:pt x="4823819" y="540169"/>
                  <a:pt x="4823819" y="1206501"/>
                </a:cubicBezTo>
                <a:lnTo>
                  <a:pt x="4823818" y="1206501"/>
                </a:lnTo>
                <a:cubicBezTo>
                  <a:pt x="4823818" y="1789541"/>
                  <a:pt x="4410251" y="2275988"/>
                  <a:pt x="3860469" y="2388490"/>
                </a:cubicBezTo>
                <a:lnTo>
                  <a:pt x="3820220" y="2394633"/>
                </a:lnTo>
                <a:lnTo>
                  <a:pt x="3860470" y="2400776"/>
                </a:lnTo>
                <a:cubicBezTo>
                  <a:pt x="4410252" y="2513278"/>
                  <a:pt x="4823819" y="2999725"/>
                  <a:pt x="4823819" y="3582765"/>
                </a:cubicBezTo>
                <a:lnTo>
                  <a:pt x="4823818" y="3582765"/>
                </a:lnTo>
                <a:cubicBezTo>
                  <a:pt x="4823818" y="4249097"/>
                  <a:pt x="4283649" y="4789266"/>
                  <a:pt x="3617317" y="4789266"/>
                </a:cubicBezTo>
                <a:lnTo>
                  <a:pt x="1206501" y="4789265"/>
                </a:lnTo>
                <a:cubicBezTo>
                  <a:pt x="581815" y="4789265"/>
                  <a:pt x="68014" y="4314507"/>
                  <a:pt x="6229" y="3706122"/>
                </a:cubicBezTo>
                <a:lnTo>
                  <a:pt x="0" y="3582765"/>
                </a:lnTo>
                <a:lnTo>
                  <a:pt x="6229" y="3459408"/>
                </a:lnTo>
                <a:cubicBezTo>
                  <a:pt x="59776" y="2932140"/>
                  <a:pt x="452837" y="2505242"/>
                  <a:pt x="963349" y="2400776"/>
                </a:cubicBezTo>
                <a:lnTo>
                  <a:pt x="1003602" y="2394633"/>
                </a:lnTo>
                <a:lnTo>
                  <a:pt x="963349" y="2388489"/>
                </a:lnTo>
                <a:cubicBezTo>
                  <a:pt x="452837" y="2284023"/>
                  <a:pt x="59776" y="1857125"/>
                  <a:pt x="6229" y="1329858"/>
                </a:cubicBezTo>
                <a:lnTo>
                  <a:pt x="0" y="1206500"/>
                </a:lnTo>
                <a:lnTo>
                  <a:pt x="6229" y="1083143"/>
                </a:lnTo>
                <a:cubicBezTo>
                  <a:pt x="68014" y="474758"/>
                  <a:pt x="581815" y="0"/>
                  <a:pt x="1206501" y="0"/>
                </a:cubicBezTo>
                <a:close/>
              </a:path>
            </a:pathLst>
          </a:custGeom>
          <a:solidFill>
            <a:schemeClr val="accent2"/>
          </a:solidFill>
        </p:spPr>
        <p:txBody>
          <a:bodyPr wrap="square" anchor="ctr">
            <a:noAutofit/>
          </a:bodyPr>
          <a:lstStyle>
            <a:lvl1pPr marL="0" indent="0" algn="ctr">
              <a:buNone/>
              <a:defRPr sz="2400">
                <a:solidFill>
                  <a:schemeClr val="accent1"/>
                </a:solidFill>
              </a:defRPr>
            </a:lvl1pPr>
          </a:lstStyle>
          <a:p>
            <a:r>
              <a:rPr lang="fr-FR"/>
              <a:t>Cliquez sur l'icône pour ajouter une image</a:t>
            </a:r>
            <a:endParaRPr lang="en-US"/>
          </a:p>
        </p:txBody>
      </p:sp>
      <p:sp>
        <p:nvSpPr>
          <p:cNvPr id="6" name="Picture Placeholder 7">
            <a:extLst>
              <a:ext uri="{FF2B5EF4-FFF2-40B4-BE49-F238E27FC236}">
                <a16:creationId xmlns:a16="http://schemas.microsoft.com/office/drawing/2014/main" id="{BF1CCEA6-C1AE-3353-BB17-66E6E8B78B2C}"/>
              </a:ext>
            </a:extLst>
          </p:cNvPr>
          <p:cNvSpPr>
            <a:spLocks noGrp="1"/>
          </p:cNvSpPr>
          <p:nvPr>
            <p:ph type="pic" sz="quarter" idx="24" hasCustomPrompt="1"/>
          </p:nvPr>
        </p:nvSpPr>
        <p:spPr>
          <a:xfrm>
            <a:off x="3506183" y="1296991"/>
            <a:ext cx="2172481" cy="2376489"/>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sp>
        <p:nvSpPr>
          <p:cNvPr id="9" name="Picture Placeholder 6">
            <a:extLst>
              <a:ext uri="{FF2B5EF4-FFF2-40B4-BE49-F238E27FC236}">
                <a16:creationId xmlns:a16="http://schemas.microsoft.com/office/drawing/2014/main" id="{975B395F-81AA-8A8F-A89B-DECFDDA30CB8}"/>
              </a:ext>
            </a:extLst>
          </p:cNvPr>
          <p:cNvSpPr>
            <a:spLocks noGrp="1"/>
          </p:cNvSpPr>
          <p:nvPr>
            <p:ph type="pic" sz="quarter" idx="15" hasCustomPrompt="1"/>
          </p:nvPr>
        </p:nvSpPr>
        <p:spPr>
          <a:xfrm flipH="1">
            <a:off x="6278111" y="1321069"/>
            <a:ext cx="2449524" cy="2352411"/>
          </a:xfrm>
          <a:prstGeom prst="teardrop">
            <a:avLst/>
          </a:prstGeom>
          <a:solidFill>
            <a:schemeClr val="accent2"/>
          </a:solidFill>
        </p:spPr>
        <p:txBody>
          <a:bodyPr anchor="ctr"/>
          <a:lstStyle>
            <a:lvl1pPr marL="0" indent="0" algn="ctr">
              <a:buFontTx/>
              <a:buNone/>
              <a:defRPr sz="2400">
                <a:solidFill>
                  <a:schemeClr val="accent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icon to insert picture</a:t>
            </a:r>
          </a:p>
          <a:p>
            <a:endParaRPr lang="en-US"/>
          </a:p>
        </p:txBody>
      </p:sp>
      <p:sp>
        <p:nvSpPr>
          <p:cNvPr id="10" name="Freeform 14">
            <a:extLst>
              <a:ext uri="{FF2B5EF4-FFF2-40B4-BE49-F238E27FC236}">
                <a16:creationId xmlns:a16="http://schemas.microsoft.com/office/drawing/2014/main" id="{E3E23F56-B9D2-8D1F-E6D4-415C9FBD7465}"/>
              </a:ext>
            </a:extLst>
          </p:cNvPr>
          <p:cNvSpPr>
            <a:spLocks noGrp="1"/>
          </p:cNvSpPr>
          <p:nvPr>
            <p:ph type="pic" sz="quarter" idx="28"/>
          </p:nvPr>
        </p:nvSpPr>
        <p:spPr>
          <a:xfrm>
            <a:off x="9327082" y="1314616"/>
            <a:ext cx="2351869" cy="2363064"/>
          </a:xfrm>
          <a:custGeom>
            <a:avLst/>
            <a:gdLst>
              <a:gd name="connsiteX0" fmla="*/ 2383200 w 4766400"/>
              <a:gd name="connsiteY0" fmla="*/ 0 h 4834792"/>
              <a:gd name="connsiteX1" fmla="*/ 4763395 w 4766400"/>
              <a:gd name="connsiteY1" fmla="*/ 2409958 h 4834792"/>
              <a:gd name="connsiteX2" fmla="*/ 4766400 w 4766400"/>
              <a:gd name="connsiteY2" fmla="*/ 2409958 h 4834792"/>
              <a:gd name="connsiteX3" fmla="*/ 4766400 w 4766400"/>
              <a:gd name="connsiteY3" fmla="*/ 2413001 h 4834792"/>
              <a:gd name="connsiteX4" fmla="*/ 4766400 w 4766400"/>
              <a:gd name="connsiteY4" fmla="*/ 4834792 h 4834792"/>
              <a:gd name="connsiteX5" fmla="*/ 0 w 4766400"/>
              <a:gd name="connsiteY5" fmla="*/ 4834792 h 4834792"/>
              <a:gd name="connsiteX6" fmla="*/ 0 w 4766400"/>
              <a:gd name="connsiteY6" fmla="*/ 2413001 h 4834792"/>
              <a:gd name="connsiteX7" fmla="*/ 0 w 4766400"/>
              <a:gd name="connsiteY7" fmla="*/ 2409958 h 4834792"/>
              <a:gd name="connsiteX8" fmla="*/ 3005 w 4766400"/>
              <a:gd name="connsiteY8" fmla="*/ 2409958 h 4834792"/>
              <a:gd name="connsiteX0" fmla="*/ 2383200 w 4766400"/>
              <a:gd name="connsiteY0" fmla="*/ 0 h 4834792"/>
              <a:gd name="connsiteX1" fmla="*/ 4763395 w 4766400"/>
              <a:gd name="connsiteY1" fmla="*/ 2409958 h 4834792"/>
              <a:gd name="connsiteX2" fmla="*/ 4766400 w 4766400"/>
              <a:gd name="connsiteY2" fmla="*/ 2409958 h 4834792"/>
              <a:gd name="connsiteX3" fmla="*/ 4766400 w 4766400"/>
              <a:gd name="connsiteY3" fmla="*/ 2413001 h 4834792"/>
              <a:gd name="connsiteX4" fmla="*/ 4766400 w 4766400"/>
              <a:gd name="connsiteY4" fmla="*/ 4834792 h 4834792"/>
              <a:gd name="connsiteX5" fmla="*/ 0 w 4766400"/>
              <a:gd name="connsiteY5" fmla="*/ 4413004 h 4834792"/>
              <a:gd name="connsiteX6" fmla="*/ 0 w 4766400"/>
              <a:gd name="connsiteY6" fmla="*/ 2413001 h 4834792"/>
              <a:gd name="connsiteX7" fmla="*/ 0 w 4766400"/>
              <a:gd name="connsiteY7" fmla="*/ 2409958 h 4834792"/>
              <a:gd name="connsiteX8" fmla="*/ 3005 w 4766400"/>
              <a:gd name="connsiteY8" fmla="*/ 2409958 h 4834792"/>
              <a:gd name="connsiteX9" fmla="*/ 2383200 w 4766400"/>
              <a:gd name="connsiteY9" fmla="*/ 0 h 4834792"/>
              <a:gd name="connsiteX0" fmla="*/ 2383200 w 4774091"/>
              <a:gd name="connsiteY0" fmla="*/ 0 h 4434439"/>
              <a:gd name="connsiteX1" fmla="*/ 4763395 w 4774091"/>
              <a:gd name="connsiteY1" fmla="*/ 2409958 h 4434439"/>
              <a:gd name="connsiteX2" fmla="*/ 4766400 w 4774091"/>
              <a:gd name="connsiteY2" fmla="*/ 2409958 h 4434439"/>
              <a:gd name="connsiteX3" fmla="*/ 4766400 w 4774091"/>
              <a:gd name="connsiteY3" fmla="*/ 2413001 h 4434439"/>
              <a:gd name="connsiteX4" fmla="*/ 4774091 w 4774091"/>
              <a:gd name="connsiteY4" fmla="*/ 4434439 h 4434439"/>
              <a:gd name="connsiteX5" fmla="*/ 0 w 4774091"/>
              <a:gd name="connsiteY5" fmla="*/ 4413004 h 4434439"/>
              <a:gd name="connsiteX6" fmla="*/ 0 w 4774091"/>
              <a:gd name="connsiteY6" fmla="*/ 2413001 h 4434439"/>
              <a:gd name="connsiteX7" fmla="*/ 0 w 4774091"/>
              <a:gd name="connsiteY7" fmla="*/ 2409958 h 4434439"/>
              <a:gd name="connsiteX8" fmla="*/ 3005 w 4774091"/>
              <a:gd name="connsiteY8" fmla="*/ 2409958 h 4434439"/>
              <a:gd name="connsiteX9" fmla="*/ 2383200 w 4774091"/>
              <a:gd name="connsiteY9" fmla="*/ 0 h 4434439"/>
              <a:gd name="connsiteX0" fmla="*/ 2383200 w 4774091"/>
              <a:gd name="connsiteY0" fmla="*/ 0 h 4434439"/>
              <a:gd name="connsiteX1" fmla="*/ 4763395 w 4774091"/>
              <a:gd name="connsiteY1" fmla="*/ 2409958 h 4434439"/>
              <a:gd name="connsiteX2" fmla="*/ 4766400 w 4774091"/>
              <a:gd name="connsiteY2" fmla="*/ 2409958 h 4434439"/>
              <a:gd name="connsiteX3" fmla="*/ 4766400 w 4774091"/>
              <a:gd name="connsiteY3" fmla="*/ 2413001 h 4434439"/>
              <a:gd name="connsiteX4" fmla="*/ 4774091 w 4774091"/>
              <a:gd name="connsiteY4" fmla="*/ 4434439 h 4434439"/>
              <a:gd name="connsiteX5" fmla="*/ 0 w 4774091"/>
              <a:gd name="connsiteY5" fmla="*/ 4427052 h 4434439"/>
              <a:gd name="connsiteX6" fmla="*/ 0 w 4774091"/>
              <a:gd name="connsiteY6" fmla="*/ 2413001 h 4434439"/>
              <a:gd name="connsiteX7" fmla="*/ 0 w 4774091"/>
              <a:gd name="connsiteY7" fmla="*/ 2409958 h 4434439"/>
              <a:gd name="connsiteX8" fmla="*/ 3005 w 4774091"/>
              <a:gd name="connsiteY8" fmla="*/ 2409958 h 4434439"/>
              <a:gd name="connsiteX9" fmla="*/ 2383200 w 4774091"/>
              <a:gd name="connsiteY9" fmla="*/ 0 h 4434439"/>
              <a:gd name="connsiteX0" fmla="*/ 2383200 w 4774091"/>
              <a:gd name="connsiteY0" fmla="*/ 0 h 4780653"/>
              <a:gd name="connsiteX1" fmla="*/ 4763395 w 4774091"/>
              <a:gd name="connsiteY1" fmla="*/ 2409958 h 4780653"/>
              <a:gd name="connsiteX2" fmla="*/ 4766400 w 4774091"/>
              <a:gd name="connsiteY2" fmla="*/ 2409958 h 4780653"/>
              <a:gd name="connsiteX3" fmla="*/ 4766400 w 4774091"/>
              <a:gd name="connsiteY3" fmla="*/ 2413001 h 4780653"/>
              <a:gd name="connsiteX4" fmla="*/ 4774091 w 4774091"/>
              <a:gd name="connsiteY4" fmla="*/ 4780653 h 4780653"/>
              <a:gd name="connsiteX5" fmla="*/ 0 w 4774091"/>
              <a:gd name="connsiteY5" fmla="*/ 4427052 h 4780653"/>
              <a:gd name="connsiteX6" fmla="*/ 0 w 4774091"/>
              <a:gd name="connsiteY6" fmla="*/ 2413001 h 4780653"/>
              <a:gd name="connsiteX7" fmla="*/ 0 w 4774091"/>
              <a:gd name="connsiteY7" fmla="*/ 2409958 h 4780653"/>
              <a:gd name="connsiteX8" fmla="*/ 3005 w 4774091"/>
              <a:gd name="connsiteY8" fmla="*/ 2409958 h 4780653"/>
              <a:gd name="connsiteX9" fmla="*/ 2383200 w 4774091"/>
              <a:gd name="connsiteY9" fmla="*/ 0 h 4780653"/>
              <a:gd name="connsiteX0" fmla="*/ 2383200 w 4774091"/>
              <a:gd name="connsiteY0" fmla="*/ 0 h 4781922"/>
              <a:gd name="connsiteX1" fmla="*/ 4763395 w 4774091"/>
              <a:gd name="connsiteY1" fmla="*/ 2409958 h 4781922"/>
              <a:gd name="connsiteX2" fmla="*/ 4766400 w 4774091"/>
              <a:gd name="connsiteY2" fmla="*/ 2409958 h 4781922"/>
              <a:gd name="connsiteX3" fmla="*/ 4766400 w 4774091"/>
              <a:gd name="connsiteY3" fmla="*/ 2413001 h 4781922"/>
              <a:gd name="connsiteX4" fmla="*/ 4774091 w 4774091"/>
              <a:gd name="connsiteY4" fmla="*/ 4780653 h 4781922"/>
              <a:gd name="connsiteX5" fmla="*/ 0 w 4774091"/>
              <a:gd name="connsiteY5" fmla="*/ 4781922 h 4781922"/>
              <a:gd name="connsiteX6" fmla="*/ 0 w 4774091"/>
              <a:gd name="connsiteY6" fmla="*/ 2413001 h 4781922"/>
              <a:gd name="connsiteX7" fmla="*/ 0 w 4774091"/>
              <a:gd name="connsiteY7" fmla="*/ 2409958 h 4781922"/>
              <a:gd name="connsiteX8" fmla="*/ 3005 w 4774091"/>
              <a:gd name="connsiteY8" fmla="*/ 2409958 h 4781922"/>
              <a:gd name="connsiteX9" fmla="*/ 2383200 w 4774091"/>
              <a:gd name="connsiteY9" fmla="*/ 0 h 4781922"/>
              <a:gd name="connsiteX0" fmla="*/ 2383200 w 4774091"/>
              <a:gd name="connsiteY0" fmla="*/ 0 h 4780652"/>
              <a:gd name="connsiteX1" fmla="*/ 4763395 w 4774091"/>
              <a:gd name="connsiteY1" fmla="*/ 2409958 h 4780652"/>
              <a:gd name="connsiteX2" fmla="*/ 4766400 w 4774091"/>
              <a:gd name="connsiteY2" fmla="*/ 2409958 h 4780652"/>
              <a:gd name="connsiteX3" fmla="*/ 4766400 w 4774091"/>
              <a:gd name="connsiteY3" fmla="*/ 2413001 h 4780652"/>
              <a:gd name="connsiteX4" fmla="*/ 4774091 w 4774091"/>
              <a:gd name="connsiteY4" fmla="*/ 4780653 h 4780652"/>
              <a:gd name="connsiteX5" fmla="*/ 0 w 4774091"/>
              <a:gd name="connsiteY5" fmla="*/ 4373429 h 4780652"/>
              <a:gd name="connsiteX6" fmla="*/ 0 w 4774091"/>
              <a:gd name="connsiteY6" fmla="*/ 2413001 h 4780652"/>
              <a:gd name="connsiteX7" fmla="*/ 0 w 4774091"/>
              <a:gd name="connsiteY7" fmla="*/ 2409958 h 4780652"/>
              <a:gd name="connsiteX8" fmla="*/ 3005 w 4774091"/>
              <a:gd name="connsiteY8" fmla="*/ 2409958 h 4780652"/>
              <a:gd name="connsiteX9" fmla="*/ 2383200 w 4774091"/>
              <a:gd name="connsiteY9" fmla="*/ 0 h 4780652"/>
              <a:gd name="connsiteX0" fmla="*/ 2383200 w 4766558"/>
              <a:gd name="connsiteY0" fmla="*/ 0 h 4373429"/>
              <a:gd name="connsiteX1" fmla="*/ 4763395 w 4766558"/>
              <a:gd name="connsiteY1" fmla="*/ 2409958 h 4373429"/>
              <a:gd name="connsiteX2" fmla="*/ 4766400 w 4766558"/>
              <a:gd name="connsiteY2" fmla="*/ 2409958 h 4373429"/>
              <a:gd name="connsiteX3" fmla="*/ 4766400 w 4766558"/>
              <a:gd name="connsiteY3" fmla="*/ 2413001 h 4373429"/>
              <a:gd name="connsiteX4" fmla="*/ 4742140 w 4766558"/>
              <a:gd name="connsiteY4" fmla="*/ 4372163 h 4373429"/>
              <a:gd name="connsiteX5" fmla="*/ 0 w 4766558"/>
              <a:gd name="connsiteY5" fmla="*/ 4373429 h 4373429"/>
              <a:gd name="connsiteX6" fmla="*/ 0 w 4766558"/>
              <a:gd name="connsiteY6" fmla="*/ 2413001 h 4373429"/>
              <a:gd name="connsiteX7" fmla="*/ 0 w 4766558"/>
              <a:gd name="connsiteY7" fmla="*/ 2409958 h 4373429"/>
              <a:gd name="connsiteX8" fmla="*/ 3005 w 4766558"/>
              <a:gd name="connsiteY8" fmla="*/ 2409958 h 4373429"/>
              <a:gd name="connsiteX9" fmla="*/ 2383200 w 4766558"/>
              <a:gd name="connsiteY9" fmla="*/ 0 h 4373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66558" h="4373429">
                <a:moveTo>
                  <a:pt x="2383200" y="0"/>
                </a:moveTo>
                <a:lnTo>
                  <a:pt x="4763395" y="2409958"/>
                </a:lnTo>
                <a:lnTo>
                  <a:pt x="4766400" y="2409958"/>
                </a:lnTo>
                <a:lnTo>
                  <a:pt x="4766400" y="2413001"/>
                </a:lnTo>
                <a:cubicBezTo>
                  <a:pt x="4768964" y="3086814"/>
                  <a:pt x="4739576" y="3698350"/>
                  <a:pt x="4742140" y="4372163"/>
                </a:cubicBezTo>
                <a:lnTo>
                  <a:pt x="0" y="4373429"/>
                </a:lnTo>
                <a:lnTo>
                  <a:pt x="0" y="2413001"/>
                </a:lnTo>
                <a:lnTo>
                  <a:pt x="0" y="2409958"/>
                </a:lnTo>
                <a:lnTo>
                  <a:pt x="3005" y="2409958"/>
                </a:lnTo>
                <a:lnTo>
                  <a:pt x="2383200" y="0"/>
                </a:lnTo>
                <a:close/>
              </a:path>
            </a:pathLst>
          </a:custGeom>
          <a:solidFill>
            <a:schemeClr val="accent2"/>
          </a:solidFill>
        </p:spPr>
        <p:txBody>
          <a:bodyPr wrap="square" anchor="ctr">
            <a:noAutofit/>
          </a:bodyPr>
          <a:lstStyle>
            <a:lvl1pPr marL="0" indent="0" algn="ctr">
              <a:buNone/>
              <a:defRPr sz="2400">
                <a:solidFill>
                  <a:schemeClr val="accent1"/>
                </a:solidFill>
              </a:defRPr>
            </a:lvl1pPr>
          </a:lstStyle>
          <a:p>
            <a:r>
              <a:rPr lang="fr-FR"/>
              <a:t>Cliquez sur l'icône pour ajouter une image</a:t>
            </a:r>
            <a:endParaRPr lang="en-US"/>
          </a:p>
        </p:txBody>
      </p:sp>
      <p:sp>
        <p:nvSpPr>
          <p:cNvPr id="11" name="Tijdelijke aanduiding voor tekst 6">
            <a:extLst>
              <a:ext uri="{FF2B5EF4-FFF2-40B4-BE49-F238E27FC236}">
                <a16:creationId xmlns:a16="http://schemas.microsoft.com/office/drawing/2014/main" id="{2489BBEB-D49F-CB77-E864-DA84284662C8}"/>
              </a:ext>
            </a:extLst>
          </p:cNvPr>
          <p:cNvSpPr>
            <a:spLocks noGrp="1"/>
          </p:cNvSpPr>
          <p:nvPr>
            <p:ph type="body" sz="quarter" idx="29" hasCustomPrompt="1"/>
          </p:nvPr>
        </p:nvSpPr>
        <p:spPr>
          <a:xfrm>
            <a:off x="505346" y="3989702"/>
            <a:ext cx="2355352" cy="911346"/>
          </a:xfrm>
          <a:prstGeom prst="rect">
            <a:avLst/>
          </a:prstGeom>
        </p:spPr>
        <p:txBody>
          <a:bodyPr/>
          <a:lstStyle>
            <a:lvl1pPr marL="0" indent="0" algn="ctr">
              <a:lnSpc>
                <a:spcPct val="100000"/>
              </a:lnSpc>
              <a:spcBef>
                <a:spcPts val="0"/>
              </a:spcBef>
              <a:buNone/>
              <a:defRPr sz="2200"/>
            </a:lvl1pPr>
          </a:lstStyle>
          <a:p>
            <a:r>
              <a:rPr lang="fr-FR" err="1"/>
              <a:t>Title</a:t>
            </a:r>
            <a:endParaRPr lang="fr-FR"/>
          </a:p>
          <a:p>
            <a:r>
              <a:rPr lang="fr-FR"/>
              <a:t>2 </a:t>
            </a:r>
            <a:r>
              <a:rPr lang="fr-FR" err="1"/>
              <a:t>lines</a:t>
            </a:r>
            <a:endParaRPr lang="fr-FR"/>
          </a:p>
        </p:txBody>
      </p:sp>
      <p:sp>
        <p:nvSpPr>
          <p:cNvPr id="23" name="Text Placeholder 5">
            <a:extLst>
              <a:ext uri="{FF2B5EF4-FFF2-40B4-BE49-F238E27FC236}">
                <a16:creationId xmlns:a16="http://schemas.microsoft.com/office/drawing/2014/main" id="{82DF2DE9-7FA0-4846-BC28-A3B49557843F}"/>
              </a:ext>
            </a:extLst>
          </p:cNvPr>
          <p:cNvSpPr>
            <a:spLocks noGrp="1"/>
          </p:cNvSpPr>
          <p:nvPr>
            <p:ph type="body" sz="quarter" idx="33" hasCustomPrompt="1"/>
          </p:nvPr>
        </p:nvSpPr>
        <p:spPr>
          <a:xfrm>
            <a:off x="505347" y="4901413"/>
            <a:ext cx="2355352" cy="1047867"/>
          </a:xfrm>
          <a:prstGeom prst="rect">
            <a:avLst/>
          </a:prstGeom>
        </p:spPr>
        <p:txBody>
          <a:bodyPr/>
          <a:lstStyle>
            <a:lvl1pPr marL="0" indent="0" algn="ctr">
              <a:lnSpc>
                <a:spcPct val="110000"/>
              </a:lnSpc>
              <a:buNone/>
              <a:defRPr sz="1200">
                <a:solidFill>
                  <a:schemeClr val="bg1">
                    <a:lumMod val="25000"/>
                  </a:schemeClr>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25" name="Text Placeholder 5">
            <a:extLst>
              <a:ext uri="{FF2B5EF4-FFF2-40B4-BE49-F238E27FC236}">
                <a16:creationId xmlns:a16="http://schemas.microsoft.com/office/drawing/2014/main" id="{3B864A5A-1A64-45E0-81E8-A37AC003484B}"/>
              </a:ext>
            </a:extLst>
          </p:cNvPr>
          <p:cNvSpPr>
            <a:spLocks noGrp="1"/>
          </p:cNvSpPr>
          <p:nvPr>
            <p:ph type="body" sz="quarter" idx="35" hasCustomPrompt="1"/>
          </p:nvPr>
        </p:nvSpPr>
        <p:spPr>
          <a:xfrm>
            <a:off x="6324145" y="4901413"/>
            <a:ext cx="2355352" cy="1047867"/>
          </a:xfrm>
          <a:prstGeom prst="rect">
            <a:avLst/>
          </a:prstGeom>
        </p:spPr>
        <p:txBody>
          <a:bodyPr/>
          <a:lstStyle>
            <a:lvl1pPr marL="0" indent="0" algn="ctr">
              <a:lnSpc>
                <a:spcPct val="110000"/>
              </a:lnSpc>
              <a:buNone/>
              <a:defRPr sz="1200">
                <a:solidFill>
                  <a:schemeClr val="bg1">
                    <a:lumMod val="25000"/>
                  </a:schemeClr>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26" name="Text Placeholder 5">
            <a:extLst>
              <a:ext uri="{FF2B5EF4-FFF2-40B4-BE49-F238E27FC236}">
                <a16:creationId xmlns:a16="http://schemas.microsoft.com/office/drawing/2014/main" id="{E5AB2838-AFE7-47E0-9C49-E47F28B51DB5}"/>
              </a:ext>
            </a:extLst>
          </p:cNvPr>
          <p:cNvSpPr>
            <a:spLocks noGrp="1"/>
          </p:cNvSpPr>
          <p:nvPr>
            <p:ph type="body" sz="quarter" idx="36" hasCustomPrompt="1"/>
          </p:nvPr>
        </p:nvSpPr>
        <p:spPr>
          <a:xfrm>
            <a:off x="9348218" y="4901413"/>
            <a:ext cx="2355352" cy="1047867"/>
          </a:xfrm>
          <a:prstGeom prst="rect">
            <a:avLst/>
          </a:prstGeom>
        </p:spPr>
        <p:txBody>
          <a:bodyPr/>
          <a:lstStyle>
            <a:lvl1pPr marL="0" indent="0" algn="ctr">
              <a:lnSpc>
                <a:spcPct val="110000"/>
              </a:lnSpc>
              <a:buNone/>
              <a:defRPr sz="1200">
                <a:solidFill>
                  <a:schemeClr val="bg1">
                    <a:lumMod val="25000"/>
                  </a:schemeClr>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27" name="Tijdelijke aanduiding voor tekst 6">
            <a:extLst>
              <a:ext uri="{FF2B5EF4-FFF2-40B4-BE49-F238E27FC236}">
                <a16:creationId xmlns:a16="http://schemas.microsoft.com/office/drawing/2014/main" id="{F2DA8560-3073-4CAE-8F27-582EC73FA93E}"/>
              </a:ext>
            </a:extLst>
          </p:cNvPr>
          <p:cNvSpPr>
            <a:spLocks noGrp="1"/>
          </p:cNvSpPr>
          <p:nvPr>
            <p:ph type="body" sz="quarter" idx="37" hasCustomPrompt="1"/>
          </p:nvPr>
        </p:nvSpPr>
        <p:spPr>
          <a:xfrm>
            <a:off x="3414745" y="3989702"/>
            <a:ext cx="2355352" cy="911346"/>
          </a:xfrm>
          <a:prstGeom prst="rect">
            <a:avLst/>
          </a:prstGeom>
        </p:spPr>
        <p:txBody>
          <a:bodyPr/>
          <a:lstStyle>
            <a:lvl1pPr marL="0" indent="0" algn="ctr">
              <a:lnSpc>
                <a:spcPct val="100000"/>
              </a:lnSpc>
              <a:spcBef>
                <a:spcPts val="0"/>
              </a:spcBef>
              <a:buNone/>
              <a:defRPr sz="2200"/>
            </a:lvl1pPr>
          </a:lstStyle>
          <a:p>
            <a:r>
              <a:rPr lang="fr-FR" err="1"/>
              <a:t>Title</a:t>
            </a:r>
            <a:endParaRPr lang="fr-FR"/>
          </a:p>
          <a:p>
            <a:r>
              <a:rPr lang="fr-FR"/>
              <a:t>2 </a:t>
            </a:r>
            <a:r>
              <a:rPr lang="fr-FR" err="1"/>
              <a:t>lines</a:t>
            </a:r>
            <a:endParaRPr lang="fr-FR"/>
          </a:p>
        </p:txBody>
      </p:sp>
      <p:sp>
        <p:nvSpPr>
          <p:cNvPr id="28" name="Tijdelijke aanduiding voor tekst 6">
            <a:extLst>
              <a:ext uri="{FF2B5EF4-FFF2-40B4-BE49-F238E27FC236}">
                <a16:creationId xmlns:a16="http://schemas.microsoft.com/office/drawing/2014/main" id="{6122F964-51A8-4122-B4C8-3F5BCA7188EB}"/>
              </a:ext>
            </a:extLst>
          </p:cNvPr>
          <p:cNvSpPr>
            <a:spLocks noGrp="1"/>
          </p:cNvSpPr>
          <p:nvPr>
            <p:ph type="body" sz="quarter" idx="38" hasCustomPrompt="1"/>
          </p:nvPr>
        </p:nvSpPr>
        <p:spPr>
          <a:xfrm>
            <a:off x="6324143" y="3989702"/>
            <a:ext cx="2355352" cy="911346"/>
          </a:xfrm>
          <a:prstGeom prst="rect">
            <a:avLst/>
          </a:prstGeom>
        </p:spPr>
        <p:txBody>
          <a:bodyPr/>
          <a:lstStyle>
            <a:lvl1pPr marL="0" indent="0" algn="ctr">
              <a:lnSpc>
                <a:spcPct val="100000"/>
              </a:lnSpc>
              <a:spcBef>
                <a:spcPts val="0"/>
              </a:spcBef>
              <a:buNone/>
              <a:defRPr sz="2200"/>
            </a:lvl1pPr>
          </a:lstStyle>
          <a:p>
            <a:r>
              <a:rPr lang="fr-FR" err="1"/>
              <a:t>Title</a:t>
            </a:r>
            <a:endParaRPr lang="fr-FR"/>
          </a:p>
          <a:p>
            <a:r>
              <a:rPr lang="fr-FR"/>
              <a:t>2 </a:t>
            </a:r>
            <a:r>
              <a:rPr lang="fr-FR" err="1"/>
              <a:t>lines</a:t>
            </a:r>
            <a:endParaRPr lang="fr-FR"/>
          </a:p>
        </p:txBody>
      </p:sp>
      <p:sp>
        <p:nvSpPr>
          <p:cNvPr id="29" name="Tijdelijke aanduiding voor tekst 6">
            <a:extLst>
              <a:ext uri="{FF2B5EF4-FFF2-40B4-BE49-F238E27FC236}">
                <a16:creationId xmlns:a16="http://schemas.microsoft.com/office/drawing/2014/main" id="{B52E7F0E-6B3A-455D-840E-E28EADEA74C9}"/>
              </a:ext>
            </a:extLst>
          </p:cNvPr>
          <p:cNvSpPr>
            <a:spLocks noGrp="1"/>
          </p:cNvSpPr>
          <p:nvPr>
            <p:ph type="body" sz="quarter" idx="39" hasCustomPrompt="1"/>
          </p:nvPr>
        </p:nvSpPr>
        <p:spPr>
          <a:xfrm>
            <a:off x="9348218" y="3989702"/>
            <a:ext cx="2355352" cy="911346"/>
          </a:xfrm>
          <a:prstGeom prst="rect">
            <a:avLst/>
          </a:prstGeom>
        </p:spPr>
        <p:txBody>
          <a:bodyPr/>
          <a:lstStyle>
            <a:lvl1pPr marL="0" indent="0" algn="ctr">
              <a:lnSpc>
                <a:spcPct val="100000"/>
              </a:lnSpc>
              <a:spcBef>
                <a:spcPts val="0"/>
              </a:spcBef>
              <a:buNone/>
              <a:defRPr sz="2200"/>
            </a:lvl1pPr>
          </a:lstStyle>
          <a:p>
            <a:r>
              <a:rPr lang="fr-FR" err="1"/>
              <a:t>Title</a:t>
            </a:r>
            <a:endParaRPr lang="fr-FR"/>
          </a:p>
          <a:p>
            <a:r>
              <a:rPr lang="fr-FR"/>
              <a:t>2 </a:t>
            </a:r>
            <a:r>
              <a:rPr lang="fr-FR" err="1"/>
              <a:t>lines</a:t>
            </a:r>
            <a:endParaRPr lang="fr-FR"/>
          </a:p>
        </p:txBody>
      </p:sp>
      <p:sp>
        <p:nvSpPr>
          <p:cNvPr id="22" name="Slide Number Placeholder 4">
            <a:extLst>
              <a:ext uri="{FF2B5EF4-FFF2-40B4-BE49-F238E27FC236}">
                <a16:creationId xmlns:a16="http://schemas.microsoft.com/office/drawing/2014/main" id="{E54B16E5-1A64-496D-B740-6952BDF78CEA}"/>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30" name="Date Placeholder 2">
            <a:extLst>
              <a:ext uri="{FF2B5EF4-FFF2-40B4-BE49-F238E27FC236}">
                <a16:creationId xmlns:a16="http://schemas.microsoft.com/office/drawing/2014/main" id="{8200B906-A002-4556-B28C-F7C4771575F1}"/>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89D9F3E2-0BE2-4EC8-AA45-56CBB588878B}" type="datetime1">
              <a:rPr lang="fr-FR" smtClean="0"/>
              <a:t>24/07/2026</a:t>
            </a:fld>
            <a:endParaRPr lang="en-US"/>
          </a:p>
        </p:txBody>
      </p:sp>
      <p:sp>
        <p:nvSpPr>
          <p:cNvPr id="21" name="Titel 14">
            <a:extLst>
              <a:ext uri="{FF2B5EF4-FFF2-40B4-BE49-F238E27FC236}">
                <a16:creationId xmlns:a16="http://schemas.microsoft.com/office/drawing/2014/main" id="{3ED6B0DD-865B-4275-B592-254AF6D8370A}"/>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31" name="Straight Connector 30">
            <a:extLst>
              <a:ext uri="{FF2B5EF4-FFF2-40B4-BE49-F238E27FC236}">
                <a16:creationId xmlns:a16="http://schemas.microsoft.com/office/drawing/2014/main" id="{1986817A-1C14-4846-B877-299704A36E25}"/>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B3800C09-6006-46B9-91A5-BB08BB1D81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sp>
        <p:nvSpPr>
          <p:cNvPr id="3" name="Text Placeholder 5">
            <a:extLst>
              <a:ext uri="{FF2B5EF4-FFF2-40B4-BE49-F238E27FC236}">
                <a16:creationId xmlns:a16="http://schemas.microsoft.com/office/drawing/2014/main" id="{3B3FDB51-C73B-EC39-9E46-19437AE73997}"/>
              </a:ext>
            </a:extLst>
          </p:cNvPr>
          <p:cNvSpPr>
            <a:spLocks noGrp="1"/>
          </p:cNvSpPr>
          <p:nvPr>
            <p:ph type="body" sz="quarter" idx="40" hasCustomPrompt="1"/>
          </p:nvPr>
        </p:nvSpPr>
        <p:spPr>
          <a:xfrm>
            <a:off x="3410601" y="4901413"/>
            <a:ext cx="2355352" cy="1047867"/>
          </a:xfrm>
          <a:prstGeom prst="rect">
            <a:avLst/>
          </a:prstGeom>
        </p:spPr>
        <p:txBody>
          <a:bodyPr/>
          <a:lstStyle>
            <a:lvl1pPr marL="0" indent="0" algn="ctr">
              <a:lnSpc>
                <a:spcPct val="110000"/>
              </a:lnSpc>
              <a:buNone/>
              <a:defRPr sz="1200">
                <a:solidFill>
                  <a:schemeClr val="bg1">
                    <a:lumMod val="25000"/>
                  </a:schemeClr>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Tree>
    <p:extLst>
      <p:ext uri="{BB962C8B-B14F-4D97-AF65-F5344CB8AC3E}">
        <p14:creationId xmlns:p14="http://schemas.microsoft.com/office/powerpoint/2010/main" val="20880862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image_2">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8DCF7D2-4F23-424F-92B9-0799788239EE}"/>
              </a:ext>
            </a:extLst>
          </p:cNvPr>
          <p:cNvSpPr>
            <a:spLocks noGrp="1"/>
          </p:cNvSpPr>
          <p:nvPr>
            <p:ph type="pic" sz="quarter" idx="28"/>
          </p:nvPr>
        </p:nvSpPr>
        <p:spPr>
          <a:xfrm>
            <a:off x="1055440" y="3429000"/>
            <a:ext cx="4694085" cy="2635250"/>
          </a:xfrm>
          <a:prstGeom prst="rect">
            <a:avLst/>
          </a:prstGeom>
        </p:spPr>
        <p:txBody>
          <a:bodyPr/>
          <a:lstStyle/>
          <a:p>
            <a:r>
              <a:rPr lang="fr-FR"/>
              <a:t>Cliquez sur l'icône pour ajouter une image</a:t>
            </a:r>
          </a:p>
        </p:txBody>
      </p:sp>
      <p:sp>
        <p:nvSpPr>
          <p:cNvPr id="18" name="Slide Number Placeholder 4">
            <a:extLst>
              <a:ext uri="{FF2B5EF4-FFF2-40B4-BE49-F238E27FC236}">
                <a16:creationId xmlns:a16="http://schemas.microsoft.com/office/drawing/2014/main" id="{BA498B05-B75D-4B2E-B4A5-EBF77FC79C0B}"/>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19" name="Date Placeholder 2">
            <a:extLst>
              <a:ext uri="{FF2B5EF4-FFF2-40B4-BE49-F238E27FC236}">
                <a16:creationId xmlns:a16="http://schemas.microsoft.com/office/drawing/2014/main" id="{F46BD4B8-6A97-4778-9973-0685DBFD90FF}"/>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A876773C-B8C8-4BDD-A0EC-AFEC2C570C0C}" type="datetime1">
              <a:rPr lang="fr-FR" smtClean="0"/>
              <a:t>24/07/2026</a:t>
            </a:fld>
            <a:endParaRPr lang="en-US"/>
          </a:p>
        </p:txBody>
      </p:sp>
      <p:sp>
        <p:nvSpPr>
          <p:cNvPr id="17" name="Espace réservé du contenu 6">
            <a:extLst>
              <a:ext uri="{FF2B5EF4-FFF2-40B4-BE49-F238E27FC236}">
                <a16:creationId xmlns:a16="http://schemas.microsoft.com/office/drawing/2014/main" id="{5D9A119C-B8D1-4E76-993A-32B54EF3ACB6}"/>
              </a:ext>
            </a:extLst>
          </p:cNvPr>
          <p:cNvSpPr>
            <a:spLocks noGrp="1"/>
          </p:cNvSpPr>
          <p:nvPr>
            <p:ph sz="quarter" idx="13" hasCustomPrompt="1"/>
          </p:nvPr>
        </p:nvSpPr>
        <p:spPr>
          <a:xfrm>
            <a:off x="336757" y="1124753"/>
            <a:ext cx="10945813" cy="1656175"/>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1" name="Titel 14">
            <a:extLst>
              <a:ext uri="{FF2B5EF4-FFF2-40B4-BE49-F238E27FC236}">
                <a16:creationId xmlns:a16="http://schemas.microsoft.com/office/drawing/2014/main" id="{8AFB9332-8838-4EC6-B229-86F1FACAD97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021A7227-4B09-46BA-B4E5-64D219698F60}"/>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05BF748D-5192-4E43-A4D6-5AD0C52B409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26" name="Picture Placeholder 3">
            <a:extLst>
              <a:ext uri="{FF2B5EF4-FFF2-40B4-BE49-F238E27FC236}">
                <a16:creationId xmlns:a16="http://schemas.microsoft.com/office/drawing/2014/main" id="{0AA0C730-792E-4090-AFCF-318FD5521A4F}"/>
              </a:ext>
            </a:extLst>
          </p:cNvPr>
          <p:cNvSpPr>
            <a:spLocks noGrp="1"/>
          </p:cNvSpPr>
          <p:nvPr>
            <p:ph type="pic" sz="quarter" idx="29"/>
          </p:nvPr>
        </p:nvSpPr>
        <p:spPr>
          <a:xfrm>
            <a:off x="6331006" y="3429000"/>
            <a:ext cx="4694085" cy="2635250"/>
          </a:xfrm>
          <a:prstGeom prst="rect">
            <a:avLst/>
          </a:prstGeom>
        </p:spPr>
        <p:txBody>
          <a:bodyPr/>
          <a:lstStyle/>
          <a:p>
            <a:r>
              <a:rPr lang="fr-FR"/>
              <a:t>Cliquez sur l'icône pour ajouter une image</a:t>
            </a:r>
          </a:p>
        </p:txBody>
      </p:sp>
      <p:sp>
        <p:nvSpPr>
          <p:cNvPr id="27" name="Espace réservé du contenu 6">
            <a:extLst>
              <a:ext uri="{FF2B5EF4-FFF2-40B4-BE49-F238E27FC236}">
                <a16:creationId xmlns:a16="http://schemas.microsoft.com/office/drawing/2014/main" id="{70FE0B4F-A2B7-49E0-B86D-B4C6A1BB50AA}"/>
              </a:ext>
            </a:extLst>
          </p:cNvPr>
          <p:cNvSpPr>
            <a:spLocks noGrp="1"/>
          </p:cNvSpPr>
          <p:nvPr>
            <p:ph sz="quarter" idx="30" hasCustomPrompt="1"/>
          </p:nvPr>
        </p:nvSpPr>
        <p:spPr>
          <a:xfrm>
            <a:off x="1055792" y="2933329"/>
            <a:ext cx="4705573" cy="495672"/>
          </a:xfrm>
          <a:prstGeom prst="rect">
            <a:avLst/>
          </a:prstGeom>
        </p:spPr>
        <p:txBody>
          <a:bodyPr anchor="ctr" anchorCtr="0"/>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lgn="ctr">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2"/>
            <a:r>
              <a:rPr lang="fr-FR"/>
              <a:t>Paragraphe </a:t>
            </a:r>
            <a:r>
              <a:rPr lang="fr-FR" err="1"/>
              <a:t>title</a:t>
            </a:r>
            <a:endParaRPr lang="fr-FR"/>
          </a:p>
        </p:txBody>
      </p:sp>
      <p:sp>
        <p:nvSpPr>
          <p:cNvPr id="28" name="Espace réservé du contenu 6">
            <a:extLst>
              <a:ext uri="{FF2B5EF4-FFF2-40B4-BE49-F238E27FC236}">
                <a16:creationId xmlns:a16="http://schemas.microsoft.com/office/drawing/2014/main" id="{CAD352CB-8133-4D0B-8718-CC141C42630D}"/>
              </a:ext>
            </a:extLst>
          </p:cNvPr>
          <p:cNvSpPr>
            <a:spLocks noGrp="1"/>
          </p:cNvSpPr>
          <p:nvPr>
            <p:ph sz="quarter" idx="31" hasCustomPrompt="1"/>
          </p:nvPr>
        </p:nvSpPr>
        <p:spPr>
          <a:xfrm>
            <a:off x="6334485" y="2933329"/>
            <a:ext cx="4705573" cy="495672"/>
          </a:xfrm>
          <a:prstGeom prst="rect">
            <a:avLst/>
          </a:prstGeom>
        </p:spPr>
        <p:txBody>
          <a:bodyPr anchor="ctr" anchorCtr="0"/>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lgn="ctr">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2"/>
            <a:r>
              <a:rPr lang="fr-FR"/>
              <a:t>Paragraphe </a:t>
            </a:r>
            <a:r>
              <a:rPr lang="fr-FR" err="1"/>
              <a:t>title</a:t>
            </a:r>
            <a:endParaRPr lang="fr-FR"/>
          </a:p>
        </p:txBody>
      </p:sp>
    </p:spTree>
    <p:extLst>
      <p:ext uri="{BB962C8B-B14F-4D97-AF65-F5344CB8AC3E}">
        <p14:creationId xmlns:p14="http://schemas.microsoft.com/office/powerpoint/2010/main" val="1255985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image_3">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C92A863-6E12-4B31-9B26-F78F050A70E0}"/>
              </a:ext>
            </a:extLst>
          </p:cNvPr>
          <p:cNvSpPr>
            <a:spLocks noGrp="1"/>
          </p:cNvSpPr>
          <p:nvPr>
            <p:ph type="pic" sz="quarter" idx="28"/>
          </p:nvPr>
        </p:nvSpPr>
        <p:spPr>
          <a:xfrm>
            <a:off x="5951538" y="1487959"/>
            <a:ext cx="5897562" cy="4605337"/>
          </a:xfrm>
          <a:prstGeom prst="rect">
            <a:avLst/>
          </a:prstGeom>
          <a:noFill/>
        </p:spPr>
        <p:txBody>
          <a:bodyPr/>
          <a:lstStyle/>
          <a:p>
            <a:r>
              <a:rPr lang="fr-FR"/>
              <a:t>Cliquez sur l'icône pour ajouter une image</a:t>
            </a:r>
          </a:p>
        </p:txBody>
      </p:sp>
      <p:sp>
        <p:nvSpPr>
          <p:cNvPr id="18" name="Slide Number Placeholder 4">
            <a:extLst>
              <a:ext uri="{FF2B5EF4-FFF2-40B4-BE49-F238E27FC236}">
                <a16:creationId xmlns:a16="http://schemas.microsoft.com/office/drawing/2014/main" id="{DCA4171D-B01D-4D53-AC85-2F924913E27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1" name="Date Placeholder 2">
            <a:extLst>
              <a:ext uri="{FF2B5EF4-FFF2-40B4-BE49-F238E27FC236}">
                <a16:creationId xmlns:a16="http://schemas.microsoft.com/office/drawing/2014/main" id="{326CD297-0FF1-4A58-80D7-6A4247229274}"/>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54900FE-C60D-44DF-883A-862BF735F8A8}" type="datetime1">
              <a:rPr lang="fr-FR" smtClean="0"/>
              <a:t>24/07/2026</a:t>
            </a:fld>
            <a:endParaRPr lang="en-US"/>
          </a:p>
        </p:txBody>
      </p:sp>
      <p:sp>
        <p:nvSpPr>
          <p:cNvPr id="17" name="Espace réservé du contenu 6">
            <a:extLst>
              <a:ext uri="{FF2B5EF4-FFF2-40B4-BE49-F238E27FC236}">
                <a16:creationId xmlns:a16="http://schemas.microsoft.com/office/drawing/2014/main" id="{C6C79413-CC9B-4112-9E2F-C24FF98FE205}"/>
              </a:ext>
            </a:extLst>
          </p:cNvPr>
          <p:cNvSpPr>
            <a:spLocks noGrp="1"/>
          </p:cNvSpPr>
          <p:nvPr>
            <p:ph sz="quarter" idx="13" hasCustomPrompt="1"/>
          </p:nvPr>
        </p:nvSpPr>
        <p:spPr>
          <a:xfrm>
            <a:off x="336757" y="1341438"/>
            <a:ext cx="5255187" cy="4871632"/>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679B49E5-DEF5-495F-B9C5-5B62CAF22597}"/>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3" name="Straight Connector 22">
            <a:extLst>
              <a:ext uri="{FF2B5EF4-FFF2-40B4-BE49-F238E27FC236}">
                <a16:creationId xmlns:a16="http://schemas.microsoft.com/office/drawing/2014/main" id="{20CFFBAE-0733-4AB7-989B-0C9C7B8F4361}"/>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2FA4752E-D1DB-4496-9098-C1E981C1623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4643505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image_4">
    <p:bg>
      <p:bgPr>
        <a:solidFill>
          <a:schemeClr val="bg1"/>
        </a:solidFill>
        <a:effectLst/>
      </p:bgPr>
    </p:bg>
    <p:spTree>
      <p:nvGrpSpPr>
        <p:cNvPr id="1" name=""/>
        <p:cNvGrpSpPr/>
        <p:nvPr/>
      </p:nvGrpSpPr>
      <p:grpSpPr>
        <a:xfrm>
          <a:off x="0" y="0"/>
          <a:ext cx="0" cy="0"/>
          <a:chOff x="0" y="0"/>
          <a:chExt cx="0" cy="0"/>
        </a:xfrm>
      </p:grpSpPr>
      <p:sp>
        <p:nvSpPr>
          <p:cNvPr id="36" name="Picture Placeholder 7">
            <a:extLst>
              <a:ext uri="{FF2B5EF4-FFF2-40B4-BE49-F238E27FC236}">
                <a16:creationId xmlns:a16="http://schemas.microsoft.com/office/drawing/2014/main" id="{A378793C-D842-472D-ABCC-91FE563C6CE4}"/>
              </a:ext>
            </a:extLst>
          </p:cNvPr>
          <p:cNvSpPr>
            <a:spLocks noGrp="1"/>
          </p:cNvSpPr>
          <p:nvPr>
            <p:ph type="pic" sz="quarter" idx="24" hasCustomPrompt="1"/>
          </p:nvPr>
        </p:nvSpPr>
        <p:spPr>
          <a:xfrm>
            <a:off x="7600423" y="1351278"/>
            <a:ext cx="4248472" cy="4647427"/>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sp>
        <p:nvSpPr>
          <p:cNvPr id="21" name="Slide Number Placeholder 4">
            <a:extLst>
              <a:ext uri="{FF2B5EF4-FFF2-40B4-BE49-F238E27FC236}">
                <a16:creationId xmlns:a16="http://schemas.microsoft.com/office/drawing/2014/main" id="{0DD458C4-3A18-4F7F-9396-DB740CF22DEC}"/>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4F8ADA4E-9558-4414-B606-FFCDDECBE880}"/>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2628A07-F0D7-471C-A13C-E725AF7B83B4}" type="datetime1">
              <a:rPr lang="fr-FR" smtClean="0"/>
              <a:t>24/07/2026</a:t>
            </a:fld>
            <a:endParaRPr lang="en-US"/>
          </a:p>
        </p:txBody>
      </p:sp>
      <p:sp>
        <p:nvSpPr>
          <p:cNvPr id="17" name="Espace réservé du contenu 6">
            <a:extLst>
              <a:ext uri="{FF2B5EF4-FFF2-40B4-BE49-F238E27FC236}">
                <a16:creationId xmlns:a16="http://schemas.microsoft.com/office/drawing/2014/main" id="{765951D5-81BC-4873-AF9A-564FE6C57E73}"/>
              </a:ext>
            </a:extLst>
          </p:cNvPr>
          <p:cNvSpPr>
            <a:spLocks noGrp="1"/>
          </p:cNvSpPr>
          <p:nvPr>
            <p:ph sz="quarter" idx="13" hasCustomPrompt="1"/>
          </p:nvPr>
        </p:nvSpPr>
        <p:spPr>
          <a:xfrm>
            <a:off x="336757" y="1124746"/>
            <a:ext cx="6767355" cy="5088324"/>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Titel 14">
            <a:extLst>
              <a:ext uri="{FF2B5EF4-FFF2-40B4-BE49-F238E27FC236}">
                <a16:creationId xmlns:a16="http://schemas.microsoft.com/office/drawing/2014/main" id="{E441101A-1F2F-4E6D-8C50-41A8F56D99D2}"/>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32FC144E-FF55-462A-AE7C-DFDB1F6EB8F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D8654857-CEA8-4036-ACAA-2FAD885366C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4618976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image_5">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C92A863-6E12-4B31-9B26-F78F050A70E0}"/>
              </a:ext>
            </a:extLst>
          </p:cNvPr>
          <p:cNvSpPr>
            <a:spLocks noGrp="1"/>
          </p:cNvSpPr>
          <p:nvPr>
            <p:ph type="pic" sz="quarter" idx="28"/>
          </p:nvPr>
        </p:nvSpPr>
        <p:spPr>
          <a:xfrm>
            <a:off x="334962" y="1124749"/>
            <a:ext cx="8929389" cy="4968548"/>
          </a:xfrm>
          <a:prstGeom prst="rect">
            <a:avLst/>
          </a:prstGeom>
        </p:spPr>
        <p:txBody>
          <a:bodyPr/>
          <a:lstStyle/>
          <a:p>
            <a:r>
              <a:rPr lang="fr-FR"/>
              <a:t>Cliquez sur l'icône pour ajouter une image</a:t>
            </a:r>
          </a:p>
        </p:txBody>
      </p:sp>
      <p:sp>
        <p:nvSpPr>
          <p:cNvPr id="18" name="Slide Number Placeholder 4">
            <a:extLst>
              <a:ext uri="{FF2B5EF4-FFF2-40B4-BE49-F238E27FC236}">
                <a16:creationId xmlns:a16="http://schemas.microsoft.com/office/drawing/2014/main" id="{DCA4171D-B01D-4D53-AC85-2F924913E27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1" name="Date Placeholder 2">
            <a:extLst>
              <a:ext uri="{FF2B5EF4-FFF2-40B4-BE49-F238E27FC236}">
                <a16:creationId xmlns:a16="http://schemas.microsoft.com/office/drawing/2014/main" id="{326CD297-0FF1-4A58-80D7-6A4247229274}"/>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54900FE-C60D-44DF-883A-862BF735F8A8}" type="datetime1">
              <a:rPr lang="fr-FR" smtClean="0"/>
              <a:t>24/07/2026</a:t>
            </a:fld>
            <a:endParaRPr lang="en-US"/>
          </a:p>
        </p:txBody>
      </p:sp>
      <p:sp>
        <p:nvSpPr>
          <p:cNvPr id="17" name="Espace réservé du contenu 6">
            <a:extLst>
              <a:ext uri="{FF2B5EF4-FFF2-40B4-BE49-F238E27FC236}">
                <a16:creationId xmlns:a16="http://schemas.microsoft.com/office/drawing/2014/main" id="{C6C79413-CC9B-4112-9E2F-C24FF98FE205}"/>
              </a:ext>
            </a:extLst>
          </p:cNvPr>
          <p:cNvSpPr>
            <a:spLocks noGrp="1"/>
          </p:cNvSpPr>
          <p:nvPr>
            <p:ph sz="quarter" idx="13" hasCustomPrompt="1"/>
          </p:nvPr>
        </p:nvSpPr>
        <p:spPr>
          <a:xfrm>
            <a:off x="9480376" y="1093913"/>
            <a:ext cx="2518883" cy="5119157"/>
          </a:xfrm>
          <a:prstGeom prst="rect">
            <a:avLst/>
          </a:prstGeom>
        </p:spPr>
        <p:txBody>
          <a:bodyPr/>
          <a:lstStyle>
            <a:lvl1pPr marL="0" indent="0">
              <a:lnSpc>
                <a:spcPct val="120000"/>
              </a:lnSpc>
              <a:spcBef>
                <a:spcPts val="400"/>
              </a:spcBef>
              <a:buNone/>
              <a:defRPr sz="11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sz="1400">
                <a:solidFill>
                  <a:schemeClr val="tx1"/>
                </a:solidFill>
              </a:defRPr>
            </a:lvl3pPr>
            <a:lvl4pPr marL="0" indent="0">
              <a:lnSpc>
                <a:spcPct val="250000"/>
              </a:lnSpc>
              <a:buNone/>
              <a:defRPr sz="1400">
                <a:highlight>
                  <a:srgbClr val="B2EDA7"/>
                </a:highlight>
              </a:defRPr>
            </a:lvl4pPr>
            <a:lvl5pPr marL="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3" name="Titel 14">
            <a:extLst>
              <a:ext uri="{FF2B5EF4-FFF2-40B4-BE49-F238E27FC236}">
                <a16:creationId xmlns:a16="http://schemas.microsoft.com/office/drawing/2014/main" id="{E847E7FD-EB23-41D1-A94C-0445B9FF4D6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3F6AE94D-8027-40EE-8AFE-67B69744BF06}"/>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97E25381-B292-4F2B-95DB-A6E7AFA4462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15299636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image_6">
    <p:bg>
      <p:bgPr>
        <a:solidFill>
          <a:schemeClr val="bg1"/>
        </a:solidFill>
        <a:effectLst/>
      </p:bgPr>
    </p:bg>
    <p:spTree>
      <p:nvGrpSpPr>
        <p:cNvPr id="1" name=""/>
        <p:cNvGrpSpPr/>
        <p:nvPr/>
      </p:nvGrpSpPr>
      <p:grpSpPr>
        <a:xfrm>
          <a:off x="0" y="0"/>
          <a:ext cx="0" cy="0"/>
          <a:chOff x="0" y="0"/>
          <a:chExt cx="0" cy="0"/>
        </a:xfrm>
      </p:grpSpPr>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0069"/>
            <a:ext cx="11512138" cy="1068124"/>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sp>
        <p:nvSpPr>
          <p:cNvPr id="8" name="Table Placeholder 7">
            <a:extLst>
              <a:ext uri="{FF2B5EF4-FFF2-40B4-BE49-F238E27FC236}">
                <a16:creationId xmlns:a16="http://schemas.microsoft.com/office/drawing/2014/main" id="{A6FC6EE8-2819-4BB4-B8BF-8292850BE690}"/>
              </a:ext>
            </a:extLst>
          </p:cNvPr>
          <p:cNvSpPr>
            <a:spLocks noGrp="1"/>
          </p:cNvSpPr>
          <p:nvPr>
            <p:ph type="tbl" sz="quarter" idx="39"/>
          </p:nvPr>
        </p:nvSpPr>
        <p:spPr>
          <a:xfrm>
            <a:off x="8256588" y="2350024"/>
            <a:ext cx="3602037" cy="1727200"/>
          </a:xfrm>
          <a:prstGeom prst="rect">
            <a:avLst/>
          </a:prstGeom>
        </p:spPr>
        <p:txBody>
          <a:bodyPr/>
          <a:lstStyle>
            <a:lvl1pPr>
              <a:defRPr sz="1200"/>
            </a:lvl1pPr>
          </a:lstStyle>
          <a:p>
            <a:r>
              <a:rPr lang="fr-FR"/>
              <a:t>Cliquez sur l'icône pour ajouter un tableau</a:t>
            </a:r>
          </a:p>
        </p:txBody>
      </p:sp>
      <p:sp>
        <p:nvSpPr>
          <p:cNvPr id="4" name="Picture Placeholder 3">
            <a:extLst>
              <a:ext uri="{FF2B5EF4-FFF2-40B4-BE49-F238E27FC236}">
                <a16:creationId xmlns:a16="http://schemas.microsoft.com/office/drawing/2014/main" id="{D2399C6A-5CCA-4C9E-A007-74308122DFF4}"/>
              </a:ext>
            </a:extLst>
          </p:cNvPr>
          <p:cNvSpPr>
            <a:spLocks noGrp="1"/>
          </p:cNvSpPr>
          <p:nvPr>
            <p:ph type="pic" sz="quarter" idx="40"/>
          </p:nvPr>
        </p:nvSpPr>
        <p:spPr>
          <a:xfrm>
            <a:off x="334963" y="2339138"/>
            <a:ext cx="7705725" cy="2700337"/>
          </a:xfrm>
          <a:prstGeom prst="rect">
            <a:avLst/>
          </a:prstGeom>
        </p:spPr>
        <p:txBody>
          <a:bodyPr/>
          <a:lstStyle/>
          <a:p>
            <a:r>
              <a:rPr lang="fr-FR"/>
              <a:t>Cliquez sur l'icône pour ajouter une image</a:t>
            </a:r>
          </a:p>
        </p:txBody>
      </p:sp>
      <p:sp>
        <p:nvSpPr>
          <p:cNvPr id="17" name="Table Placeholder 7">
            <a:extLst>
              <a:ext uri="{FF2B5EF4-FFF2-40B4-BE49-F238E27FC236}">
                <a16:creationId xmlns:a16="http://schemas.microsoft.com/office/drawing/2014/main" id="{C7D23790-FDC4-4A6D-BD1A-B5D644440A29}"/>
              </a:ext>
            </a:extLst>
          </p:cNvPr>
          <p:cNvSpPr>
            <a:spLocks noGrp="1"/>
          </p:cNvSpPr>
          <p:nvPr>
            <p:ph type="tbl" sz="quarter" idx="41"/>
          </p:nvPr>
        </p:nvSpPr>
        <p:spPr>
          <a:xfrm>
            <a:off x="323255" y="5322281"/>
            <a:ext cx="11535370" cy="693757"/>
          </a:xfrm>
          <a:prstGeom prst="rect">
            <a:avLst/>
          </a:prstGeom>
        </p:spPr>
        <p:txBody>
          <a:bodyPr/>
          <a:lstStyle>
            <a:lvl1pPr>
              <a:defRPr sz="1200"/>
            </a:lvl1pPr>
          </a:lstStyle>
          <a:p>
            <a:r>
              <a:rPr lang="fr-FR"/>
              <a:t>Cliquez sur l'icône pour ajouter un tableau</a:t>
            </a:r>
          </a:p>
        </p:txBody>
      </p:sp>
      <p:sp>
        <p:nvSpPr>
          <p:cNvPr id="19" name="Titel 14">
            <a:extLst>
              <a:ext uri="{FF2B5EF4-FFF2-40B4-BE49-F238E27FC236}">
                <a16:creationId xmlns:a16="http://schemas.microsoft.com/office/drawing/2014/main" id="{55BD0888-C41D-4055-8788-B673699C2BDE}"/>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1" name="Straight Connector 20">
            <a:extLst>
              <a:ext uri="{FF2B5EF4-FFF2-40B4-BE49-F238E27FC236}">
                <a16:creationId xmlns:a16="http://schemas.microsoft.com/office/drawing/2014/main" id="{77C8D043-4746-4954-8EAC-DFED1B542A10}"/>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832B0D9C-0878-4F5F-BE29-E86968EB216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629876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image_7">
    <p:bg>
      <p:bgPr>
        <a:solidFill>
          <a:schemeClr val="bg1"/>
        </a:solidFill>
        <a:effectLst/>
      </p:bgPr>
    </p:bg>
    <p:spTree>
      <p:nvGrpSpPr>
        <p:cNvPr id="1" name=""/>
        <p:cNvGrpSpPr/>
        <p:nvPr/>
      </p:nvGrpSpPr>
      <p:grpSpPr>
        <a:xfrm>
          <a:off x="0" y="0"/>
          <a:ext cx="0" cy="0"/>
          <a:chOff x="0" y="0"/>
          <a:chExt cx="0" cy="0"/>
        </a:xfrm>
      </p:grpSpPr>
      <p:sp>
        <p:nvSpPr>
          <p:cNvPr id="21" name="Slide Number Placeholder 4">
            <a:extLst>
              <a:ext uri="{FF2B5EF4-FFF2-40B4-BE49-F238E27FC236}">
                <a16:creationId xmlns:a16="http://schemas.microsoft.com/office/drawing/2014/main" id="{ADE82548-2FA4-4C50-9E29-81255A5BC6F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1DC8D84A-92C6-45F3-84ED-CA077369E75A}"/>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8915346-7BF6-4FC4-97C0-1AFF70E97D6F}" type="datetime1">
              <a:rPr lang="fr-FR" smtClean="0"/>
              <a:t>24/07/2026</a:t>
            </a:fld>
            <a:endParaRPr lang="en-US"/>
          </a:p>
        </p:txBody>
      </p:sp>
      <p:sp>
        <p:nvSpPr>
          <p:cNvPr id="18" name="Titel 14">
            <a:extLst>
              <a:ext uri="{FF2B5EF4-FFF2-40B4-BE49-F238E27FC236}">
                <a16:creationId xmlns:a16="http://schemas.microsoft.com/office/drawing/2014/main" id="{F9349C76-111E-4F4D-886C-21AB4F1B1AF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FA97BF97-1403-4B3C-BE19-557AAAE5C73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9C7E7CB3-7441-445A-9D97-74909A9058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sp>
        <p:nvSpPr>
          <p:cNvPr id="3" name="Table Placeholder 2">
            <a:extLst>
              <a:ext uri="{FF2B5EF4-FFF2-40B4-BE49-F238E27FC236}">
                <a16:creationId xmlns:a16="http://schemas.microsoft.com/office/drawing/2014/main" id="{2A99B319-6DB2-4249-9EF9-0BE5A49EE516}"/>
              </a:ext>
            </a:extLst>
          </p:cNvPr>
          <p:cNvSpPr>
            <a:spLocks noGrp="1"/>
          </p:cNvSpPr>
          <p:nvPr>
            <p:ph type="tbl" sz="quarter" idx="13"/>
          </p:nvPr>
        </p:nvSpPr>
        <p:spPr>
          <a:xfrm>
            <a:off x="336550" y="1125538"/>
            <a:ext cx="11512550" cy="4895850"/>
          </a:xfrm>
          <a:prstGeom prst="rect">
            <a:avLst/>
          </a:prstGeom>
        </p:spPr>
        <p:txBody>
          <a:bodyPr lIns="180000" tIns="180000" anchor="ctr" anchorCtr="0"/>
          <a:lstStyle>
            <a:lvl1pPr>
              <a:defRPr>
                <a:solidFill>
                  <a:schemeClr val="accent2"/>
                </a:solidFill>
              </a:defRPr>
            </a:lvl1pPr>
          </a:lstStyle>
          <a:p>
            <a:r>
              <a:rPr lang="fr-FR"/>
              <a:t>Cliquez sur l'icône pour ajouter un tableau</a:t>
            </a:r>
          </a:p>
        </p:txBody>
      </p:sp>
    </p:spTree>
    <p:extLst>
      <p:ext uri="{BB962C8B-B14F-4D97-AF65-F5344CB8AC3E}">
        <p14:creationId xmlns:p14="http://schemas.microsoft.com/office/powerpoint/2010/main" val="4681025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image_8">
    <p:bg>
      <p:bgPr>
        <a:solidFill>
          <a:schemeClr val="bg1"/>
        </a:solidFill>
        <a:effectLst/>
      </p:bgPr>
    </p:bg>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E2CD231C-7E53-FC3E-217B-6B9C2D27172C}"/>
              </a:ext>
            </a:extLst>
          </p:cNvPr>
          <p:cNvSpPr>
            <a:spLocks noGrp="1"/>
          </p:cNvSpPr>
          <p:nvPr>
            <p:ph type="pic" sz="quarter" idx="28"/>
          </p:nvPr>
        </p:nvSpPr>
        <p:spPr>
          <a:xfrm>
            <a:off x="1055440" y="3429000"/>
            <a:ext cx="4694085" cy="2635250"/>
          </a:xfrm>
          <a:prstGeom prst="rect">
            <a:avLst/>
          </a:prstGeom>
        </p:spPr>
        <p:txBody>
          <a:bodyPr/>
          <a:lstStyle/>
          <a:p>
            <a:r>
              <a:rPr lang="fr-FR"/>
              <a:t>Cliquez sur l'icône pour ajouter une image</a:t>
            </a:r>
          </a:p>
        </p:txBody>
      </p:sp>
      <p:sp>
        <p:nvSpPr>
          <p:cNvPr id="3" name="Picture Placeholder 3">
            <a:extLst>
              <a:ext uri="{FF2B5EF4-FFF2-40B4-BE49-F238E27FC236}">
                <a16:creationId xmlns:a16="http://schemas.microsoft.com/office/drawing/2014/main" id="{A7883174-CC0C-CABC-9D25-A0EDDA8FED5F}"/>
              </a:ext>
            </a:extLst>
          </p:cNvPr>
          <p:cNvSpPr>
            <a:spLocks noGrp="1"/>
          </p:cNvSpPr>
          <p:nvPr>
            <p:ph type="pic" sz="quarter" idx="29"/>
          </p:nvPr>
        </p:nvSpPr>
        <p:spPr>
          <a:xfrm>
            <a:off x="6331006" y="3429000"/>
            <a:ext cx="4694085" cy="2635250"/>
          </a:xfrm>
          <a:prstGeom prst="rect">
            <a:avLst/>
          </a:prstGeom>
        </p:spPr>
        <p:txBody>
          <a:bodyPr/>
          <a:lstStyle/>
          <a:p>
            <a:r>
              <a:rPr lang="fr-FR"/>
              <a:t>Cliquez sur l'icône pour ajouter une image</a:t>
            </a:r>
          </a:p>
        </p:txBody>
      </p:sp>
      <p:pic>
        <p:nvPicPr>
          <p:cNvPr id="6" name="Picture 5">
            <a:extLst>
              <a:ext uri="{FF2B5EF4-FFF2-40B4-BE49-F238E27FC236}">
                <a16:creationId xmlns:a16="http://schemas.microsoft.com/office/drawing/2014/main" id="{05F2471D-427A-4D80-982C-D40707EBD8E1}"/>
              </a:ext>
            </a:extLst>
          </p:cNvPr>
          <p:cNvPicPr>
            <a:picLocks noChangeAspect="1"/>
          </p:cNvPicPr>
          <p:nvPr userDrawn="1"/>
        </p:nvPicPr>
        <p:blipFill>
          <a:blip r:embed="rId2"/>
          <a:stretch>
            <a:fillRect/>
          </a:stretch>
        </p:blipFill>
        <p:spPr>
          <a:xfrm>
            <a:off x="5788459" y="4402824"/>
            <a:ext cx="532709" cy="532709"/>
          </a:xfrm>
          <a:prstGeom prst="rect">
            <a:avLst/>
          </a:prstGeom>
        </p:spPr>
      </p:pic>
      <p:sp>
        <p:nvSpPr>
          <p:cNvPr id="30" name="Slide Number Placeholder 4">
            <a:extLst>
              <a:ext uri="{FF2B5EF4-FFF2-40B4-BE49-F238E27FC236}">
                <a16:creationId xmlns:a16="http://schemas.microsoft.com/office/drawing/2014/main" id="{BD3D19C5-4CA4-4AFB-8C20-87B3AC9AAAE0}"/>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31" name="Date Placeholder 2">
            <a:extLst>
              <a:ext uri="{FF2B5EF4-FFF2-40B4-BE49-F238E27FC236}">
                <a16:creationId xmlns:a16="http://schemas.microsoft.com/office/drawing/2014/main" id="{F240F743-4EB4-4F8F-B7B6-404DBB6D5889}"/>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9A99BF60-2013-4B78-8E6A-A10209EE9CF6}" type="datetime1">
              <a:rPr lang="fr-FR" smtClean="0"/>
              <a:t>24/07/2026</a:t>
            </a:fld>
            <a:endParaRPr lang="en-US"/>
          </a:p>
        </p:txBody>
      </p:sp>
      <p:sp>
        <p:nvSpPr>
          <p:cNvPr id="18" name="Espace réservé du contenu 6">
            <a:extLst>
              <a:ext uri="{FF2B5EF4-FFF2-40B4-BE49-F238E27FC236}">
                <a16:creationId xmlns:a16="http://schemas.microsoft.com/office/drawing/2014/main" id="{509F77A4-5507-4238-95ED-84105824AD07}"/>
              </a:ext>
            </a:extLst>
          </p:cNvPr>
          <p:cNvSpPr>
            <a:spLocks noGrp="1"/>
          </p:cNvSpPr>
          <p:nvPr>
            <p:ph sz="quarter" idx="13" hasCustomPrompt="1"/>
          </p:nvPr>
        </p:nvSpPr>
        <p:spPr>
          <a:xfrm>
            <a:off x="336757" y="1071308"/>
            <a:ext cx="10945813" cy="2249842"/>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17883BCD-0606-404A-AE7C-475FE31A0030}"/>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3" name="Straight Connector 22">
            <a:extLst>
              <a:ext uri="{FF2B5EF4-FFF2-40B4-BE49-F238E27FC236}">
                <a16:creationId xmlns:a16="http://schemas.microsoft.com/office/drawing/2014/main" id="{AC26ED86-60DF-4424-932B-C3F9A1C0881C}"/>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4" name="Graphic 23">
            <a:extLst>
              <a:ext uri="{FF2B5EF4-FFF2-40B4-BE49-F238E27FC236}">
                <a16:creationId xmlns:a16="http://schemas.microsoft.com/office/drawing/2014/main" id="{5EFBE8A7-9496-40E8-9DA9-215A4964771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2414396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image_9">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DB16EC1-15FC-468C-84BD-BF9FFA189DA2}"/>
              </a:ext>
            </a:extLst>
          </p:cNvPr>
          <p:cNvPicPr>
            <a:picLocks noChangeAspect="1"/>
          </p:cNvPicPr>
          <p:nvPr userDrawn="1"/>
        </p:nvPicPr>
        <p:blipFill>
          <a:blip r:embed="rId2"/>
          <a:stretch>
            <a:fillRect/>
          </a:stretch>
        </p:blipFill>
        <p:spPr>
          <a:xfrm>
            <a:off x="334960" y="1511797"/>
            <a:ext cx="4464895" cy="4464895"/>
          </a:xfrm>
          <a:prstGeom prst="rect">
            <a:avLst/>
          </a:prstGeom>
        </p:spPr>
      </p:pic>
      <p:sp>
        <p:nvSpPr>
          <p:cNvPr id="4" name="Picture Placeholder 3">
            <a:extLst>
              <a:ext uri="{FF2B5EF4-FFF2-40B4-BE49-F238E27FC236}">
                <a16:creationId xmlns:a16="http://schemas.microsoft.com/office/drawing/2014/main" id="{C899C7DA-FA2A-4AD5-AA68-5C0BA563530D}"/>
              </a:ext>
            </a:extLst>
          </p:cNvPr>
          <p:cNvSpPr>
            <a:spLocks noGrp="1"/>
          </p:cNvSpPr>
          <p:nvPr>
            <p:ph type="pic" sz="quarter" idx="31"/>
          </p:nvPr>
        </p:nvSpPr>
        <p:spPr>
          <a:xfrm>
            <a:off x="5231904" y="1341439"/>
            <a:ext cx="6626721" cy="4635500"/>
          </a:xfrm>
          <a:prstGeom prst="rect">
            <a:avLst/>
          </a:prstGeom>
        </p:spPr>
        <p:txBody>
          <a:bodyPr/>
          <a:lstStyle/>
          <a:p>
            <a:r>
              <a:rPr lang="fr-FR"/>
              <a:t>Cliquez sur l'icône pour ajouter une image</a:t>
            </a:r>
          </a:p>
        </p:txBody>
      </p:sp>
      <p:sp>
        <p:nvSpPr>
          <p:cNvPr id="18" name="Espace réservé du contenu 6">
            <a:extLst>
              <a:ext uri="{FF2B5EF4-FFF2-40B4-BE49-F238E27FC236}">
                <a16:creationId xmlns:a16="http://schemas.microsoft.com/office/drawing/2014/main" id="{3606AF20-9DEB-4F9F-A475-AC03A36C3939}"/>
              </a:ext>
            </a:extLst>
          </p:cNvPr>
          <p:cNvSpPr>
            <a:spLocks noGrp="1"/>
          </p:cNvSpPr>
          <p:nvPr>
            <p:ph sz="quarter" idx="13" hasCustomPrompt="1"/>
          </p:nvPr>
        </p:nvSpPr>
        <p:spPr>
          <a:xfrm>
            <a:off x="551235" y="1341439"/>
            <a:ext cx="3888581" cy="4635254"/>
          </a:xfrm>
          <a:prstGeom prst="rect">
            <a:avLst/>
          </a:prstGeom>
        </p:spPr>
        <p:txBody>
          <a:bodyPr anchor="ctr" anchorCtr="0"/>
          <a:lstStyle>
            <a:lvl1pPr marL="0" indent="0" algn="ctr">
              <a:lnSpc>
                <a:spcPct val="120000"/>
              </a:lnSpc>
              <a:spcBef>
                <a:spcPts val="1000"/>
              </a:spcBef>
              <a:buNone/>
              <a:defRPr sz="1400">
                <a:solidFill>
                  <a:schemeClr val="tx1"/>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chemeClr val="tx1"/>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26" name="Slide Number Placeholder 4">
            <a:extLst>
              <a:ext uri="{FF2B5EF4-FFF2-40B4-BE49-F238E27FC236}">
                <a16:creationId xmlns:a16="http://schemas.microsoft.com/office/drawing/2014/main" id="{E9F2EB19-D992-4F46-A7B6-5FFE44F318C3}"/>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7" name="Date Placeholder 2">
            <a:extLst>
              <a:ext uri="{FF2B5EF4-FFF2-40B4-BE49-F238E27FC236}">
                <a16:creationId xmlns:a16="http://schemas.microsoft.com/office/drawing/2014/main" id="{62898395-5562-4577-892A-DED8B4CB8D7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A720FBA-0993-452C-BA0D-B29829E4DFFB}" type="datetime1">
              <a:rPr lang="fr-FR" smtClean="0"/>
              <a:t>24/07/2026</a:t>
            </a:fld>
            <a:endParaRPr lang="en-US"/>
          </a:p>
        </p:txBody>
      </p:sp>
      <p:sp>
        <p:nvSpPr>
          <p:cNvPr id="21" name="Titel 14">
            <a:extLst>
              <a:ext uri="{FF2B5EF4-FFF2-40B4-BE49-F238E27FC236}">
                <a16:creationId xmlns:a16="http://schemas.microsoft.com/office/drawing/2014/main" id="{6B8BE8CC-3A2A-4418-B713-7BA0508DB37D}"/>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4" name="Straight Connector 23">
            <a:extLst>
              <a:ext uri="{FF2B5EF4-FFF2-40B4-BE49-F238E27FC236}">
                <a16:creationId xmlns:a16="http://schemas.microsoft.com/office/drawing/2014/main" id="{2DCC7704-3E52-45A5-865D-0C5C6DA3272A}"/>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A6833364-511F-446C-96C9-23356AA53AA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35981693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image_10">
    <p:bg>
      <p:bgPr>
        <a:solidFill>
          <a:schemeClr val="bg1"/>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B36B8667-2240-41AA-B3D1-E8D5B84C6A2C}"/>
              </a:ext>
            </a:extLst>
          </p:cNvPr>
          <p:cNvPicPr>
            <a:picLocks noChangeAspect="1"/>
          </p:cNvPicPr>
          <p:nvPr userDrawn="1"/>
        </p:nvPicPr>
        <p:blipFill>
          <a:blip r:embed="rId2"/>
          <a:stretch>
            <a:fillRect/>
          </a:stretch>
        </p:blipFill>
        <p:spPr>
          <a:xfrm>
            <a:off x="6597267" y="1003026"/>
            <a:ext cx="4851948" cy="4851948"/>
          </a:xfrm>
          <a:prstGeom prst="rect">
            <a:avLst/>
          </a:prstGeom>
        </p:spPr>
      </p:pic>
      <p:sp>
        <p:nvSpPr>
          <p:cNvPr id="12" name="Espace réservé du contenu 6">
            <a:extLst>
              <a:ext uri="{FF2B5EF4-FFF2-40B4-BE49-F238E27FC236}">
                <a16:creationId xmlns:a16="http://schemas.microsoft.com/office/drawing/2014/main" id="{F9ECAD8B-6872-4109-BAB6-D61204A8C257}"/>
              </a:ext>
            </a:extLst>
          </p:cNvPr>
          <p:cNvSpPr>
            <a:spLocks noGrp="1"/>
          </p:cNvSpPr>
          <p:nvPr>
            <p:ph sz="quarter" idx="13" hasCustomPrompt="1"/>
          </p:nvPr>
        </p:nvSpPr>
        <p:spPr>
          <a:xfrm>
            <a:off x="6960096" y="1003026"/>
            <a:ext cx="3960440" cy="4851948"/>
          </a:xfrm>
          <a:prstGeom prst="rect">
            <a:avLst/>
          </a:prstGeom>
        </p:spPr>
        <p:txBody>
          <a:bodyPr anchor="ctr" anchorCtr="0"/>
          <a:lstStyle>
            <a:lvl1pPr marL="0" indent="0" algn="ctr">
              <a:lnSpc>
                <a:spcPct val="120000"/>
              </a:lnSpc>
              <a:spcBef>
                <a:spcPts val="1000"/>
              </a:spcBef>
              <a:buNone/>
              <a:defRPr sz="1400">
                <a:solidFill>
                  <a:schemeClr val="tx1"/>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chemeClr val="tx1"/>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15" name="Slide Number Placeholder 4">
            <a:extLst>
              <a:ext uri="{FF2B5EF4-FFF2-40B4-BE49-F238E27FC236}">
                <a16:creationId xmlns:a16="http://schemas.microsoft.com/office/drawing/2014/main" id="{9C0791AA-D671-4496-B114-67EBD99A0463}"/>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bg1"/>
                </a:solidFill>
              </a:defRPr>
            </a:lvl1pPr>
          </a:lstStyle>
          <a:p>
            <a:fld id="{0D2E6A04-B99A-6C4D-8942-945F97C9E705}" type="slidenum">
              <a:rPr lang="en-US" smtClean="0"/>
              <a:pPr/>
              <a:t>‹N°›</a:t>
            </a:fld>
            <a:endParaRPr lang="en-US"/>
          </a:p>
        </p:txBody>
      </p:sp>
      <p:sp>
        <p:nvSpPr>
          <p:cNvPr id="18" name="Date Placeholder 2">
            <a:extLst>
              <a:ext uri="{FF2B5EF4-FFF2-40B4-BE49-F238E27FC236}">
                <a16:creationId xmlns:a16="http://schemas.microsoft.com/office/drawing/2014/main" id="{3687440B-C9C6-4DC2-AE13-75F9171408AB}"/>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bg1"/>
                </a:solidFill>
              </a:defRPr>
            </a:lvl1pPr>
          </a:lstStyle>
          <a:p>
            <a:fld id="{41C7B704-6277-4566-9E7B-CC823712289A}" type="datetime1">
              <a:rPr lang="fr-FR" smtClean="0"/>
              <a:t>24/07/2026</a:t>
            </a:fld>
            <a:endParaRPr lang="en-US"/>
          </a:p>
        </p:txBody>
      </p:sp>
    </p:spTree>
    <p:extLst>
      <p:ext uri="{BB962C8B-B14F-4D97-AF65-F5344CB8AC3E}">
        <p14:creationId xmlns:p14="http://schemas.microsoft.com/office/powerpoint/2010/main" val="403376878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ockup-1">
    <p:bg>
      <p:bgPr>
        <a:solidFill>
          <a:schemeClr val="bg1"/>
        </a:solidFill>
        <a:effectLst/>
      </p:bgPr>
    </p:bg>
    <p:spTree>
      <p:nvGrpSpPr>
        <p:cNvPr id="1" name=""/>
        <p:cNvGrpSpPr/>
        <p:nvPr/>
      </p:nvGrpSpPr>
      <p:grpSpPr>
        <a:xfrm>
          <a:off x="0" y="0"/>
          <a:ext cx="0" cy="0"/>
          <a:chOff x="0" y="0"/>
          <a:chExt cx="0" cy="0"/>
        </a:xfrm>
      </p:grpSpPr>
      <p:pic>
        <p:nvPicPr>
          <p:cNvPr id="18" name="Image 16" descr="Une image contenant texte, équipement électronique, portable, afficher&#10;&#10;Description générée automatiquement">
            <a:extLst>
              <a:ext uri="{FF2B5EF4-FFF2-40B4-BE49-F238E27FC236}">
                <a16:creationId xmlns:a16="http://schemas.microsoft.com/office/drawing/2014/main" id="{7A6B97D8-20BB-42C9-91BF-39AF88C02B4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197673" y="1567302"/>
            <a:ext cx="7308669" cy="4523047"/>
          </a:xfrm>
          <a:prstGeom prst="rect">
            <a:avLst/>
          </a:prstGeom>
        </p:spPr>
      </p:pic>
      <p:pic>
        <p:nvPicPr>
          <p:cNvPr id="19" name="Picture 18">
            <a:extLst>
              <a:ext uri="{FF2B5EF4-FFF2-40B4-BE49-F238E27FC236}">
                <a16:creationId xmlns:a16="http://schemas.microsoft.com/office/drawing/2014/main" id="{ADB16EC1-15FC-468C-84BD-BF9FFA189DA2}"/>
              </a:ext>
            </a:extLst>
          </p:cNvPr>
          <p:cNvPicPr>
            <a:picLocks noChangeAspect="1"/>
          </p:cNvPicPr>
          <p:nvPr userDrawn="1"/>
        </p:nvPicPr>
        <p:blipFill>
          <a:blip r:embed="rId3"/>
          <a:stretch>
            <a:fillRect/>
          </a:stretch>
        </p:blipFill>
        <p:spPr>
          <a:xfrm>
            <a:off x="334961" y="1919082"/>
            <a:ext cx="3852096" cy="3852096"/>
          </a:xfrm>
          <a:prstGeom prst="rect">
            <a:avLst/>
          </a:prstGeom>
        </p:spPr>
      </p:pic>
      <p:sp>
        <p:nvSpPr>
          <p:cNvPr id="6" name="Text Placeholder 5">
            <a:extLst>
              <a:ext uri="{FF2B5EF4-FFF2-40B4-BE49-F238E27FC236}">
                <a16:creationId xmlns:a16="http://schemas.microsoft.com/office/drawing/2014/main" id="{12162CA2-A044-432C-82BA-84906CBEB5A2}"/>
              </a:ext>
            </a:extLst>
          </p:cNvPr>
          <p:cNvSpPr>
            <a:spLocks noGrp="1"/>
          </p:cNvSpPr>
          <p:nvPr>
            <p:ph type="body" sz="quarter" idx="28" hasCustomPrompt="1"/>
          </p:nvPr>
        </p:nvSpPr>
        <p:spPr>
          <a:xfrm>
            <a:off x="703784" y="2925256"/>
            <a:ext cx="3312368" cy="2183975"/>
          </a:xfrm>
          <a:prstGeom prst="rect">
            <a:avLst/>
          </a:prstGeom>
          <a:noFill/>
        </p:spPr>
        <p:txBody>
          <a:bodyPr/>
          <a:lstStyle>
            <a:lvl1pPr marL="0" indent="0">
              <a:lnSpc>
                <a:spcPct val="110000"/>
              </a:lnSpc>
              <a:buNone/>
              <a:defRPr sz="1200">
                <a:solidFill>
                  <a:schemeClr val="accent1"/>
                </a:solidFill>
              </a:defRPr>
            </a:lvl1pPr>
            <a:lvl2pPr>
              <a:defRPr>
                <a:solidFill>
                  <a:schemeClr val="bg1">
                    <a:lumMod val="25000"/>
                  </a:schemeClr>
                </a:solidFill>
              </a:defRPr>
            </a:lvl2pPr>
            <a:lvl3pPr marL="914400" indent="0">
              <a:buNone/>
              <a:defRPr>
                <a:solidFill>
                  <a:schemeClr val="bg1">
                    <a:lumMod val="25000"/>
                  </a:schemeClr>
                </a:solidFill>
              </a:defRPr>
            </a:lvl3pPr>
            <a:lvl4pPr marL="1371600" indent="0">
              <a:buNone/>
              <a:defRPr sz="1200">
                <a:solidFill>
                  <a:schemeClr val="bg1">
                    <a:lumMod val="25000"/>
                  </a:schemeClr>
                </a:solidFill>
              </a:defRPr>
            </a:lvl4pPr>
            <a:lvl5pPr>
              <a:defRPr sz="1200">
                <a:solidFill>
                  <a:schemeClr val="bg1">
                    <a:lumMod val="25000"/>
                  </a:schemeClr>
                </a:solidFill>
              </a:defRPr>
            </a:lvl5pPr>
          </a:lstStyle>
          <a:p>
            <a:pPr lvl="0"/>
            <a:r>
              <a:rPr lang="en-US"/>
              <a:t>Text</a:t>
            </a:r>
            <a:endParaRPr lang="fr-FR"/>
          </a:p>
        </p:txBody>
      </p:sp>
      <p:sp>
        <p:nvSpPr>
          <p:cNvPr id="8" name="Text Placeholder 7">
            <a:extLst>
              <a:ext uri="{FF2B5EF4-FFF2-40B4-BE49-F238E27FC236}">
                <a16:creationId xmlns:a16="http://schemas.microsoft.com/office/drawing/2014/main" id="{1F6D45D6-8205-4C94-8416-73C4EA08B4F6}"/>
              </a:ext>
            </a:extLst>
          </p:cNvPr>
          <p:cNvSpPr>
            <a:spLocks noGrp="1"/>
          </p:cNvSpPr>
          <p:nvPr>
            <p:ph type="body" sz="quarter" idx="29" hasCustomPrompt="1"/>
          </p:nvPr>
        </p:nvSpPr>
        <p:spPr>
          <a:xfrm>
            <a:off x="703784" y="2372927"/>
            <a:ext cx="2736304" cy="552329"/>
          </a:xfrm>
          <a:prstGeom prst="rect">
            <a:avLst/>
          </a:prstGeom>
        </p:spPr>
        <p:txBody>
          <a:bodyPr/>
          <a:lstStyle>
            <a:lvl1pPr marL="0" indent="0">
              <a:buNone/>
              <a:defRPr sz="2000"/>
            </a:lvl1pPr>
          </a:lstStyle>
          <a:p>
            <a:pPr lvl="0"/>
            <a:r>
              <a:rPr lang="en-US"/>
              <a:t>Paragraph title</a:t>
            </a:r>
            <a:endParaRPr lang="fr-FR"/>
          </a:p>
        </p:txBody>
      </p:sp>
      <p:sp>
        <p:nvSpPr>
          <p:cNvPr id="21" name="Text Placeholder 7">
            <a:extLst>
              <a:ext uri="{FF2B5EF4-FFF2-40B4-BE49-F238E27FC236}">
                <a16:creationId xmlns:a16="http://schemas.microsoft.com/office/drawing/2014/main" id="{95C98080-C8C9-4213-A9DE-FEB42F6B5CA8}"/>
              </a:ext>
            </a:extLst>
          </p:cNvPr>
          <p:cNvSpPr>
            <a:spLocks noGrp="1"/>
          </p:cNvSpPr>
          <p:nvPr>
            <p:ph type="body" sz="quarter" idx="30" hasCustomPrompt="1"/>
          </p:nvPr>
        </p:nvSpPr>
        <p:spPr>
          <a:xfrm>
            <a:off x="334962" y="1370391"/>
            <a:ext cx="11513932" cy="552329"/>
          </a:xfrm>
          <a:prstGeom prst="rect">
            <a:avLst/>
          </a:prstGeom>
        </p:spPr>
        <p:txBody>
          <a:bodyPr/>
          <a:lstStyle>
            <a:lvl1pPr marL="0" indent="0">
              <a:buNone/>
              <a:defRPr sz="2000"/>
            </a:lvl1pPr>
          </a:lstStyle>
          <a:p>
            <a:pPr lvl="0"/>
            <a:r>
              <a:rPr lang="en-US"/>
              <a:t>Paragraph title</a:t>
            </a:r>
            <a:endParaRPr lang="fr-FR"/>
          </a:p>
        </p:txBody>
      </p:sp>
      <p:sp>
        <p:nvSpPr>
          <p:cNvPr id="4" name="Picture Placeholder 3">
            <a:extLst>
              <a:ext uri="{FF2B5EF4-FFF2-40B4-BE49-F238E27FC236}">
                <a16:creationId xmlns:a16="http://schemas.microsoft.com/office/drawing/2014/main" id="{C899C7DA-FA2A-4AD5-AA68-5C0BA563530D}"/>
              </a:ext>
            </a:extLst>
          </p:cNvPr>
          <p:cNvSpPr>
            <a:spLocks noGrp="1"/>
          </p:cNvSpPr>
          <p:nvPr>
            <p:ph type="pic" sz="quarter" idx="31"/>
          </p:nvPr>
        </p:nvSpPr>
        <p:spPr>
          <a:xfrm>
            <a:off x="5087889" y="2107866"/>
            <a:ext cx="5524656" cy="3434182"/>
          </a:xfrm>
          <a:prstGeom prst="rect">
            <a:avLst/>
          </a:prstGeom>
        </p:spPr>
        <p:txBody>
          <a:bodyPr/>
          <a:lstStyle/>
          <a:p>
            <a:r>
              <a:rPr lang="fr-FR"/>
              <a:t>Cliquez sur l'icône pour ajouter une image</a:t>
            </a:r>
          </a:p>
        </p:txBody>
      </p:sp>
      <p:sp>
        <p:nvSpPr>
          <p:cNvPr id="25" name="Slide Number Placeholder 4">
            <a:extLst>
              <a:ext uri="{FF2B5EF4-FFF2-40B4-BE49-F238E27FC236}">
                <a16:creationId xmlns:a16="http://schemas.microsoft.com/office/drawing/2014/main" id="{564C2A2C-2556-442A-8B1E-73BFC28F4CC7}"/>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6" name="Date Placeholder 2">
            <a:extLst>
              <a:ext uri="{FF2B5EF4-FFF2-40B4-BE49-F238E27FC236}">
                <a16:creationId xmlns:a16="http://schemas.microsoft.com/office/drawing/2014/main" id="{3A9E7B52-A027-4AD2-A5B4-68CB9496A0EC}"/>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163396B5-C0E0-401A-A73E-AEED12937E07}" type="datetime1">
              <a:rPr lang="fr-FR" smtClean="0"/>
              <a:t>24/07/2026</a:t>
            </a:fld>
            <a:endParaRPr lang="en-US"/>
          </a:p>
        </p:txBody>
      </p:sp>
      <p:sp>
        <p:nvSpPr>
          <p:cNvPr id="23" name="Titel 14">
            <a:extLst>
              <a:ext uri="{FF2B5EF4-FFF2-40B4-BE49-F238E27FC236}">
                <a16:creationId xmlns:a16="http://schemas.microsoft.com/office/drawing/2014/main" id="{2E02F4A5-9F7C-40B8-AE80-8A7C252FE827}"/>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7" name="Straight Connector 26">
            <a:extLst>
              <a:ext uri="{FF2B5EF4-FFF2-40B4-BE49-F238E27FC236}">
                <a16:creationId xmlns:a16="http://schemas.microsoft.com/office/drawing/2014/main" id="{E6A3A3B1-0492-4DE4-9E77-C7630C6F11D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6CD9F642-86C4-40B8-BB50-827F8118C65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13693915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mockup_2">
    <p:bg>
      <p:bgPr>
        <a:solidFill>
          <a:schemeClr val="bg1"/>
        </a:solidFill>
        <a:effectLst/>
      </p:bgPr>
    </p:bg>
    <p:spTree>
      <p:nvGrpSpPr>
        <p:cNvPr id="1" name=""/>
        <p:cNvGrpSpPr/>
        <p:nvPr/>
      </p:nvGrpSpPr>
      <p:grpSpPr>
        <a:xfrm>
          <a:off x="0" y="0"/>
          <a:ext cx="0" cy="0"/>
          <a:chOff x="0" y="0"/>
          <a:chExt cx="0" cy="0"/>
        </a:xfrm>
      </p:grpSpPr>
      <p:pic>
        <p:nvPicPr>
          <p:cNvPr id="23" name="Image 7">
            <a:extLst>
              <a:ext uri="{FF2B5EF4-FFF2-40B4-BE49-F238E27FC236}">
                <a16:creationId xmlns:a16="http://schemas.microsoft.com/office/drawing/2014/main" id="{03A1FFB4-280F-4F01-BA94-B0ECBE365100}"/>
              </a:ext>
            </a:extLst>
          </p:cNvPr>
          <p:cNvPicPr>
            <a:picLocks noChangeAspect="1"/>
          </p:cNvPicPr>
          <p:nvPr userDrawn="1"/>
        </p:nvPicPr>
        <p:blipFill>
          <a:blip r:embed="rId2" cstate="email">
            <a:grayscl/>
            <a:extLst>
              <a:ext uri="{28A0092B-C50C-407E-A947-70E740481C1C}">
                <a14:useLocalDpi xmlns:a14="http://schemas.microsoft.com/office/drawing/2010/main"/>
              </a:ext>
            </a:extLst>
          </a:blip>
          <a:srcRect/>
          <a:stretch/>
        </p:blipFill>
        <p:spPr>
          <a:xfrm>
            <a:off x="8057627" y="1134326"/>
            <a:ext cx="2830600" cy="5350387"/>
          </a:xfrm>
          <a:prstGeom prst="rect">
            <a:avLst/>
          </a:prstGeom>
        </p:spPr>
      </p:pic>
      <p:sp>
        <p:nvSpPr>
          <p:cNvPr id="24" name="Espace réservé pour une image  6">
            <a:extLst>
              <a:ext uri="{FF2B5EF4-FFF2-40B4-BE49-F238E27FC236}">
                <a16:creationId xmlns:a16="http://schemas.microsoft.com/office/drawing/2014/main" id="{2149025D-75C1-4FAB-8A8E-EADD255C03F9}"/>
              </a:ext>
            </a:extLst>
          </p:cNvPr>
          <p:cNvSpPr>
            <a:spLocks noGrp="1"/>
          </p:cNvSpPr>
          <p:nvPr>
            <p:ph type="pic" sz="quarter" idx="14"/>
          </p:nvPr>
        </p:nvSpPr>
        <p:spPr>
          <a:xfrm>
            <a:off x="8400257" y="1459130"/>
            <a:ext cx="2160240" cy="4703329"/>
          </a:xfrm>
          <a:custGeom>
            <a:avLst/>
            <a:gdLst>
              <a:gd name="connsiteX0" fmla="*/ 274308 w 2383631"/>
              <a:gd name="connsiteY0" fmla="*/ 0 h 5155406"/>
              <a:gd name="connsiteX1" fmla="*/ 496713 w 2383631"/>
              <a:gd name="connsiteY1" fmla="*/ 0 h 5155406"/>
              <a:gd name="connsiteX2" fmla="*/ 552448 w 2383631"/>
              <a:gd name="connsiteY2" fmla="*/ 55735 h 5155406"/>
              <a:gd name="connsiteX3" fmla="*/ 552162 w 2383631"/>
              <a:gd name="connsiteY3" fmla="*/ 57150 h 5155406"/>
              <a:gd name="connsiteX4" fmla="*/ 552448 w 2383631"/>
              <a:gd name="connsiteY4" fmla="*/ 57150 h 5155406"/>
              <a:gd name="connsiteX5" fmla="*/ 552448 w 2383631"/>
              <a:gd name="connsiteY5" fmla="*/ 55735 h 5155406"/>
              <a:gd name="connsiteX6" fmla="*/ 552448 w 2383631"/>
              <a:gd name="connsiteY6" fmla="*/ 0 h 5155406"/>
              <a:gd name="connsiteX7" fmla="*/ 552450 w 2383631"/>
              <a:gd name="connsiteY7" fmla="*/ 0 h 5155406"/>
              <a:gd name="connsiteX8" fmla="*/ 552450 w 2383631"/>
              <a:gd name="connsiteY8" fmla="*/ 54766 h 5155406"/>
              <a:gd name="connsiteX9" fmla="*/ 697709 w 2383631"/>
              <a:gd name="connsiteY9" fmla="*/ 200025 h 5155406"/>
              <a:gd name="connsiteX10" fmla="*/ 1690307 w 2383631"/>
              <a:gd name="connsiteY10" fmla="*/ 200025 h 5155406"/>
              <a:gd name="connsiteX11" fmla="*/ 1835566 w 2383631"/>
              <a:gd name="connsiteY11" fmla="*/ 54766 h 5155406"/>
              <a:gd name="connsiteX12" fmla="*/ 1835566 w 2383631"/>
              <a:gd name="connsiteY12" fmla="*/ 55735 h 5155406"/>
              <a:gd name="connsiteX13" fmla="*/ 1835566 w 2383631"/>
              <a:gd name="connsiteY13" fmla="*/ 57150 h 5155406"/>
              <a:gd name="connsiteX14" fmla="*/ 1835851 w 2383631"/>
              <a:gd name="connsiteY14" fmla="*/ 57150 h 5155406"/>
              <a:gd name="connsiteX15" fmla="*/ 1835566 w 2383631"/>
              <a:gd name="connsiteY15" fmla="*/ 55735 h 5155406"/>
              <a:gd name="connsiteX16" fmla="*/ 1891301 w 2383631"/>
              <a:gd name="connsiteY16" fmla="*/ 0 h 5155406"/>
              <a:gd name="connsiteX17" fmla="*/ 2109323 w 2383631"/>
              <a:gd name="connsiteY17" fmla="*/ 0 h 5155406"/>
              <a:gd name="connsiteX18" fmla="*/ 2383631 w 2383631"/>
              <a:gd name="connsiteY18" fmla="*/ 274308 h 5155406"/>
              <a:gd name="connsiteX19" fmla="*/ 2383631 w 2383631"/>
              <a:gd name="connsiteY19" fmla="*/ 4881098 h 5155406"/>
              <a:gd name="connsiteX20" fmla="*/ 2109323 w 2383631"/>
              <a:gd name="connsiteY20" fmla="*/ 5155406 h 5155406"/>
              <a:gd name="connsiteX21" fmla="*/ 274308 w 2383631"/>
              <a:gd name="connsiteY21" fmla="*/ 5155406 h 5155406"/>
              <a:gd name="connsiteX22" fmla="*/ 0 w 2383631"/>
              <a:gd name="connsiteY22" fmla="*/ 4881098 h 5155406"/>
              <a:gd name="connsiteX23" fmla="*/ 0 w 2383631"/>
              <a:gd name="connsiteY23" fmla="*/ 274308 h 5155406"/>
              <a:gd name="connsiteX24" fmla="*/ 274308 w 2383631"/>
              <a:gd name="connsiteY24" fmla="*/ 0 h 5155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383631" h="5155406">
                <a:moveTo>
                  <a:pt x="274308" y="0"/>
                </a:moveTo>
                <a:lnTo>
                  <a:pt x="496713" y="0"/>
                </a:lnTo>
                <a:cubicBezTo>
                  <a:pt x="527494" y="0"/>
                  <a:pt x="552448" y="24953"/>
                  <a:pt x="552448" y="55735"/>
                </a:cubicBezTo>
                <a:lnTo>
                  <a:pt x="552162" y="57150"/>
                </a:lnTo>
                <a:lnTo>
                  <a:pt x="552448" y="57150"/>
                </a:lnTo>
                <a:lnTo>
                  <a:pt x="552448" y="55735"/>
                </a:lnTo>
                <a:lnTo>
                  <a:pt x="552448" y="0"/>
                </a:lnTo>
                <a:lnTo>
                  <a:pt x="552450" y="0"/>
                </a:lnTo>
                <a:lnTo>
                  <a:pt x="552450" y="54766"/>
                </a:lnTo>
                <a:cubicBezTo>
                  <a:pt x="552450" y="134990"/>
                  <a:pt x="617485" y="200025"/>
                  <a:pt x="697709" y="200025"/>
                </a:cubicBezTo>
                <a:lnTo>
                  <a:pt x="1690307" y="200025"/>
                </a:lnTo>
                <a:cubicBezTo>
                  <a:pt x="1770531" y="200025"/>
                  <a:pt x="1835566" y="134990"/>
                  <a:pt x="1835566" y="54766"/>
                </a:cubicBezTo>
                <a:lnTo>
                  <a:pt x="1835566" y="55735"/>
                </a:lnTo>
                <a:lnTo>
                  <a:pt x="1835566" y="57150"/>
                </a:lnTo>
                <a:lnTo>
                  <a:pt x="1835851" y="57150"/>
                </a:lnTo>
                <a:lnTo>
                  <a:pt x="1835566" y="55735"/>
                </a:lnTo>
                <a:cubicBezTo>
                  <a:pt x="1835566" y="24953"/>
                  <a:pt x="1860519" y="0"/>
                  <a:pt x="1891301" y="0"/>
                </a:cubicBezTo>
                <a:lnTo>
                  <a:pt x="2109323" y="0"/>
                </a:lnTo>
                <a:cubicBezTo>
                  <a:pt x="2260819" y="0"/>
                  <a:pt x="2383631" y="122812"/>
                  <a:pt x="2383631" y="274308"/>
                </a:cubicBezTo>
                <a:lnTo>
                  <a:pt x="2383631" y="4881098"/>
                </a:lnTo>
                <a:cubicBezTo>
                  <a:pt x="2383631" y="5032594"/>
                  <a:pt x="2260819" y="5155406"/>
                  <a:pt x="2109323" y="5155406"/>
                </a:cubicBezTo>
                <a:lnTo>
                  <a:pt x="274308" y="5155406"/>
                </a:lnTo>
                <a:cubicBezTo>
                  <a:pt x="122812" y="5155406"/>
                  <a:pt x="0" y="5032594"/>
                  <a:pt x="0" y="4881098"/>
                </a:cubicBezTo>
                <a:lnTo>
                  <a:pt x="0" y="274308"/>
                </a:lnTo>
                <a:cubicBezTo>
                  <a:pt x="0" y="122812"/>
                  <a:pt x="122812" y="0"/>
                  <a:pt x="274308" y="0"/>
                </a:cubicBezTo>
                <a:close/>
              </a:path>
            </a:pathLst>
          </a:custGeom>
        </p:spPr>
        <p:txBody>
          <a:bodyPr/>
          <a:lstStyle/>
          <a:p>
            <a:r>
              <a:rPr lang="fr-FR"/>
              <a:t>Cliquez sur l'icône pour ajouter une image</a:t>
            </a:r>
          </a:p>
        </p:txBody>
      </p:sp>
      <p:sp>
        <p:nvSpPr>
          <p:cNvPr id="19" name="Slide Number Placeholder 4">
            <a:extLst>
              <a:ext uri="{FF2B5EF4-FFF2-40B4-BE49-F238E27FC236}">
                <a16:creationId xmlns:a16="http://schemas.microsoft.com/office/drawing/2014/main" id="{4AB445C5-8E6F-4510-8735-5A5F71421B2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1" name="Date Placeholder 2">
            <a:extLst>
              <a:ext uri="{FF2B5EF4-FFF2-40B4-BE49-F238E27FC236}">
                <a16:creationId xmlns:a16="http://schemas.microsoft.com/office/drawing/2014/main" id="{0F97DEDE-5EF2-4F76-AAE2-0AEA82B4FE6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91AF09C8-B8C9-4319-B42A-ABCBE6C76F5D}" type="datetime1">
              <a:rPr lang="fr-FR" smtClean="0"/>
              <a:t>24/07/2026</a:t>
            </a:fld>
            <a:endParaRPr lang="en-US"/>
          </a:p>
        </p:txBody>
      </p:sp>
      <p:sp>
        <p:nvSpPr>
          <p:cNvPr id="25" name="Espace réservé du contenu 6">
            <a:extLst>
              <a:ext uri="{FF2B5EF4-FFF2-40B4-BE49-F238E27FC236}">
                <a16:creationId xmlns:a16="http://schemas.microsoft.com/office/drawing/2014/main" id="{1426606B-A2A9-4F52-A426-7A7BC6889088}"/>
              </a:ext>
            </a:extLst>
          </p:cNvPr>
          <p:cNvSpPr>
            <a:spLocks noGrp="1"/>
          </p:cNvSpPr>
          <p:nvPr>
            <p:ph sz="quarter" idx="13" hasCustomPrompt="1"/>
          </p:nvPr>
        </p:nvSpPr>
        <p:spPr>
          <a:xfrm>
            <a:off x="336757" y="1341438"/>
            <a:ext cx="7271411" cy="4871632"/>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Titel 14">
            <a:extLst>
              <a:ext uri="{FF2B5EF4-FFF2-40B4-BE49-F238E27FC236}">
                <a16:creationId xmlns:a16="http://schemas.microsoft.com/office/drawing/2014/main" id="{974B5DDE-E39D-442D-B518-0A95FAB822AE}"/>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6" name="Straight Connector 25">
            <a:extLst>
              <a:ext uri="{FF2B5EF4-FFF2-40B4-BE49-F238E27FC236}">
                <a16:creationId xmlns:a16="http://schemas.microsoft.com/office/drawing/2014/main" id="{D6AFB3A4-5290-47AE-80CC-41B088283968}"/>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8" name="Graphic 27">
            <a:extLst>
              <a:ext uri="{FF2B5EF4-FFF2-40B4-BE49-F238E27FC236}">
                <a16:creationId xmlns:a16="http://schemas.microsoft.com/office/drawing/2014/main" id="{8F0FCDF2-E4B8-4FF8-951F-333F195AE69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950231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raph_1">
    <p:bg>
      <p:bgPr>
        <a:solidFill>
          <a:schemeClr val="bg1"/>
        </a:solidFill>
        <a:effectLst/>
      </p:bgPr>
    </p:bg>
    <p:spTree>
      <p:nvGrpSpPr>
        <p:cNvPr id="1" name=""/>
        <p:cNvGrpSpPr/>
        <p:nvPr/>
      </p:nvGrpSpPr>
      <p:grpSpPr>
        <a:xfrm>
          <a:off x="0" y="0"/>
          <a:ext cx="0" cy="0"/>
          <a:chOff x="0" y="0"/>
          <a:chExt cx="0" cy="0"/>
        </a:xfrm>
      </p:grpSpPr>
      <p:sp>
        <p:nvSpPr>
          <p:cNvPr id="4" name="Chart Placeholder 3">
            <a:extLst>
              <a:ext uri="{FF2B5EF4-FFF2-40B4-BE49-F238E27FC236}">
                <a16:creationId xmlns:a16="http://schemas.microsoft.com/office/drawing/2014/main" id="{A99C9207-CB47-47E2-9A1B-D9C0DF55E4F9}"/>
              </a:ext>
            </a:extLst>
          </p:cNvPr>
          <p:cNvSpPr>
            <a:spLocks noGrp="1"/>
          </p:cNvSpPr>
          <p:nvPr>
            <p:ph type="chart" sz="quarter" idx="32"/>
          </p:nvPr>
        </p:nvSpPr>
        <p:spPr>
          <a:xfrm>
            <a:off x="6456363" y="1124747"/>
            <a:ext cx="5392737" cy="4939504"/>
          </a:xfrm>
          <a:prstGeom prst="rect">
            <a:avLst/>
          </a:prstGeom>
        </p:spPr>
        <p:txBody>
          <a:bodyPr/>
          <a:lstStyle/>
          <a:p>
            <a:r>
              <a:rPr lang="fr-FR"/>
              <a:t>Cliquez sur l'icône pour ajouter un graphique</a:t>
            </a:r>
          </a:p>
        </p:txBody>
      </p:sp>
      <p:sp>
        <p:nvSpPr>
          <p:cNvPr id="21" name="Slide Number Placeholder 4">
            <a:extLst>
              <a:ext uri="{FF2B5EF4-FFF2-40B4-BE49-F238E27FC236}">
                <a16:creationId xmlns:a16="http://schemas.microsoft.com/office/drawing/2014/main" id="{ADE82548-2FA4-4C50-9E29-81255A5BC6F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1DC8D84A-92C6-45F3-84ED-CA077369E75A}"/>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8915346-7BF6-4FC4-97C0-1AFF70E97D6F}" type="datetime1">
              <a:rPr lang="fr-FR" smtClean="0"/>
              <a:t>24/07/2026</a:t>
            </a:fld>
            <a:endParaRPr lang="en-US"/>
          </a:p>
        </p:txBody>
      </p:sp>
      <p:sp>
        <p:nvSpPr>
          <p:cNvPr id="17" name="Espace réservé du contenu 6">
            <a:extLst>
              <a:ext uri="{FF2B5EF4-FFF2-40B4-BE49-F238E27FC236}">
                <a16:creationId xmlns:a16="http://schemas.microsoft.com/office/drawing/2014/main" id="{3B400F7A-3F2C-4929-878C-45AE48D05E73}"/>
              </a:ext>
            </a:extLst>
          </p:cNvPr>
          <p:cNvSpPr>
            <a:spLocks noGrp="1"/>
          </p:cNvSpPr>
          <p:nvPr>
            <p:ph sz="quarter" idx="13" hasCustomPrompt="1"/>
          </p:nvPr>
        </p:nvSpPr>
        <p:spPr>
          <a:xfrm>
            <a:off x="336757" y="1117918"/>
            <a:ext cx="5759243" cy="5095152"/>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Titel 14">
            <a:extLst>
              <a:ext uri="{FF2B5EF4-FFF2-40B4-BE49-F238E27FC236}">
                <a16:creationId xmlns:a16="http://schemas.microsoft.com/office/drawing/2014/main" id="{F9349C76-111E-4F4D-886C-21AB4F1B1AF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FA97BF97-1403-4B3C-BE19-557AAAE5C73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9C7E7CB3-7441-445A-9D97-74909A9058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0025813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aph_2">
    <p:bg>
      <p:bgPr>
        <a:solidFill>
          <a:schemeClr val="bg1"/>
        </a:solidFill>
        <a:effectLst/>
      </p:bgPr>
    </p:bg>
    <p:spTree>
      <p:nvGrpSpPr>
        <p:cNvPr id="1" name=""/>
        <p:cNvGrpSpPr/>
        <p:nvPr/>
      </p:nvGrpSpPr>
      <p:grpSpPr>
        <a:xfrm>
          <a:off x="0" y="0"/>
          <a:ext cx="0" cy="0"/>
          <a:chOff x="0" y="0"/>
          <a:chExt cx="0" cy="0"/>
        </a:xfrm>
      </p:grpSpPr>
      <p:sp>
        <p:nvSpPr>
          <p:cNvPr id="4" name="Chart Placeholder 3">
            <a:extLst>
              <a:ext uri="{FF2B5EF4-FFF2-40B4-BE49-F238E27FC236}">
                <a16:creationId xmlns:a16="http://schemas.microsoft.com/office/drawing/2014/main" id="{A99C9207-CB47-47E2-9A1B-D9C0DF55E4F9}"/>
              </a:ext>
            </a:extLst>
          </p:cNvPr>
          <p:cNvSpPr>
            <a:spLocks noGrp="1"/>
          </p:cNvSpPr>
          <p:nvPr>
            <p:ph type="chart" sz="quarter" idx="32"/>
          </p:nvPr>
        </p:nvSpPr>
        <p:spPr>
          <a:xfrm>
            <a:off x="336757" y="1220999"/>
            <a:ext cx="5759243" cy="3168348"/>
          </a:xfrm>
          <a:prstGeom prst="rect">
            <a:avLst/>
          </a:prstGeom>
        </p:spPr>
        <p:txBody>
          <a:bodyPr/>
          <a:lstStyle/>
          <a:p>
            <a:r>
              <a:rPr lang="fr-FR"/>
              <a:t>Cliquez sur l'icône pour ajouter un graphique</a:t>
            </a:r>
          </a:p>
        </p:txBody>
      </p:sp>
      <p:sp>
        <p:nvSpPr>
          <p:cNvPr id="21" name="Slide Number Placeholder 4">
            <a:extLst>
              <a:ext uri="{FF2B5EF4-FFF2-40B4-BE49-F238E27FC236}">
                <a16:creationId xmlns:a16="http://schemas.microsoft.com/office/drawing/2014/main" id="{ADE82548-2FA4-4C50-9E29-81255A5BC6F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1DC8D84A-92C6-45F3-84ED-CA077369E75A}"/>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8915346-7BF6-4FC4-97C0-1AFF70E97D6F}" type="datetime1">
              <a:rPr lang="fr-FR" smtClean="0"/>
              <a:t>24/07/2026</a:t>
            </a:fld>
            <a:endParaRPr lang="en-US"/>
          </a:p>
        </p:txBody>
      </p:sp>
      <p:sp>
        <p:nvSpPr>
          <p:cNvPr id="17" name="Espace réservé du contenu 6">
            <a:extLst>
              <a:ext uri="{FF2B5EF4-FFF2-40B4-BE49-F238E27FC236}">
                <a16:creationId xmlns:a16="http://schemas.microsoft.com/office/drawing/2014/main" id="{3B400F7A-3F2C-4929-878C-45AE48D05E73}"/>
              </a:ext>
            </a:extLst>
          </p:cNvPr>
          <p:cNvSpPr>
            <a:spLocks noGrp="1"/>
          </p:cNvSpPr>
          <p:nvPr>
            <p:ph sz="quarter" idx="13" hasCustomPrompt="1"/>
          </p:nvPr>
        </p:nvSpPr>
        <p:spPr>
          <a:xfrm>
            <a:off x="336757" y="4533363"/>
            <a:ext cx="5759243" cy="1559933"/>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endParaRPr lang="fr-FR"/>
          </a:p>
        </p:txBody>
      </p:sp>
      <p:sp>
        <p:nvSpPr>
          <p:cNvPr id="18" name="Titel 14">
            <a:extLst>
              <a:ext uri="{FF2B5EF4-FFF2-40B4-BE49-F238E27FC236}">
                <a16:creationId xmlns:a16="http://schemas.microsoft.com/office/drawing/2014/main" id="{F9349C76-111E-4F4D-886C-21AB4F1B1AF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FA97BF97-1403-4B3C-BE19-557AAAE5C732}"/>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9C7E7CB3-7441-445A-9D97-74909A9058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3" name="Espace réservé du contenu 6">
            <a:extLst>
              <a:ext uri="{FF2B5EF4-FFF2-40B4-BE49-F238E27FC236}">
                <a16:creationId xmlns:a16="http://schemas.microsoft.com/office/drawing/2014/main" id="{AEBA425F-E483-4CF4-DCFF-567159453D58}"/>
              </a:ext>
            </a:extLst>
          </p:cNvPr>
          <p:cNvSpPr>
            <a:spLocks noGrp="1"/>
          </p:cNvSpPr>
          <p:nvPr>
            <p:ph sz="quarter" idx="33" hasCustomPrompt="1"/>
          </p:nvPr>
        </p:nvSpPr>
        <p:spPr>
          <a:xfrm>
            <a:off x="9336360" y="1556793"/>
            <a:ext cx="2232248" cy="1944215"/>
          </a:xfrm>
          <a:prstGeom prst="rect">
            <a:avLst/>
          </a:prstGeom>
        </p:spPr>
        <p:txBody>
          <a:bodyPr tIns="360000" anchor="ctr" anchorCtr="0"/>
          <a:lstStyle>
            <a:lvl1pPr marL="0" indent="0" algn="ctr">
              <a:lnSpc>
                <a:spcPct val="120000"/>
              </a:lnSpc>
              <a:spcBef>
                <a:spcPts val="1000"/>
              </a:spcBef>
              <a:buNone/>
              <a:defRPr sz="1100">
                <a:solidFill>
                  <a:schemeClr val="tx1"/>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4"/>
              </a:buBlip>
              <a:defRPr sz="1100">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4000">
                <a:solidFill>
                  <a:schemeClr val="tx1"/>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Tree>
    <p:extLst>
      <p:ext uri="{BB962C8B-B14F-4D97-AF65-F5344CB8AC3E}">
        <p14:creationId xmlns:p14="http://schemas.microsoft.com/office/powerpoint/2010/main" val="39851764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aph_3">
    <p:bg>
      <p:bgPr>
        <a:solidFill>
          <a:schemeClr val="bg1"/>
        </a:solidFill>
        <a:effectLst/>
      </p:bgPr>
    </p:bg>
    <p:spTree>
      <p:nvGrpSpPr>
        <p:cNvPr id="1" name=""/>
        <p:cNvGrpSpPr/>
        <p:nvPr/>
      </p:nvGrpSpPr>
      <p:grpSpPr>
        <a:xfrm>
          <a:off x="0" y="0"/>
          <a:ext cx="0" cy="0"/>
          <a:chOff x="0" y="0"/>
          <a:chExt cx="0" cy="0"/>
        </a:xfrm>
      </p:grpSpPr>
      <p:sp>
        <p:nvSpPr>
          <p:cNvPr id="4" name="Chart Placeholder 3">
            <a:extLst>
              <a:ext uri="{FF2B5EF4-FFF2-40B4-BE49-F238E27FC236}">
                <a16:creationId xmlns:a16="http://schemas.microsoft.com/office/drawing/2014/main" id="{A99C9207-CB47-47E2-9A1B-D9C0DF55E4F9}"/>
              </a:ext>
            </a:extLst>
          </p:cNvPr>
          <p:cNvSpPr>
            <a:spLocks noGrp="1"/>
          </p:cNvSpPr>
          <p:nvPr>
            <p:ph type="chart" sz="quarter" idx="32"/>
          </p:nvPr>
        </p:nvSpPr>
        <p:spPr>
          <a:xfrm>
            <a:off x="6456363" y="1124745"/>
            <a:ext cx="5392737" cy="4939506"/>
          </a:xfrm>
          <a:prstGeom prst="rect">
            <a:avLst/>
          </a:prstGeom>
        </p:spPr>
        <p:txBody>
          <a:bodyPr/>
          <a:lstStyle/>
          <a:p>
            <a:r>
              <a:rPr lang="fr-FR"/>
              <a:t>Cliquez sur l'icône pour ajouter un graphique</a:t>
            </a:r>
          </a:p>
        </p:txBody>
      </p:sp>
      <p:sp>
        <p:nvSpPr>
          <p:cNvPr id="21" name="Slide Number Placeholder 4">
            <a:extLst>
              <a:ext uri="{FF2B5EF4-FFF2-40B4-BE49-F238E27FC236}">
                <a16:creationId xmlns:a16="http://schemas.microsoft.com/office/drawing/2014/main" id="{18C369C3-57E7-4B1A-97B9-D12132D09053}"/>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00E47AFB-5751-402E-9C4D-475286CF1BA1}"/>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D9B4C68-74AD-424F-82F3-6B735D326102}" type="datetime1">
              <a:rPr lang="fr-FR" smtClean="0"/>
              <a:t>24/07/2026</a:t>
            </a:fld>
            <a:endParaRPr lang="en-US"/>
          </a:p>
        </p:txBody>
      </p:sp>
      <p:sp>
        <p:nvSpPr>
          <p:cNvPr id="17" name="Espace réservé du contenu 6">
            <a:extLst>
              <a:ext uri="{FF2B5EF4-FFF2-40B4-BE49-F238E27FC236}">
                <a16:creationId xmlns:a16="http://schemas.microsoft.com/office/drawing/2014/main" id="{C26FEBEA-2085-4686-9F4F-F84D3D0BA861}"/>
              </a:ext>
            </a:extLst>
          </p:cNvPr>
          <p:cNvSpPr>
            <a:spLocks noGrp="1"/>
          </p:cNvSpPr>
          <p:nvPr>
            <p:ph sz="quarter" idx="13" hasCustomPrompt="1"/>
          </p:nvPr>
        </p:nvSpPr>
        <p:spPr>
          <a:xfrm>
            <a:off x="336757" y="1117916"/>
            <a:ext cx="5759243" cy="5095154"/>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lvl2pPr>
            <a:lvl3pPr marL="0" indent="0">
              <a:buNone/>
              <a:defRPr>
                <a:solidFill>
                  <a:schemeClr val="tx1"/>
                </a:solidFill>
              </a:defRPr>
            </a:lvl3pPr>
            <a:lvl4pPr marL="324000" indent="0">
              <a:lnSpc>
                <a:spcPct val="250000"/>
              </a:lnSpc>
              <a:buNone/>
              <a:defRPr>
                <a:highlight>
                  <a:srgbClr val="B2EDA7"/>
                </a:highlight>
              </a:defRPr>
            </a:lvl4pPr>
            <a:lvl5pPr marL="324000" indent="0">
              <a:lnSpc>
                <a:spcPct val="120000"/>
              </a:lnSpc>
              <a:buNone/>
              <a:defRPr sz="1200">
                <a:solidFill>
                  <a:schemeClr val="bg1">
                    <a:lumMod val="25000"/>
                  </a:schemeClr>
                </a:solidFill>
              </a:defRPr>
            </a:lvl5pPr>
            <a:lvl6pPr marL="0" indent="0">
              <a:spcBef>
                <a:spcPts val="1200"/>
              </a:spcBef>
              <a:buNone/>
              <a:defRPr sz="1400" b="1"/>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8" name="Titel 14">
            <a:extLst>
              <a:ext uri="{FF2B5EF4-FFF2-40B4-BE49-F238E27FC236}">
                <a16:creationId xmlns:a16="http://schemas.microsoft.com/office/drawing/2014/main" id="{80F6BD7A-EC93-480C-BCA6-6CBC59B7F9B1}"/>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19" name="Straight Connector 18">
            <a:extLst>
              <a:ext uri="{FF2B5EF4-FFF2-40B4-BE49-F238E27FC236}">
                <a16:creationId xmlns:a16="http://schemas.microsoft.com/office/drawing/2014/main" id="{8F8CF61E-83A2-4547-9907-2677C3E649B3}"/>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67465D55-11A0-412F-AE0F-6F8158B80AD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41357528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_4">
    <p:bg>
      <p:bgPr>
        <a:solidFill>
          <a:schemeClr val="bg1"/>
        </a:solidFill>
        <a:effectLst/>
      </p:bgPr>
    </p:bg>
    <p:spTree>
      <p:nvGrpSpPr>
        <p:cNvPr id="1" name=""/>
        <p:cNvGrpSpPr/>
        <p:nvPr/>
      </p:nvGrpSpPr>
      <p:grpSpPr>
        <a:xfrm>
          <a:off x="0" y="0"/>
          <a:ext cx="0" cy="0"/>
          <a:chOff x="0" y="0"/>
          <a:chExt cx="0" cy="0"/>
        </a:xfrm>
      </p:grpSpPr>
      <p:sp>
        <p:nvSpPr>
          <p:cNvPr id="18" name="Slide Number Placeholder 4">
            <a:extLst>
              <a:ext uri="{FF2B5EF4-FFF2-40B4-BE49-F238E27FC236}">
                <a16:creationId xmlns:a16="http://schemas.microsoft.com/office/drawing/2014/main" id="{DCA4171D-B01D-4D53-AC85-2F924913E274}"/>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1" name="Date Placeholder 2">
            <a:extLst>
              <a:ext uri="{FF2B5EF4-FFF2-40B4-BE49-F238E27FC236}">
                <a16:creationId xmlns:a16="http://schemas.microsoft.com/office/drawing/2014/main" id="{326CD297-0FF1-4A58-80D7-6A4247229274}"/>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54900FE-C60D-44DF-883A-862BF735F8A8}" type="datetime1">
              <a:rPr lang="fr-FR" smtClean="0"/>
              <a:t>24/07/2026</a:t>
            </a:fld>
            <a:endParaRPr lang="en-US"/>
          </a:p>
        </p:txBody>
      </p:sp>
      <p:sp>
        <p:nvSpPr>
          <p:cNvPr id="19" name="Titel 14">
            <a:extLst>
              <a:ext uri="{FF2B5EF4-FFF2-40B4-BE49-F238E27FC236}">
                <a16:creationId xmlns:a16="http://schemas.microsoft.com/office/drawing/2014/main" id="{679B49E5-DEF5-495F-B9C5-5B62CAF22597}"/>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3" name="Straight Connector 22">
            <a:extLst>
              <a:ext uri="{FF2B5EF4-FFF2-40B4-BE49-F238E27FC236}">
                <a16:creationId xmlns:a16="http://schemas.microsoft.com/office/drawing/2014/main" id="{20CFFBAE-0733-4AB7-989B-0C9C7B8F4361}"/>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2FA4752E-D1DB-4496-9098-C1E981C1623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cxnSp>
        <p:nvCxnSpPr>
          <p:cNvPr id="11" name="Connecteur droit avec flèche 19">
            <a:extLst>
              <a:ext uri="{FF2B5EF4-FFF2-40B4-BE49-F238E27FC236}">
                <a16:creationId xmlns:a16="http://schemas.microsoft.com/office/drawing/2014/main" id="{82157D0B-5B43-4499-B811-FC97F94CC5B3}"/>
              </a:ext>
            </a:extLst>
          </p:cNvPr>
          <p:cNvCxnSpPr>
            <a:cxnSpLocks/>
          </p:cNvCxnSpPr>
          <p:nvPr userDrawn="1"/>
        </p:nvCxnSpPr>
        <p:spPr>
          <a:xfrm flipV="1">
            <a:off x="-257272" y="3429000"/>
            <a:ext cx="11953202" cy="1"/>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Espace réservé du texte 9">
            <a:extLst>
              <a:ext uri="{FF2B5EF4-FFF2-40B4-BE49-F238E27FC236}">
                <a16:creationId xmlns:a16="http://schemas.microsoft.com/office/drawing/2014/main" id="{5BAA6DF2-6BF1-44D2-A7A2-4E832E7F3524}"/>
              </a:ext>
            </a:extLst>
          </p:cNvPr>
          <p:cNvSpPr>
            <a:spLocks noGrp="1"/>
          </p:cNvSpPr>
          <p:nvPr>
            <p:ph type="body" sz="quarter" idx="13" hasCustomPrompt="1"/>
          </p:nvPr>
        </p:nvSpPr>
        <p:spPr>
          <a:xfrm>
            <a:off x="1173541" y="2957868"/>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1"/>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13" name="Espace réservé du texte 10">
            <a:extLst>
              <a:ext uri="{FF2B5EF4-FFF2-40B4-BE49-F238E27FC236}">
                <a16:creationId xmlns:a16="http://schemas.microsoft.com/office/drawing/2014/main" id="{ED273E6C-5B43-47A1-AB8A-A2455EA34929}"/>
              </a:ext>
            </a:extLst>
          </p:cNvPr>
          <p:cNvSpPr>
            <a:spLocks noGrp="1"/>
          </p:cNvSpPr>
          <p:nvPr>
            <p:ph type="body" sz="quarter" idx="14" hasCustomPrompt="1"/>
          </p:nvPr>
        </p:nvSpPr>
        <p:spPr>
          <a:xfrm>
            <a:off x="2482094"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2"/>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14" name="Espace réservé du texte 11">
            <a:extLst>
              <a:ext uri="{FF2B5EF4-FFF2-40B4-BE49-F238E27FC236}">
                <a16:creationId xmlns:a16="http://schemas.microsoft.com/office/drawing/2014/main" id="{85A9C4E4-9C76-46EA-A104-6A52B8A2A572}"/>
              </a:ext>
            </a:extLst>
          </p:cNvPr>
          <p:cNvSpPr>
            <a:spLocks noGrp="1"/>
          </p:cNvSpPr>
          <p:nvPr>
            <p:ph type="body" sz="quarter" idx="15" hasCustomPrompt="1"/>
          </p:nvPr>
        </p:nvSpPr>
        <p:spPr>
          <a:xfrm>
            <a:off x="3790647"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3"/>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15" name="Espace réservé du texte 12">
            <a:extLst>
              <a:ext uri="{FF2B5EF4-FFF2-40B4-BE49-F238E27FC236}">
                <a16:creationId xmlns:a16="http://schemas.microsoft.com/office/drawing/2014/main" id="{F45A75B0-EDC2-4FD4-8027-3C0679164E98}"/>
              </a:ext>
            </a:extLst>
          </p:cNvPr>
          <p:cNvSpPr>
            <a:spLocks noGrp="1"/>
          </p:cNvSpPr>
          <p:nvPr>
            <p:ph type="body" sz="quarter" idx="16" hasCustomPrompt="1"/>
          </p:nvPr>
        </p:nvSpPr>
        <p:spPr>
          <a:xfrm>
            <a:off x="5099200"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4"/>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16" name="Espace réservé du texte 13">
            <a:extLst>
              <a:ext uri="{FF2B5EF4-FFF2-40B4-BE49-F238E27FC236}">
                <a16:creationId xmlns:a16="http://schemas.microsoft.com/office/drawing/2014/main" id="{1EB615D0-8561-40D1-A9FF-DB0B9BB02487}"/>
              </a:ext>
            </a:extLst>
          </p:cNvPr>
          <p:cNvSpPr>
            <a:spLocks noGrp="1"/>
          </p:cNvSpPr>
          <p:nvPr>
            <p:ph type="body" sz="quarter" idx="17" hasCustomPrompt="1"/>
          </p:nvPr>
        </p:nvSpPr>
        <p:spPr>
          <a:xfrm>
            <a:off x="6407753"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5"/>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20" name="Espace réservé du texte 14">
            <a:extLst>
              <a:ext uri="{FF2B5EF4-FFF2-40B4-BE49-F238E27FC236}">
                <a16:creationId xmlns:a16="http://schemas.microsoft.com/office/drawing/2014/main" id="{6C61FD5F-4FF2-4CCF-8216-A276AD21DF84}"/>
              </a:ext>
            </a:extLst>
          </p:cNvPr>
          <p:cNvSpPr>
            <a:spLocks noGrp="1"/>
          </p:cNvSpPr>
          <p:nvPr>
            <p:ph type="body" sz="quarter" idx="18" hasCustomPrompt="1"/>
          </p:nvPr>
        </p:nvSpPr>
        <p:spPr>
          <a:xfrm>
            <a:off x="7716306"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chemeClr val="accent6"/>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22" name="Espace réservé du texte 17">
            <a:extLst>
              <a:ext uri="{FF2B5EF4-FFF2-40B4-BE49-F238E27FC236}">
                <a16:creationId xmlns:a16="http://schemas.microsoft.com/office/drawing/2014/main" id="{C7E7B9E7-1191-45B9-9409-E9FAAA1B7D7A}"/>
              </a:ext>
            </a:extLst>
          </p:cNvPr>
          <p:cNvSpPr>
            <a:spLocks noGrp="1"/>
          </p:cNvSpPr>
          <p:nvPr>
            <p:ph type="body" sz="quarter" idx="19" hasCustomPrompt="1"/>
          </p:nvPr>
        </p:nvSpPr>
        <p:spPr>
          <a:xfrm>
            <a:off x="9024859"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rgbClr val="8DC8E8"/>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24" name="Espace réservé du texte 18">
            <a:extLst>
              <a:ext uri="{FF2B5EF4-FFF2-40B4-BE49-F238E27FC236}">
                <a16:creationId xmlns:a16="http://schemas.microsoft.com/office/drawing/2014/main" id="{1B8BFFF6-FB1C-4DCF-9551-4DC6B1166992}"/>
              </a:ext>
            </a:extLst>
          </p:cNvPr>
          <p:cNvSpPr>
            <a:spLocks noGrp="1"/>
          </p:cNvSpPr>
          <p:nvPr>
            <p:ph type="body" sz="quarter" idx="20" hasCustomPrompt="1"/>
          </p:nvPr>
        </p:nvSpPr>
        <p:spPr>
          <a:xfrm>
            <a:off x="10333415" y="2938101"/>
            <a:ext cx="832289" cy="832289"/>
          </a:xfrm>
          <a:custGeom>
            <a:avLst/>
            <a:gdLst>
              <a:gd name="connsiteX0" fmla="*/ 361950 w 723900"/>
              <a:gd name="connsiteY0" fmla="*/ 0 h 723900"/>
              <a:gd name="connsiteX1" fmla="*/ 723900 w 723900"/>
              <a:gd name="connsiteY1" fmla="*/ 361950 h 723900"/>
              <a:gd name="connsiteX2" fmla="*/ 361950 w 723900"/>
              <a:gd name="connsiteY2" fmla="*/ 723900 h 723900"/>
              <a:gd name="connsiteX3" fmla="*/ 0 w 723900"/>
              <a:gd name="connsiteY3" fmla="*/ 361950 h 723900"/>
              <a:gd name="connsiteX4" fmla="*/ 361950 w 723900"/>
              <a:gd name="connsiteY4" fmla="*/ 0 h 7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900" h="723900">
                <a:moveTo>
                  <a:pt x="361950" y="0"/>
                </a:moveTo>
                <a:cubicBezTo>
                  <a:pt x="561849" y="0"/>
                  <a:pt x="723900" y="162051"/>
                  <a:pt x="723900" y="361950"/>
                </a:cubicBezTo>
                <a:cubicBezTo>
                  <a:pt x="723900" y="561849"/>
                  <a:pt x="561849" y="723900"/>
                  <a:pt x="361950" y="723900"/>
                </a:cubicBezTo>
                <a:cubicBezTo>
                  <a:pt x="162051" y="723900"/>
                  <a:pt x="0" y="561849"/>
                  <a:pt x="0" y="361950"/>
                </a:cubicBezTo>
                <a:cubicBezTo>
                  <a:pt x="0" y="162051"/>
                  <a:pt x="162051" y="0"/>
                  <a:pt x="361950" y="0"/>
                </a:cubicBezTo>
                <a:close/>
              </a:path>
            </a:pathLst>
          </a:custGeom>
          <a:solidFill>
            <a:srgbClr val="E6ADBE"/>
          </a:solidFill>
        </p:spPr>
        <p:txBody>
          <a:bodyPr wrap="square" anchor="ctr">
            <a:noAutofit/>
          </a:bodyPr>
          <a:lstStyle>
            <a:lvl1pPr marL="0" indent="0" algn="ctr">
              <a:spcAft>
                <a:spcPts val="0"/>
              </a:spcAft>
              <a:buNone/>
              <a:defRPr sz="1400" cap="none"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Date</a:t>
            </a:r>
          </a:p>
        </p:txBody>
      </p:sp>
      <p:sp>
        <p:nvSpPr>
          <p:cNvPr id="29" name="Espace réservé du texte 22">
            <a:extLst>
              <a:ext uri="{FF2B5EF4-FFF2-40B4-BE49-F238E27FC236}">
                <a16:creationId xmlns:a16="http://schemas.microsoft.com/office/drawing/2014/main" id="{16A49026-9DDC-4DEC-9349-93D1C08BDF76}"/>
              </a:ext>
            </a:extLst>
          </p:cNvPr>
          <p:cNvSpPr>
            <a:spLocks noGrp="1"/>
          </p:cNvSpPr>
          <p:nvPr>
            <p:ph type="body" sz="quarter" idx="28" hasCustomPrompt="1"/>
          </p:nvPr>
        </p:nvSpPr>
        <p:spPr>
          <a:xfrm>
            <a:off x="509023" y="1477838"/>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a:t>
            </a:r>
          </a:p>
          <a:p>
            <a:pPr lvl="0"/>
            <a:r>
              <a:rPr lang="fr-FR"/>
              <a:t>TITRE</a:t>
            </a:r>
          </a:p>
        </p:txBody>
      </p:sp>
      <p:sp>
        <p:nvSpPr>
          <p:cNvPr id="34" name="Espace réservé du texte 22">
            <a:extLst>
              <a:ext uri="{FF2B5EF4-FFF2-40B4-BE49-F238E27FC236}">
                <a16:creationId xmlns:a16="http://schemas.microsoft.com/office/drawing/2014/main" id="{A99BAA1A-E09C-4363-AA56-912797FB92E3}"/>
              </a:ext>
            </a:extLst>
          </p:cNvPr>
          <p:cNvSpPr>
            <a:spLocks noGrp="1"/>
          </p:cNvSpPr>
          <p:nvPr>
            <p:ph type="body" sz="quarter" idx="33" hasCustomPrompt="1"/>
          </p:nvPr>
        </p:nvSpPr>
        <p:spPr>
          <a:xfrm>
            <a:off x="3118454" y="1477838"/>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a:t>
            </a:r>
          </a:p>
          <a:p>
            <a:pPr lvl="0"/>
            <a:r>
              <a:rPr lang="fr-FR"/>
              <a:t>TITRE</a:t>
            </a:r>
          </a:p>
        </p:txBody>
      </p:sp>
      <p:sp>
        <p:nvSpPr>
          <p:cNvPr id="35" name="Espace réservé du texte 22">
            <a:extLst>
              <a:ext uri="{FF2B5EF4-FFF2-40B4-BE49-F238E27FC236}">
                <a16:creationId xmlns:a16="http://schemas.microsoft.com/office/drawing/2014/main" id="{CF7CD207-D6C9-4F3B-8E35-0A29272125A0}"/>
              </a:ext>
            </a:extLst>
          </p:cNvPr>
          <p:cNvSpPr>
            <a:spLocks noGrp="1"/>
          </p:cNvSpPr>
          <p:nvPr>
            <p:ph type="body" sz="quarter" idx="34" hasCustomPrompt="1"/>
          </p:nvPr>
        </p:nvSpPr>
        <p:spPr>
          <a:xfrm>
            <a:off x="5735560" y="1477838"/>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a:t>
            </a:r>
          </a:p>
          <a:p>
            <a:pPr lvl="0"/>
            <a:r>
              <a:rPr lang="fr-FR"/>
              <a:t>TITRE</a:t>
            </a:r>
          </a:p>
        </p:txBody>
      </p:sp>
      <p:sp>
        <p:nvSpPr>
          <p:cNvPr id="36" name="Espace réservé du texte 22">
            <a:extLst>
              <a:ext uri="{FF2B5EF4-FFF2-40B4-BE49-F238E27FC236}">
                <a16:creationId xmlns:a16="http://schemas.microsoft.com/office/drawing/2014/main" id="{D4CC00DC-4570-4C16-A178-BFBDE56AE4BC}"/>
              </a:ext>
            </a:extLst>
          </p:cNvPr>
          <p:cNvSpPr>
            <a:spLocks noGrp="1"/>
          </p:cNvSpPr>
          <p:nvPr>
            <p:ph type="body" sz="quarter" idx="35" hasCustomPrompt="1"/>
          </p:nvPr>
        </p:nvSpPr>
        <p:spPr>
          <a:xfrm>
            <a:off x="8306408" y="1477838"/>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a:t>
            </a:r>
          </a:p>
          <a:p>
            <a:pPr lvl="0"/>
            <a:r>
              <a:rPr lang="fr-FR"/>
              <a:t>TITRE</a:t>
            </a:r>
          </a:p>
        </p:txBody>
      </p:sp>
      <p:sp>
        <p:nvSpPr>
          <p:cNvPr id="38" name="Espace réservé du texte 22">
            <a:extLst>
              <a:ext uri="{FF2B5EF4-FFF2-40B4-BE49-F238E27FC236}">
                <a16:creationId xmlns:a16="http://schemas.microsoft.com/office/drawing/2014/main" id="{885ABC25-DCA1-476F-B9DE-8CD54A70E9D1}"/>
              </a:ext>
            </a:extLst>
          </p:cNvPr>
          <p:cNvSpPr>
            <a:spLocks noGrp="1"/>
          </p:cNvSpPr>
          <p:nvPr>
            <p:ph type="body" sz="quarter" idx="37" hasCustomPrompt="1"/>
          </p:nvPr>
        </p:nvSpPr>
        <p:spPr>
          <a:xfrm>
            <a:off x="1809901" y="4215381"/>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 </a:t>
            </a:r>
          </a:p>
          <a:p>
            <a:pPr lvl="0"/>
            <a:r>
              <a:rPr lang="fr-FR"/>
              <a:t>TITRE</a:t>
            </a:r>
          </a:p>
        </p:txBody>
      </p:sp>
      <p:sp>
        <p:nvSpPr>
          <p:cNvPr id="39" name="Espace réservé du texte 22">
            <a:extLst>
              <a:ext uri="{FF2B5EF4-FFF2-40B4-BE49-F238E27FC236}">
                <a16:creationId xmlns:a16="http://schemas.microsoft.com/office/drawing/2014/main" id="{AE26B1A6-6780-4059-BA90-AF69B771FC35}"/>
              </a:ext>
            </a:extLst>
          </p:cNvPr>
          <p:cNvSpPr>
            <a:spLocks noGrp="1"/>
          </p:cNvSpPr>
          <p:nvPr>
            <p:ph type="body" sz="quarter" idx="38" hasCustomPrompt="1"/>
          </p:nvPr>
        </p:nvSpPr>
        <p:spPr>
          <a:xfrm>
            <a:off x="4448037" y="4215381"/>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 </a:t>
            </a:r>
          </a:p>
          <a:p>
            <a:pPr lvl="0"/>
            <a:r>
              <a:rPr lang="fr-FR"/>
              <a:t>TITRE</a:t>
            </a:r>
          </a:p>
        </p:txBody>
      </p:sp>
      <p:sp>
        <p:nvSpPr>
          <p:cNvPr id="40" name="Espace réservé du texte 22">
            <a:extLst>
              <a:ext uri="{FF2B5EF4-FFF2-40B4-BE49-F238E27FC236}">
                <a16:creationId xmlns:a16="http://schemas.microsoft.com/office/drawing/2014/main" id="{EF67A492-5383-4C80-B06A-4451DB13466E}"/>
              </a:ext>
            </a:extLst>
          </p:cNvPr>
          <p:cNvSpPr>
            <a:spLocks noGrp="1"/>
          </p:cNvSpPr>
          <p:nvPr>
            <p:ph type="body" sz="quarter" idx="39" hasCustomPrompt="1"/>
          </p:nvPr>
        </p:nvSpPr>
        <p:spPr>
          <a:xfrm>
            <a:off x="7044113" y="4215381"/>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 </a:t>
            </a:r>
          </a:p>
          <a:p>
            <a:pPr lvl="0"/>
            <a:r>
              <a:rPr lang="fr-FR"/>
              <a:t>TITRE</a:t>
            </a:r>
          </a:p>
        </p:txBody>
      </p:sp>
      <p:sp>
        <p:nvSpPr>
          <p:cNvPr id="43" name="Espace réservé du texte 22">
            <a:extLst>
              <a:ext uri="{FF2B5EF4-FFF2-40B4-BE49-F238E27FC236}">
                <a16:creationId xmlns:a16="http://schemas.microsoft.com/office/drawing/2014/main" id="{51B5A691-1DDD-4108-AD2C-7149CE8B851E}"/>
              </a:ext>
            </a:extLst>
          </p:cNvPr>
          <p:cNvSpPr>
            <a:spLocks noGrp="1"/>
          </p:cNvSpPr>
          <p:nvPr>
            <p:ph type="body" sz="quarter" idx="40" hasCustomPrompt="1"/>
          </p:nvPr>
        </p:nvSpPr>
        <p:spPr>
          <a:xfrm>
            <a:off x="9607957" y="4215381"/>
            <a:ext cx="2176675" cy="1035039"/>
          </a:xfrm>
          <a:prstGeom prst="rect">
            <a:avLst/>
          </a:prstGeom>
        </p:spPr>
        <p:txBody>
          <a:bodyPr anchor="ctr" anchorCtr="0">
            <a:noAutofit/>
          </a:bodyPr>
          <a:lstStyle>
            <a:lvl1pPr marL="0" indent="0" algn="ctr">
              <a:spcAft>
                <a:spcPts val="300"/>
              </a:spcAft>
              <a:buNone/>
              <a:defRPr sz="1400" b="0">
                <a:solidFill>
                  <a:schemeClr val="accent1"/>
                </a:solidFill>
              </a:defRPr>
            </a:lvl1pPr>
            <a:lvl2pPr marL="0" indent="0" algn="ctr">
              <a:spcAft>
                <a:spcPts val="300"/>
              </a:spcAft>
              <a:buFontTx/>
              <a:buNone/>
              <a:defRPr sz="1400" cap="all" baseline="0">
                <a:solidFill>
                  <a:schemeClr val="accent2"/>
                </a:solidFill>
                <a:latin typeface="+mj-lt"/>
              </a:defRPr>
            </a:lvl2pPr>
            <a:lvl3pPr algn="ctr">
              <a:defRPr/>
            </a:lvl3pPr>
            <a:lvl4pPr algn="ctr">
              <a:defRPr/>
            </a:lvl4pPr>
            <a:lvl5pPr algn="ctr">
              <a:defRPr/>
            </a:lvl5pPr>
          </a:lstStyle>
          <a:p>
            <a:pPr lvl="0"/>
            <a:r>
              <a:rPr lang="en-US"/>
              <a:t>Text </a:t>
            </a:r>
          </a:p>
          <a:p>
            <a:pPr lvl="0"/>
            <a:r>
              <a:rPr lang="fr-FR"/>
              <a:t>TITRE</a:t>
            </a:r>
          </a:p>
        </p:txBody>
      </p:sp>
    </p:spTree>
    <p:extLst>
      <p:ext uri="{BB962C8B-B14F-4D97-AF65-F5344CB8AC3E}">
        <p14:creationId xmlns:p14="http://schemas.microsoft.com/office/powerpoint/2010/main" val="113448573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_1">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00814652-4E64-BB4E-4C15-1630519B5CF6}"/>
              </a:ext>
            </a:extLst>
          </p:cNvPr>
          <p:cNvGrpSpPr/>
          <p:nvPr userDrawn="1"/>
        </p:nvGrpSpPr>
        <p:grpSpPr>
          <a:xfrm>
            <a:off x="0" y="-819472"/>
            <a:ext cx="4007768" cy="523220"/>
            <a:chOff x="0" y="-1099279"/>
            <a:chExt cx="4007768" cy="523220"/>
          </a:xfrm>
        </p:grpSpPr>
        <p:sp>
          <p:nvSpPr>
            <p:cNvPr id="20" name="TextBox 19">
              <a:extLst>
                <a:ext uri="{FF2B5EF4-FFF2-40B4-BE49-F238E27FC236}">
                  <a16:creationId xmlns:a16="http://schemas.microsoft.com/office/drawing/2014/main" id="{A2C8E78E-6E08-1993-B94C-1346633B0E98}"/>
                </a:ext>
              </a:extLst>
            </p:cNvPr>
            <p:cNvSpPr txBox="1"/>
            <p:nvPr userDrawn="1"/>
          </p:nvSpPr>
          <p:spPr>
            <a:xfrm>
              <a:off x="0" y="-822280"/>
              <a:ext cx="4007768" cy="246221"/>
            </a:xfrm>
            <a:prstGeom prst="rect">
              <a:avLst/>
            </a:prstGeom>
            <a:solidFill>
              <a:schemeClr val="accent2"/>
            </a:solidFill>
          </p:spPr>
          <p:txBody>
            <a:bodyPr wrap="square" rtlCol="0">
              <a:spAutoFit/>
            </a:bodyPr>
            <a:lstStyle/>
            <a:p>
              <a:r>
                <a:rPr lang="en-US" sz="1000">
                  <a:ln>
                    <a:noFill/>
                  </a:ln>
                  <a:solidFill>
                    <a:schemeClr val="tx1"/>
                  </a:solidFill>
                  <a:latin typeface="Tahoma" panose="020B0604030504040204" pitchFamily="34" charset="0"/>
                  <a:ea typeface="Tahoma" panose="020B0604030504040204" pitchFamily="34" charset="0"/>
                  <a:cs typeface="Tahoma" panose="020B0604030504040204" pitchFamily="34" charset="0"/>
                </a:rPr>
                <a:t>Click to change picture</a:t>
              </a:r>
              <a:endParaRPr lang="en-US" sz="1000" i="1">
                <a:ln>
                  <a:noFill/>
                </a:ln>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2" name="TextBox 21">
              <a:extLst>
                <a:ext uri="{FF2B5EF4-FFF2-40B4-BE49-F238E27FC236}">
                  <a16:creationId xmlns:a16="http://schemas.microsoft.com/office/drawing/2014/main" id="{7EF9AC48-87F1-85CE-2EB6-91E863A35687}"/>
                </a:ext>
              </a:extLst>
            </p:cNvPr>
            <p:cNvSpPr txBox="1"/>
            <p:nvPr userDrawn="1"/>
          </p:nvSpPr>
          <p:spPr>
            <a:xfrm>
              <a:off x="0" y="-1099279"/>
              <a:ext cx="4007768" cy="276999"/>
            </a:xfrm>
            <a:prstGeom prst="rect">
              <a:avLst/>
            </a:prstGeom>
            <a:solidFill>
              <a:schemeClr val="tx1"/>
            </a:solidFill>
          </p:spPr>
          <p:txBody>
            <a:bodyPr wrap="square" rtlCol="0">
              <a:spAutoFit/>
            </a:bodyPr>
            <a:lstStyle/>
            <a:p>
              <a:r>
                <a:rPr lang="en-US" sz="1200" b="1">
                  <a:ln>
                    <a:noFill/>
                  </a:ln>
                  <a:solidFill>
                    <a:schemeClr val="bg1"/>
                  </a:solidFill>
                  <a:latin typeface="Tahoma" panose="020B0604030504040204" pitchFamily="34" charset="0"/>
                  <a:ea typeface="Tahoma" panose="020B0604030504040204" pitchFamily="34" charset="0"/>
                  <a:cs typeface="Tahoma" panose="020B0604030504040204" pitchFamily="34" charset="0"/>
                </a:rPr>
                <a:t>TIP</a:t>
              </a:r>
            </a:p>
          </p:txBody>
        </p:sp>
      </p:grpSp>
      <p:sp>
        <p:nvSpPr>
          <p:cNvPr id="4" name="Picture Placeholder 3">
            <a:extLst>
              <a:ext uri="{FF2B5EF4-FFF2-40B4-BE49-F238E27FC236}">
                <a16:creationId xmlns:a16="http://schemas.microsoft.com/office/drawing/2014/main" id="{C899C7DA-FA2A-4AD5-AA68-5C0BA563530D}"/>
              </a:ext>
            </a:extLst>
          </p:cNvPr>
          <p:cNvSpPr>
            <a:spLocks noGrp="1"/>
          </p:cNvSpPr>
          <p:nvPr>
            <p:ph type="pic" sz="quarter" idx="31"/>
          </p:nvPr>
        </p:nvSpPr>
        <p:spPr>
          <a:xfrm>
            <a:off x="355864" y="1052736"/>
            <a:ext cx="11502761" cy="5101546"/>
          </a:xfrm>
          <a:prstGeom prst="rect">
            <a:avLst/>
          </a:prstGeom>
        </p:spPr>
        <p:txBody>
          <a:bodyPr/>
          <a:lstStyle/>
          <a:p>
            <a:r>
              <a:rPr lang="fr-FR"/>
              <a:t>Cliquez sur l'icône pour ajouter une image</a:t>
            </a:r>
          </a:p>
        </p:txBody>
      </p:sp>
      <p:sp>
        <p:nvSpPr>
          <p:cNvPr id="12" name="Slide Number Placeholder 4">
            <a:extLst>
              <a:ext uri="{FF2B5EF4-FFF2-40B4-BE49-F238E27FC236}">
                <a16:creationId xmlns:a16="http://schemas.microsoft.com/office/drawing/2014/main" id="{316757FF-58A1-48FC-9430-00C1FF4ACD02}"/>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13" name="Date Placeholder 2">
            <a:extLst>
              <a:ext uri="{FF2B5EF4-FFF2-40B4-BE49-F238E27FC236}">
                <a16:creationId xmlns:a16="http://schemas.microsoft.com/office/drawing/2014/main" id="{9D750953-D239-4F53-960F-BFB41CB071A2}"/>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48ADCF8A-FD77-41B6-A17C-740D06CEA781}" type="datetime1">
              <a:rPr lang="fr-FR" smtClean="0"/>
              <a:t>24/07/2026</a:t>
            </a:fld>
            <a:endParaRPr lang="en-US"/>
          </a:p>
        </p:txBody>
      </p:sp>
      <p:sp>
        <p:nvSpPr>
          <p:cNvPr id="18" name="Titel 14">
            <a:extLst>
              <a:ext uri="{FF2B5EF4-FFF2-40B4-BE49-F238E27FC236}">
                <a16:creationId xmlns:a16="http://schemas.microsoft.com/office/drawing/2014/main" id="{748BCF6B-A6F6-47F4-BEEC-36E35EF0A90C}"/>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1" name="Straight Connector 20">
            <a:extLst>
              <a:ext uri="{FF2B5EF4-FFF2-40B4-BE49-F238E27FC236}">
                <a16:creationId xmlns:a16="http://schemas.microsoft.com/office/drawing/2014/main" id="{CAFE0BAD-61A9-47B9-BB0D-B65F8F1CF02E}"/>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69792E35-ED0B-4E00-BDFF-52D0A18A3AB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41674017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_2">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F19FD9D-AC9E-4313-804A-B35D5BD9469A}"/>
              </a:ext>
            </a:extLst>
          </p:cNvPr>
          <p:cNvSpPr/>
          <p:nvPr userDrawn="1"/>
        </p:nvSpPr>
        <p:spPr>
          <a:xfrm>
            <a:off x="334961" y="1196752"/>
            <a:ext cx="5761039" cy="49521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A0C6C8D9-D5D3-4077-80A5-FEE769B9FDA5}"/>
              </a:ext>
            </a:extLst>
          </p:cNvPr>
          <p:cNvSpPr/>
          <p:nvPr userDrawn="1"/>
        </p:nvSpPr>
        <p:spPr>
          <a:xfrm>
            <a:off x="6087856" y="1196752"/>
            <a:ext cx="5761039" cy="49521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icture Placeholder 7">
            <a:extLst>
              <a:ext uri="{FF2B5EF4-FFF2-40B4-BE49-F238E27FC236}">
                <a16:creationId xmlns:a16="http://schemas.microsoft.com/office/drawing/2014/main" id="{9FFE37CF-21ED-45B2-A9A4-A5835B277D54}"/>
              </a:ext>
            </a:extLst>
          </p:cNvPr>
          <p:cNvSpPr>
            <a:spLocks noGrp="1"/>
          </p:cNvSpPr>
          <p:nvPr>
            <p:ph type="pic" sz="quarter" idx="24" hasCustomPrompt="1"/>
          </p:nvPr>
        </p:nvSpPr>
        <p:spPr>
          <a:xfrm>
            <a:off x="1199456" y="1512055"/>
            <a:ext cx="3922549" cy="4290898"/>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sp>
        <p:nvSpPr>
          <p:cNvPr id="19" name="Picture Placeholder 6">
            <a:extLst>
              <a:ext uri="{FF2B5EF4-FFF2-40B4-BE49-F238E27FC236}">
                <a16:creationId xmlns:a16="http://schemas.microsoft.com/office/drawing/2014/main" id="{20104C34-5A7E-4B6D-BBCA-13B481B38381}"/>
              </a:ext>
            </a:extLst>
          </p:cNvPr>
          <p:cNvSpPr>
            <a:spLocks noGrp="1"/>
          </p:cNvSpPr>
          <p:nvPr>
            <p:ph type="pic" sz="quarter" idx="15" hasCustomPrompt="1"/>
          </p:nvPr>
        </p:nvSpPr>
        <p:spPr>
          <a:xfrm flipH="1">
            <a:off x="6888088" y="1555529"/>
            <a:ext cx="4422767" cy="4247423"/>
          </a:xfrm>
          <a:prstGeom prst="teardrop">
            <a:avLst/>
          </a:prstGeom>
          <a:solidFill>
            <a:schemeClr val="accent2"/>
          </a:solidFill>
        </p:spPr>
        <p:txBody>
          <a:bodyPr anchor="ctr"/>
          <a:lstStyle>
            <a:lvl1pPr marL="0" indent="0" algn="ctr">
              <a:buFontTx/>
              <a:buNone/>
              <a:defRPr sz="2400">
                <a:solidFill>
                  <a:schemeClr val="accent1"/>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t>Click icon to insert picture</a:t>
            </a:r>
          </a:p>
          <a:p>
            <a:endParaRPr lang="en-US"/>
          </a:p>
        </p:txBody>
      </p:sp>
      <p:sp>
        <p:nvSpPr>
          <p:cNvPr id="21" name="Slide Number Placeholder 4">
            <a:extLst>
              <a:ext uri="{FF2B5EF4-FFF2-40B4-BE49-F238E27FC236}">
                <a16:creationId xmlns:a16="http://schemas.microsoft.com/office/drawing/2014/main" id="{FE69296D-3905-4CE6-9A55-02EE72A59A98}"/>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FA733F98-84BC-4DC7-80B4-DF3E70E2E797}"/>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B4D693B8-F3FD-4AA0-BB78-88A56E05B336}" type="datetime1">
              <a:rPr lang="fr-FR" smtClean="0"/>
              <a:t>24/07/2026</a:t>
            </a:fld>
            <a:endParaRPr lang="en-US"/>
          </a:p>
        </p:txBody>
      </p:sp>
      <p:sp>
        <p:nvSpPr>
          <p:cNvPr id="24" name="Titel 14">
            <a:extLst>
              <a:ext uri="{FF2B5EF4-FFF2-40B4-BE49-F238E27FC236}">
                <a16:creationId xmlns:a16="http://schemas.microsoft.com/office/drawing/2014/main" id="{21E81E08-3054-4082-AB23-A0374AC247E7}"/>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6" name="Straight Connector 25">
            <a:extLst>
              <a:ext uri="{FF2B5EF4-FFF2-40B4-BE49-F238E27FC236}">
                <a16:creationId xmlns:a16="http://schemas.microsoft.com/office/drawing/2014/main" id="{9A048055-C1CC-4F50-8EAC-426A79B0A4B9}"/>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7" name="Graphic 26">
            <a:extLst>
              <a:ext uri="{FF2B5EF4-FFF2-40B4-BE49-F238E27FC236}">
                <a16:creationId xmlns:a16="http://schemas.microsoft.com/office/drawing/2014/main" id="{C2A1329B-ABCE-47BE-9BFD-76DB0A66A71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11938651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_4">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F19FD9D-AC9E-4313-804A-B35D5BD9469A}"/>
              </a:ext>
            </a:extLst>
          </p:cNvPr>
          <p:cNvSpPr/>
          <p:nvPr userDrawn="1"/>
        </p:nvSpPr>
        <p:spPr>
          <a:xfrm>
            <a:off x="334961" y="1196752"/>
            <a:ext cx="5761039" cy="49521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A0C6C8D9-D5D3-4077-80A5-FEE769B9FDA5}"/>
              </a:ext>
            </a:extLst>
          </p:cNvPr>
          <p:cNvSpPr/>
          <p:nvPr userDrawn="1"/>
        </p:nvSpPr>
        <p:spPr>
          <a:xfrm>
            <a:off x="6087856" y="1196752"/>
            <a:ext cx="5761039" cy="49521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Picture Placeholder 7">
            <a:extLst>
              <a:ext uri="{FF2B5EF4-FFF2-40B4-BE49-F238E27FC236}">
                <a16:creationId xmlns:a16="http://schemas.microsoft.com/office/drawing/2014/main" id="{9FFE37CF-21ED-45B2-A9A4-A5835B277D54}"/>
              </a:ext>
            </a:extLst>
          </p:cNvPr>
          <p:cNvSpPr>
            <a:spLocks noGrp="1"/>
          </p:cNvSpPr>
          <p:nvPr>
            <p:ph type="pic" sz="quarter" idx="24" hasCustomPrompt="1"/>
          </p:nvPr>
        </p:nvSpPr>
        <p:spPr>
          <a:xfrm>
            <a:off x="1199456" y="1512055"/>
            <a:ext cx="3922549" cy="4290898"/>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pic>
        <p:nvPicPr>
          <p:cNvPr id="6" name="Picture 5">
            <a:extLst>
              <a:ext uri="{FF2B5EF4-FFF2-40B4-BE49-F238E27FC236}">
                <a16:creationId xmlns:a16="http://schemas.microsoft.com/office/drawing/2014/main" id="{05F2471D-427A-4D80-982C-D40707EBD8E1}"/>
              </a:ext>
            </a:extLst>
          </p:cNvPr>
          <p:cNvPicPr>
            <a:picLocks noChangeAspect="1"/>
          </p:cNvPicPr>
          <p:nvPr userDrawn="1"/>
        </p:nvPicPr>
        <p:blipFill>
          <a:blip r:embed="rId2"/>
          <a:stretch>
            <a:fillRect/>
          </a:stretch>
        </p:blipFill>
        <p:spPr>
          <a:xfrm>
            <a:off x="5807968" y="2841240"/>
            <a:ext cx="998240" cy="998240"/>
          </a:xfrm>
          <a:prstGeom prst="rect">
            <a:avLst/>
          </a:prstGeom>
        </p:spPr>
      </p:pic>
      <p:sp>
        <p:nvSpPr>
          <p:cNvPr id="21" name="Slide Number Placeholder 4">
            <a:extLst>
              <a:ext uri="{FF2B5EF4-FFF2-40B4-BE49-F238E27FC236}">
                <a16:creationId xmlns:a16="http://schemas.microsoft.com/office/drawing/2014/main" id="{99665FB2-EC47-49E4-A249-21A1F62F9632}"/>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3818A388-D90C-4FAB-BD74-27AF1E8766E9}"/>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DBA961B0-4255-4892-B4D6-ECE2BB7EB469}" type="datetime1">
              <a:rPr lang="fr-FR" smtClean="0"/>
              <a:t>24/07/2026</a:t>
            </a:fld>
            <a:endParaRPr lang="en-US"/>
          </a:p>
        </p:txBody>
      </p:sp>
      <p:sp>
        <p:nvSpPr>
          <p:cNvPr id="24" name="Picture Placeholder 7">
            <a:extLst>
              <a:ext uri="{FF2B5EF4-FFF2-40B4-BE49-F238E27FC236}">
                <a16:creationId xmlns:a16="http://schemas.microsoft.com/office/drawing/2014/main" id="{2E5A9C3B-BBB6-473D-9D32-4B7E30677666}"/>
              </a:ext>
            </a:extLst>
          </p:cNvPr>
          <p:cNvSpPr>
            <a:spLocks noGrp="1"/>
          </p:cNvSpPr>
          <p:nvPr>
            <p:ph type="pic" sz="quarter" idx="25" hasCustomPrompt="1"/>
          </p:nvPr>
        </p:nvSpPr>
        <p:spPr>
          <a:xfrm>
            <a:off x="7176120" y="1527400"/>
            <a:ext cx="3922549" cy="4290898"/>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chemeClr val="accent2"/>
          </a:solidFill>
        </p:spPr>
        <p:txBody>
          <a:bodyPr anchor="ctr"/>
          <a:lstStyle>
            <a:lvl1pPr marL="0" indent="0" algn="ctr">
              <a:buNone/>
              <a:defRPr sz="2400">
                <a:solidFill>
                  <a:schemeClr val="accent1"/>
                </a:solidFill>
              </a:defRPr>
            </a:lvl1pPr>
          </a:lstStyle>
          <a:p>
            <a:r>
              <a:rPr lang="en-US"/>
              <a:t>Click to insert picture</a:t>
            </a:r>
          </a:p>
        </p:txBody>
      </p:sp>
      <p:sp>
        <p:nvSpPr>
          <p:cNvPr id="19" name="Titel 14">
            <a:extLst>
              <a:ext uri="{FF2B5EF4-FFF2-40B4-BE49-F238E27FC236}">
                <a16:creationId xmlns:a16="http://schemas.microsoft.com/office/drawing/2014/main" id="{A400BF6B-DE11-4894-8F8B-C43733E04440}"/>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lvl1pPr>
          </a:lstStyle>
          <a:p>
            <a:r>
              <a:rPr lang="nl-NL" err="1"/>
              <a:t>Title</a:t>
            </a:r>
            <a:endParaRPr lang="en-US"/>
          </a:p>
        </p:txBody>
      </p:sp>
      <p:cxnSp>
        <p:nvCxnSpPr>
          <p:cNvPr id="25" name="Straight Connector 24">
            <a:extLst>
              <a:ext uri="{FF2B5EF4-FFF2-40B4-BE49-F238E27FC236}">
                <a16:creationId xmlns:a16="http://schemas.microsoft.com/office/drawing/2014/main" id="{BFC5CB43-66B2-45AA-A1C4-F1D077B69C4C}"/>
              </a:ext>
            </a:extLst>
          </p:cNvPr>
          <p:cNvCxnSpPr>
            <a:cxnSpLocks/>
          </p:cNvCxnSpPr>
          <p:nvPr userDrawn="1"/>
        </p:nvCxnSpPr>
        <p:spPr>
          <a:xfrm flipH="1">
            <a:off x="333629" y="836712"/>
            <a:ext cx="11515267" cy="0"/>
          </a:xfrm>
          <a:prstGeom prst="line">
            <a:avLst/>
          </a:prstGeom>
          <a:ln w="47625" cap="rnd">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7" name="Graphic 26">
            <a:extLst>
              <a:ext uri="{FF2B5EF4-FFF2-40B4-BE49-F238E27FC236}">
                <a16:creationId xmlns:a16="http://schemas.microsoft.com/office/drawing/2014/main" id="{03F45113-86BC-45EE-BF29-7E13F915649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9534867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you_PIN">
    <p:bg>
      <p:bgPr>
        <a:solidFill>
          <a:schemeClr val="tx1"/>
        </a:solidFill>
        <a:effectLst/>
      </p:bgPr>
    </p:bg>
    <p:spTree>
      <p:nvGrpSpPr>
        <p:cNvPr id="1" name=""/>
        <p:cNvGrpSpPr/>
        <p:nvPr/>
      </p:nvGrpSpPr>
      <p:grpSpPr>
        <a:xfrm>
          <a:off x="0" y="0"/>
          <a:ext cx="0" cy="0"/>
          <a:chOff x="0" y="0"/>
          <a:chExt cx="0" cy="0"/>
        </a:xfrm>
      </p:grpSpPr>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p:spPr>
        <p:txBody>
          <a:bodyPr anchor="ctr"/>
          <a:lstStyle>
            <a:lvl1pPr marL="0" indent="0" algn="ctr">
              <a:buNone/>
              <a:defRPr sz="9200">
                <a:solidFill>
                  <a:srgbClr val="B2EDA7"/>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4" name="Graphique 3">
            <a:extLst>
              <a:ext uri="{FF2B5EF4-FFF2-40B4-BE49-F238E27FC236}">
                <a16:creationId xmlns:a16="http://schemas.microsoft.com/office/drawing/2014/main" id="{08895822-A758-5D10-BDA4-51FC7156C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99831" y="5949280"/>
            <a:ext cx="2792338" cy="359015"/>
          </a:xfrm>
          <a:prstGeom prst="rect">
            <a:avLst/>
          </a:prstGeom>
        </p:spPr>
      </p:pic>
    </p:spTree>
    <p:extLst>
      <p:ext uri="{BB962C8B-B14F-4D97-AF65-F5344CB8AC3E}">
        <p14:creationId xmlns:p14="http://schemas.microsoft.com/office/powerpoint/2010/main" val="22285578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End_Slid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Text Placeholder 20">
            <a:extLst>
              <a:ext uri="{FF2B5EF4-FFF2-40B4-BE49-F238E27FC236}">
                <a16:creationId xmlns:a16="http://schemas.microsoft.com/office/drawing/2014/main" id="{5956624E-3989-1F2F-6744-AF96ED64340D}"/>
              </a:ext>
            </a:extLst>
          </p:cNvPr>
          <p:cNvSpPr>
            <a:spLocks noGrp="1"/>
          </p:cNvSpPr>
          <p:nvPr>
            <p:ph type="body" sz="quarter" idx="16" hasCustomPrompt="1"/>
          </p:nvPr>
        </p:nvSpPr>
        <p:spPr>
          <a:xfrm>
            <a:off x="8020527" y="10916392"/>
            <a:ext cx="2886182" cy="2643527"/>
          </a:xfrm>
          <a:prstGeom prst="rect">
            <a:avLst/>
          </a:prstGeom>
        </p:spPr>
        <p:txBody>
          <a:bodyPr anchor="ctr"/>
          <a:lstStyle>
            <a:lvl1pPr marL="0" indent="0" algn="ctr">
              <a:buNone/>
              <a:defRPr sz="1200">
                <a:solidFill>
                  <a:srgbClr val="B2EDA7"/>
                </a:solidFill>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Insert text here</a:t>
            </a:r>
            <a:endParaRPr lang="en-US"/>
          </a:p>
        </p:txBody>
      </p:sp>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p:spPr>
        <p:txBody>
          <a:bodyPr anchor="ctr"/>
          <a:lstStyle>
            <a:lvl1pPr marL="0" indent="0" algn="ctr">
              <a:buNone/>
              <a:defRPr sz="9200">
                <a:solidFill>
                  <a:srgbClr val="B2EDA7"/>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2" name="Afbeelding 1">
            <a:extLst>
              <a:ext uri="{FF2B5EF4-FFF2-40B4-BE49-F238E27FC236}">
                <a16:creationId xmlns:a16="http://schemas.microsoft.com/office/drawing/2014/main" id="{8CF3748E-BAEB-FA0D-EA71-EF50D45B17AB}"/>
              </a:ext>
            </a:extLst>
          </p:cNvPr>
          <p:cNvPicPr>
            <a:picLocks noChangeAspect="1"/>
          </p:cNvPicPr>
          <p:nvPr userDrawn="1"/>
        </p:nvPicPr>
        <p:blipFill>
          <a:blip r:embed="rId3"/>
          <a:srcRect/>
          <a:stretch/>
        </p:blipFill>
        <p:spPr>
          <a:xfrm>
            <a:off x="4650247" y="6165851"/>
            <a:ext cx="2891505" cy="358774"/>
          </a:xfrm>
          <a:prstGeom prst="rect">
            <a:avLst/>
          </a:prstGeom>
        </p:spPr>
      </p:pic>
    </p:spTree>
    <p:extLst>
      <p:ext uri="{BB962C8B-B14F-4D97-AF65-F5344CB8AC3E}">
        <p14:creationId xmlns:p14="http://schemas.microsoft.com/office/powerpoint/2010/main" val="23802088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ain-title-SUNSE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bg2"/>
                </a:solidFill>
              </a:defRPr>
            </a:lvl1pPr>
          </a:lstStyle>
          <a:p>
            <a:fld id="{CACEA970-51D5-41D8-BAF3-D0927549698A}" type="datetime1">
              <a:rPr lang="fr-FR" smtClean="0"/>
              <a:pPr/>
              <a:t>24/07/2026</a:t>
            </a:fld>
            <a:endParaRPr lang="en-US"/>
          </a:p>
        </p:txBody>
      </p:sp>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bg2"/>
                </a:solidFill>
              </a:defRPr>
            </a:lvl1pPr>
          </a:lstStyle>
          <a:p>
            <a:pPr lvl="0"/>
            <a:r>
              <a:rPr lang="en-US"/>
              <a:t>Text</a:t>
            </a:r>
            <a:endParaRPr lang="fr-FR"/>
          </a:p>
        </p:txBody>
      </p:sp>
      <p:pic>
        <p:nvPicPr>
          <p:cNvPr id="4" name="Graphique 3">
            <a:extLst>
              <a:ext uri="{FF2B5EF4-FFF2-40B4-BE49-F238E27FC236}">
                <a16:creationId xmlns:a16="http://schemas.microsoft.com/office/drawing/2014/main" id="{E35AEFED-EBCA-D264-0980-F66F7216E5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7435" y="914892"/>
            <a:ext cx="3312368" cy="425876"/>
          </a:xfrm>
          <a:prstGeom prst="rect">
            <a:avLst/>
          </a:prstGeom>
        </p:spPr>
      </p:pic>
    </p:spTree>
    <p:extLst>
      <p:ext uri="{BB962C8B-B14F-4D97-AF65-F5344CB8AC3E}">
        <p14:creationId xmlns:p14="http://schemas.microsoft.com/office/powerpoint/2010/main" val="17266775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_title_SUNSET">
    <p:bg>
      <p:bgPr>
        <a:solidFill>
          <a:schemeClr val="tx2"/>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bg2"/>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bg2"/>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12274575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title_BLOSSOM">
    <p:bg>
      <p:bgPr>
        <a:solidFill>
          <a:schemeClr val="bg2"/>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tx2"/>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tx2"/>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37777720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imple-text_BLOSSOM">
    <p:bg>
      <p:bgPr>
        <a:solidFill>
          <a:srgbClr val="FFFFFF"/>
        </a:solidFill>
        <a:effectLst/>
      </p:bgPr>
    </p:bg>
    <p:spTree>
      <p:nvGrpSpPr>
        <p:cNvPr id="1" name=""/>
        <p:cNvGrpSpPr/>
        <p:nvPr/>
      </p:nvGrpSpPr>
      <p:grpSpPr>
        <a:xfrm>
          <a:off x="0" y="0"/>
          <a:ext cx="0" cy="0"/>
          <a:chOff x="0" y="0"/>
          <a:chExt cx="0" cy="0"/>
        </a:xfrm>
      </p:grpSpPr>
      <p:pic>
        <p:nvPicPr>
          <p:cNvPr id="3" name="Picture 16">
            <a:extLst>
              <a:ext uri="{FF2B5EF4-FFF2-40B4-BE49-F238E27FC236}">
                <a16:creationId xmlns:a16="http://schemas.microsoft.com/office/drawing/2014/main" id="{23649652-109F-30B3-D03C-F3D9173957C7}"/>
              </a:ext>
            </a:extLst>
          </p:cNvPr>
          <p:cNvPicPr>
            <a:picLocks noChangeAspect="1"/>
          </p:cNvPicPr>
          <p:nvPr userDrawn="1"/>
        </p:nvPicPr>
        <p:blipFill>
          <a:blip r:embed="rId2">
            <a:alphaModFix amt="4000"/>
          </a:blip>
          <a:stretch>
            <a:fillRect/>
          </a:stretch>
        </p:blipFill>
        <p:spPr>
          <a:xfrm>
            <a:off x="8485303" y="3129544"/>
            <a:ext cx="3721864" cy="3721864"/>
          </a:xfrm>
          <a:prstGeom prst="rect">
            <a:avLst/>
          </a:prstGeom>
        </p:spPr>
      </p:pic>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a:noFill/>
        </p:spPr>
        <p:txBody>
          <a:bodyPr lIns="0" tIns="0" rIns="0" bIns="0" anchor="ctr"/>
          <a:lstStyle>
            <a:lvl1pPr algn="r">
              <a:defRPr sz="1200">
                <a:solidFill>
                  <a:schemeClr val="tx2"/>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tx2"/>
                </a:solidFill>
              </a:defRPr>
            </a:lvl1pPr>
          </a:lstStyle>
          <a:p>
            <a:fld id="{05C20A28-4BAC-4477-9026-1E123DBFBC43}" type="datetime1">
              <a:rPr lang="fr-FR" smtClean="0"/>
              <a:pPr/>
              <a:t>24/07/2026</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solidFill>
                  <a:schemeClr val="tx2"/>
                </a:solidFill>
              </a:defRPr>
            </a:lvl2pPr>
            <a:lvl3pPr marL="0" indent="0">
              <a:buNone/>
              <a:defRPr>
                <a:solidFill>
                  <a:schemeClr val="tx2"/>
                </a:solidFill>
              </a:defRPr>
            </a:lvl3pPr>
            <a:lvl4pPr marL="324000" indent="0">
              <a:lnSpc>
                <a:spcPct val="250000"/>
              </a:lnSpc>
              <a:buNone/>
              <a:defRPr>
                <a:solidFill>
                  <a:schemeClr val="tx2"/>
                </a:solidFill>
                <a:highlight>
                  <a:srgbClr val="FFB0D6"/>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tx2"/>
                </a:solidFill>
              </a:defRPr>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tx2"/>
                </a:solidFill>
              </a:defRPr>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7625" cap="rnd">
            <a:solidFill>
              <a:schemeClr val="bg2"/>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5443255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imple-text_TABLE_BLOSSOM">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87D7E1-03F8-AF94-FB7B-5B9DBB6D3B81}"/>
              </a:ext>
            </a:extLst>
          </p:cNvPr>
          <p:cNvSpPr/>
          <p:nvPr userDrawn="1"/>
        </p:nvSpPr>
        <p:spPr>
          <a:xfrm>
            <a:off x="339725" y="4869272"/>
            <a:ext cx="1784549" cy="12241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B0D0A53-3553-7F80-AA86-80334C3D1276}"/>
              </a:ext>
            </a:extLst>
          </p:cNvPr>
          <p:cNvSpPr/>
          <p:nvPr userDrawn="1"/>
        </p:nvSpPr>
        <p:spPr>
          <a:xfrm>
            <a:off x="2107586" y="4869272"/>
            <a:ext cx="9741310" cy="1224135"/>
          </a:xfrm>
          <a:prstGeom prst="rect">
            <a:avLst/>
          </a:prstGeom>
          <a:solidFill>
            <a:srgbClr val="FFD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15" name="Titel 14">
            <a:extLst>
              <a:ext uri="{FF2B5EF4-FFF2-40B4-BE49-F238E27FC236}">
                <a16:creationId xmlns:a16="http://schemas.microsoft.com/office/drawing/2014/main" id="{475A41A9-8C95-15D2-7C18-0ABADA5BF89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tx2"/>
                </a:solidFill>
              </a:defRPr>
            </a:lvl1pPr>
          </a:lstStyle>
          <a:p>
            <a:r>
              <a:rPr lang="nl-NL" err="1"/>
              <a:t>Title</a:t>
            </a:r>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5325"/>
            <a:ext cx="10945813" cy="3708411"/>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solidFill>
                  <a:schemeClr val="tx2"/>
                </a:solidFill>
              </a:defRPr>
            </a:lvl2pPr>
            <a:lvl3pPr marL="0" indent="0">
              <a:buNone/>
              <a:defRPr>
                <a:solidFill>
                  <a:schemeClr val="tx2"/>
                </a:solidFill>
              </a:defRPr>
            </a:lvl3pPr>
            <a:lvl4pPr marL="324000" indent="0">
              <a:lnSpc>
                <a:spcPct val="250000"/>
              </a:lnSpc>
              <a:buNone/>
              <a:defRPr>
                <a:solidFill>
                  <a:schemeClr val="bg2"/>
                </a:solidFill>
                <a:highlight>
                  <a:srgbClr val="700606"/>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tx2"/>
                </a:solidFill>
              </a:defRPr>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cxnSp>
        <p:nvCxnSpPr>
          <p:cNvPr id="5" name="Straight Connector 4">
            <a:extLst>
              <a:ext uri="{FF2B5EF4-FFF2-40B4-BE49-F238E27FC236}">
                <a16:creationId xmlns:a16="http://schemas.microsoft.com/office/drawing/2014/main" id="{E7D77697-8229-461A-8B0A-8032E1413682}"/>
              </a:ext>
            </a:extLst>
          </p:cNvPr>
          <p:cNvCxnSpPr>
            <a:cxnSpLocks/>
          </p:cNvCxnSpPr>
          <p:nvPr userDrawn="1"/>
        </p:nvCxnSpPr>
        <p:spPr>
          <a:xfrm flipH="1">
            <a:off x="333629" y="836712"/>
            <a:ext cx="11515267" cy="0"/>
          </a:xfrm>
          <a:prstGeom prst="line">
            <a:avLst/>
          </a:prstGeom>
          <a:ln w="47625" cap="rnd">
            <a:solidFill>
              <a:schemeClr val="bg2"/>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E372CC0-0B8D-49FD-B536-01431FB94A3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7" name="Espace réservé du texte 6">
            <a:extLst>
              <a:ext uri="{FF2B5EF4-FFF2-40B4-BE49-F238E27FC236}">
                <a16:creationId xmlns:a16="http://schemas.microsoft.com/office/drawing/2014/main" id="{03B629D6-94FB-CBB3-FC2E-63EB35BEB161}"/>
              </a:ext>
            </a:extLst>
          </p:cNvPr>
          <p:cNvSpPr>
            <a:spLocks noGrp="1"/>
          </p:cNvSpPr>
          <p:nvPr>
            <p:ph type="body" sz="quarter" idx="14" hasCustomPrompt="1"/>
          </p:nvPr>
        </p:nvSpPr>
        <p:spPr>
          <a:xfrm>
            <a:off x="339725" y="4928096"/>
            <a:ext cx="1784549" cy="1106488"/>
          </a:xfrm>
          <a:prstGeom prst="rect">
            <a:avLst/>
          </a:prstGeom>
        </p:spPr>
        <p:txBody>
          <a:bodyPr anchor="ctr" anchorCtr="0"/>
          <a:lstStyle>
            <a:lvl1pPr marL="0" indent="0" algn="ctr">
              <a:lnSpc>
                <a:spcPct val="30000"/>
              </a:lnSpc>
              <a:buNone/>
              <a:defRPr sz="1400" b="1">
                <a:solidFill>
                  <a:schemeClr val="tx2"/>
                </a:solidFill>
              </a:defRPr>
            </a:lvl1pPr>
          </a:lstStyle>
          <a:p>
            <a:pPr lvl="0"/>
            <a:r>
              <a:rPr lang="fr-FR" err="1"/>
              <a:t>Text</a:t>
            </a:r>
            <a:endParaRPr lang="fr-FR"/>
          </a:p>
        </p:txBody>
      </p:sp>
      <p:sp>
        <p:nvSpPr>
          <p:cNvPr id="9" name="Espace réservé du texte 6">
            <a:extLst>
              <a:ext uri="{FF2B5EF4-FFF2-40B4-BE49-F238E27FC236}">
                <a16:creationId xmlns:a16="http://schemas.microsoft.com/office/drawing/2014/main" id="{6C70DEDB-5CDC-45BE-0939-EAAA7C0B4513}"/>
              </a:ext>
            </a:extLst>
          </p:cNvPr>
          <p:cNvSpPr>
            <a:spLocks noGrp="1"/>
          </p:cNvSpPr>
          <p:nvPr>
            <p:ph type="body" sz="quarter" idx="15" hasCustomPrompt="1"/>
          </p:nvPr>
        </p:nvSpPr>
        <p:spPr>
          <a:xfrm>
            <a:off x="2279576" y="4914800"/>
            <a:ext cx="9433047" cy="1106488"/>
          </a:xfrm>
          <a:prstGeom prst="rect">
            <a:avLst/>
          </a:prstGeom>
        </p:spPr>
        <p:txBody>
          <a:bodyPr anchor="ctr" anchorCtr="0"/>
          <a:lstStyle>
            <a:lvl1pPr marL="0" indent="0" algn="l">
              <a:lnSpc>
                <a:spcPct val="30000"/>
              </a:lnSpc>
              <a:buNone/>
              <a:defRPr sz="1200" b="0">
                <a:solidFill>
                  <a:schemeClr val="tx2"/>
                </a:solidFill>
              </a:defRPr>
            </a:lvl1pPr>
          </a:lstStyle>
          <a:p>
            <a:pPr lvl="0"/>
            <a:r>
              <a:rPr lang="fr-FR" err="1"/>
              <a:t>Text</a:t>
            </a:r>
            <a:endParaRPr lang="fr-FR"/>
          </a:p>
        </p:txBody>
      </p:sp>
    </p:spTree>
    <p:extLst>
      <p:ext uri="{BB962C8B-B14F-4D97-AF65-F5344CB8AC3E}">
        <p14:creationId xmlns:p14="http://schemas.microsoft.com/office/powerpoint/2010/main" val="6422323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LORED_simple_text_SUNSE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rgbClr val="FFB0D6"/>
                </a:solidFill>
              </a:defRPr>
            </a:lvl1pPr>
          </a:lstStyle>
          <a:p>
            <a:fld id="{771B68FC-9087-4E3B-8BE6-3EB6AE24D2EA}" type="datetime1">
              <a:rPr lang="fr-FR" smtClean="0"/>
              <a:pPr/>
              <a:t>24/07/2026</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rgbClr val="FFB0D6"/>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rgbClr val="FFB0D6"/>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pic>
        <p:nvPicPr>
          <p:cNvPr id="3" name="Picture 14">
            <a:extLst>
              <a:ext uri="{FF2B5EF4-FFF2-40B4-BE49-F238E27FC236}">
                <a16:creationId xmlns:a16="http://schemas.microsoft.com/office/drawing/2014/main" id="{3B2E6603-80D9-0573-5187-BF5A75DA9A04}"/>
              </a:ext>
            </a:extLst>
          </p:cNvPr>
          <p:cNvPicPr>
            <a:picLocks noChangeAspect="1"/>
          </p:cNvPicPr>
          <p:nvPr userDrawn="1"/>
        </p:nvPicPr>
        <p:blipFill>
          <a:blip r:embed="rId3">
            <a:alphaModFix amt="9000"/>
          </a:blip>
          <a:stretch>
            <a:fillRect/>
          </a:stretch>
        </p:blipFill>
        <p:spPr>
          <a:xfrm>
            <a:off x="8403674" y="3082323"/>
            <a:ext cx="3775675" cy="3775675"/>
          </a:xfrm>
          <a:prstGeom prst="rect">
            <a:avLst/>
          </a:prstGeom>
        </p:spPr>
      </p:pic>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rgbClr val="FFB0D6"/>
                </a:solidFill>
              </a:defRPr>
            </a:lvl1pPr>
            <a:lvl2pPr marL="685800" indent="-228600">
              <a:lnSpc>
                <a:spcPct val="100000"/>
              </a:lnSpc>
              <a:spcBef>
                <a:spcPts val="600"/>
              </a:spcBef>
              <a:spcAft>
                <a:spcPts val="0"/>
              </a:spcAft>
              <a:buFontTx/>
              <a:buBlip>
                <a:blip r:embed="rId4"/>
              </a:buBlip>
              <a:defRPr sz="1200">
                <a:solidFill>
                  <a:srgbClr val="FFB0D6"/>
                </a:solidFill>
              </a:defRPr>
            </a:lvl2pPr>
            <a:lvl3pPr marL="0" indent="0">
              <a:buNone/>
              <a:defRPr>
                <a:solidFill>
                  <a:srgbClr val="FFB0D6"/>
                </a:solidFill>
              </a:defRPr>
            </a:lvl3pPr>
            <a:lvl4pPr marL="324000" indent="0">
              <a:lnSpc>
                <a:spcPct val="250000"/>
              </a:lnSpc>
              <a:buNone/>
              <a:defRPr>
                <a:solidFill>
                  <a:schemeClr val="tx2"/>
                </a:solidFill>
                <a:highlight>
                  <a:srgbClr val="FFB0D6"/>
                </a:highlight>
              </a:defRPr>
            </a:lvl4pPr>
            <a:lvl5pPr marL="324000" indent="0">
              <a:lnSpc>
                <a:spcPct val="120000"/>
              </a:lnSpc>
              <a:buNone/>
              <a:defRPr sz="1200">
                <a:solidFill>
                  <a:srgbClr val="FFB0D6"/>
                </a:solidFill>
              </a:defRPr>
            </a:lvl5pPr>
            <a:lvl6pPr marL="0" indent="0">
              <a:buNone/>
              <a:defRPr sz="1400" b="1">
                <a:solidFill>
                  <a:srgbClr val="FFB0D6"/>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81328"/>
            <a:ext cx="818313" cy="276432"/>
          </a:xfrm>
          <a:prstGeom prst="rect">
            <a:avLst/>
          </a:prstGeom>
        </p:spPr>
        <p:txBody>
          <a:bodyPr lIns="0" tIns="0" rIns="0" bIns="0" anchor="ctr"/>
          <a:lstStyle>
            <a:lvl1pPr algn="r">
              <a:defRPr sz="1200">
                <a:solidFill>
                  <a:srgbClr val="FFB0D6"/>
                </a:solidFill>
              </a:defRPr>
            </a:lvl1pPr>
          </a:lstStyle>
          <a:p>
            <a:fld id="{0D2E6A04-B99A-6C4D-8942-945F97C9E705}" type="slidenum">
              <a:rPr lang="en-US" smtClean="0"/>
              <a:pPr/>
              <a:t>‹N°›</a:t>
            </a:fld>
            <a:endParaRPr lang="en-US"/>
          </a:p>
        </p:txBody>
      </p:sp>
    </p:spTree>
    <p:extLst>
      <p:ext uri="{BB962C8B-B14F-4D97-AF65-F5344CB8AC3E}">
        <p14:creationId xmlns:p14="http://schemas.microsoft.com/office/powerpoint/2010/main" val="28181464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LORED_simple_text_BLOSSOM">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rgbClr val="FFB0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2"/>
                </a:solidFill>
              </a:defRPr>
            </a:lvl1pPr>
          </a:lstStyle>
          <a:p>
            <a:fld id="{0D2E6A04-B99A-6C4D-8942-945F97C9E705}" type="slidenum">
              <a:rPr lang="en-US" smtClean="0"/>
              <a:pPr/>
              <a:t>‹N°›</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tx2"/>
                </a:solidFill>
              </a:defRPr>
            </a:lvl1pPr>
            <a:lvl2pPr marL="685800" indent="-228600">
              <a:lnSpc>
                <a:spcPct val="100000"/>
              </a:lnSpc>
              <a:spcBef>
                <a:spcPts val="600"/>
              </a:spcBef>
              <a:spcAft>
                <a:spcPts val="0"/>
              </a:spcAft>
              <a:buFontTx/>
              <a:buBlip>
                <a:blip r:embed="rId2"/>
              </a:buBlip>
              <a:defRPr sz="1200">
                <a:solidFill>
                  <a:schemeClr val="tx2"/>
                </a:solidFill>
              </a:defRPr>
            </a:lvl2pPr>
            <a:lvl3pPr marL="0" indent="0">
              <a:buNone/>
              <a:defRPr>
                <a:solidFill>
                  <a:schemeClr val="tx2"/>
                </a:solidFill>
              </a:defRPr>
            </a:lvl3pPr>
            <a:lvl4pPr marL="324000" indent="0">
              <a:lnSpc>
                <a:spcPct val="250000"/>
              </a:lnSpc>
              <a:buNone/>
              <a:defRPr>
                <a:solidFill>
                  <a:srgbClr val="FFB0D6"/>
                </a:solidFill>
                <a:highlight>
                  <a:srgbClr val="700606"/>
                </a:highlight>
              </a:defRPr>
            </a:lvl4pPr>
            <a:lvl5pPr marL="324000" indent="0">
              <a:lnSpc>
                <a:spcPct val="120000"/>
              </a:lnSpc>
              <a:buNone/>
              <a:defRPr sz="1200">
                <a:solidFill>
                  <a:schemeClr val="tx2"/>
                </a:solidFill>
              </a:defRPr>
            </a:lvl5pPr>
            <a:lvl6pPr marL="0" indent="0">
              <a:buNone/>
              <a:defRPr sz="1400" b="1">
                <a:solidFill>
                  <a:schemeClr val="tx2"/>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tx2"/>
                </a:solidFill>
              </a:defRPr>
            </a:lvl1pPr>
          </a:lstStyle>
          <a:p>
            <a:fld id="{771B68FC-9087-4E3B-8BE6-3EB6AE24D2EA}" type="datetime1">
              <a:rPr lang="fr-FR" smtClean="0"/>
              <a:pPr/>
              <a:t>24/07/2026</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tx2"/>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tx2"/>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pic>
        <p:nvPicPr>
          <p:cNvPr id="18" name="Picture 17">
            <a:extLst>
              <a:ext uri="{FF2B5EF4-FFF2-40B4-BE49-F238E27FC236}">
                <a16:creationId xmlns:a16="http://schemas.microsoft.com/office/drawing/2014/main" id="{D91CB6FD-5F28-4120-901B-82C36DA0B4BD}"/>
              </a:ext>
            </a:extLst>
          </p:cNvPr>
          <p:cNvPicPr>
            <a:picLocks noChangeAspect="1"/>
          </p:cNvPicPr>
          <p:nvPr userDrawn="1"/>
        </p:nvPicPr>
        <p:blipFill>
          <a:blip r:embed="rId4">
            <a:alphaModFix amt="5000"/>
          </a:blip>
          <a:stretch>
            <a:fillRect/>
          </a:stretch>
        </p:blipFill>
        <p:spPr>
          <a:xfrm>
            <a:off x="8390970" y="3082324"/>
            <a:ext cx="3775676" cy="3775676"/>
          </a:xfrm>
          <a:prstGeom prst="rect">
            <a:avLst/>
          </a:prstGeom>
        </p:spPr>
      </p:pic>
    </p:spTree>
    <p:extLst>
      <p:ext uri="{BB962C8B-B14F-4D97-AF65-F5344CB8AC3E}">
        <p14:creationId xmlns:p14="http://schemas.microsoft.com/office/powerpoint/2010/main" val="34753511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image_11">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1768855-FACA-4549-99D9-E8300DDC891C}"/>
              </a:ext>
            </a:extLst>
          </p:cNvPr>
          <p:cNvPicPr>
            <a:picLocks noChangeAspect="1"/>
          </p:cNvPicPr>
          <p:nvPr userDrawn="1"/>
        </p:nvPicPr>
        <p:blipFill>
          <a:blip r:embed="rId2"/>
          <a:stretch>
            <a:fillRect/>
          </a:stretch>
        </p:blipFill>
        <p:spPr>
          <a:xfrm>
            <a:off x="6288377" y="692696"/>
            <a:ext cx="4851948" cy="4870466"/>
          </a:xfrm>
          <a:prstGeom prst="rect">
            <a:avLst/>
          </a:prstGeom>
        </p:spPr>
      </p:pic>
      <p:sp>
        <p:nvSpPr>
          <p:cNvPr id="11" name="Espace réservé du contenu 6">
            <a:extLst>
              <a:ext uri="{FF2B5EF4-FFF2-40B4-BE49-F238E27FC236}">
                <a16:creationId xmlns:a16="http://schemas.microsoft.com/office/drawing/2014/main" id="{E87477D1-A495-4DA6-B19A-9A96230EA50F}"/>
              </a:ext>
            </a:extLst>
          </p:cNvPr>
          <p:cNvSpPr>
            <a:spLocks noGrp="1"/>
          </p:cNvSpPr>
          <p:nvPr>
            <p:ph sz="quarter" idx="13" hasCustomPrompt="1"/>
          </p:nvPr>
        </p:nvSpPr>
        <p:spPr>
          <a:xfrm>
            <a:off x="6528048" y="2204864"/>
            <a:ext cx="4392488" cy="3358298"/>
          </a:xfrm>
          <a:prstGeom prst="rect">
            <a:avLst/>
          </a:prstGeom>
        </p:spPr>
        <p:txBody>
          <a:bodyPr anchor="ctr" anchorCtr="0"/>
          <a:lstStyle>
            <a:lvl1pPr marL="0" indent="0" algn="ctr">
              <a:lnSpc>
                <a:spcPct val="120000"/>
              </a:lnSpc>
              <a:spcBef>
                <a:spcPts val="1000"/>
              </a:spcBef>
              <a:buNone/>
              <a:defRPr sz="1400">
                <a:solidFill>
                  <a:srgbClr val="700606"/>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solidFill>
                  <a:srgbClr val="700606"/>
                </a:solidFill>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rgbClr val="700606"/>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12" name="Slide Number Placeholder 4">
            <a:extLst>
              <a:ext uri="{FF2B5EF4-FFF2-40B4-BE49-F238E27FC236}">
                <a16:creationId xmlns:a16="http://schemas.microsoft.com/office/drawing/2014/main" id="{EF346218-9C3C-4B3D-BE62-F3FE963C33C9}"/>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bg1"/>
                </a:solidFill>
              </a:defRPr>
            </a:lvl1pPr>
          </a:lstStyle>
          <a:p>
            <a:fld id="{0D2E6A04-B99A-6C4D-8942-945F97C9E705}" type="slidenum">
              <a:rPr lang="en-US" smtClean="0"/>
              <a:pPr/>
              <a:t>‹N°›</a:t>
            </a:fld>
            <a:endParaRPr lang="en-US"/>
          </a:p>
        </p:txBody>
      </p:sp>
      <p:sp>
        <p:nvSpPr>
          <p:cNvPr id="14" name="Date Placeholder 2">
            <a:extLst>
              <a:ext uri="{FF2B5EF4-FFF2-40B4-BE49-F238E27FC236}">
                <a16:creationId xmlns:a16="http://schemas.microsoft.com/office/drawing/2014/main" id="{23898158-63AD-4764-985C-36F3F297C393}"/>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bg1"/>
                </a:solidFill>
              </a:defRPr>
            </a:lvl1pPr>
          </a:lstStyle>
          <a:p>
            <a:fld id="{0254D66B-6124-4183-985C-3A5B0C606042}" type="datetime1">
              <a:rPr lang="fr-FR" smtClean="0"/>
              <a:t>24/07/2026</a:t>
            </a:fld>
            <a:endParaRPr lang="en-US"/>
          </a:p>
        </p:txBody>
      </p:sp>
    </p:spTree>
    <p:extLst>
      <p:ext uri="{BB962C8B-B14F-4D97-AF65-F5344CB8AC3E}">
        <p14:creationId xmlns:p14="http://schemas.microsoft.com/office/powerpoint/2010/main" val="9258196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ank-you_BLOSSOM">
    <p:bg>
      <p:bgPr>
        <a:solidFill>
          <a:schemeClr val="tx2"/>
        </a:solidFill>
        <a:effectLst/>
      </p:bgPr>
    </p:bg>
    <p:spTree>
      <p:nvGrpSpPr>
        <p:cNvPr id="1" name=""/>
        <p:cNvGrpSpPr/>
        <p:nvPr/>
      </p:nvGrpSpPr>
      <p:grpSpPr>
        <a:xfrm>
          <a:off x="0" y="0"/>
          <a:ext cx="0" cy="0"/>
          <a:chOff x="0" y="0"/>
          <a:chExt cx="0" cy="0"/>
        </a:xfrm>
      </p:grpSpPr>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a:noFill/>
        </p:spPr>
        <p:txBody>
          <a:bodyPr anchor="ctr"/>
          <a:lstStyle>
            <a:lvl1pPr marL="0" indent="0" algn="ctr">
              <a:buNone/>
              <a:defRPr sz="9200">
                <a:solidFill>
                  <a:schemeClr val="bg2"/>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4" name="Graphique 3">
            <a:extLst>
              <a:ext uri="{FF2B5EF4-FFF2-40B4-BE49-F238E27FC236}">
                <a16:creationId xmlns:a16="http://schemas.microsoft.com/office/drawing/2014/main" id="{08895822-A758-5D10-BDA4-51FC7156C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99831" y="5949280"/>
            <a:ext cx="2792338" cy="359015"/>
          </a:xfrm>
          <a:prstGeom prst="rect">
            <a:avLst/>
          </a:prstGeom>
        </p:spPr>
      </p:pic>
    </p:spTree>
    <p:extLst>
      <p:ext uri="{BB962C8B-B14F-4D97-AF65-F5344CB8AC3E}">
        <p14:creationId xmlns:p14="http://schemas.microsoft.com/office/powerpoint/2010/main" val="3751211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ain-title_LAGOO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accent6"/>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accent6"/>
                </a:solidFill>
              </a:defRPr>
            </a:lvl1pPr>
          </a:lstStyle>
          <a:p>
            <a:fld id="{CACEA970-51D5-41D8-BAF3-D0927549698A}" type="datetime1">
              <a:rPr lang="fr-FR" smtClean="0"/>
              <a:pPr/>
              <a:t>24/07/2026</a:t>
            </a:fld>
            <a:endParaRPr lang="en-US"/>
          </a:p>
        </p:txBody>
      </p:sp>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accent6"/>
                </a:solidFill>
              </a:defRPr>
            </a:lvl1pPr>
          </a:lstStyle>
          <a:p>
            <a:pPr lvl="0"/>
            <a:r>
              <a:rPr lang="en-US"/>
              <a:t>Text</a:t>
            </a:r>
            <a:endParaRPr lang="fr-FR"/>
          </a:p>
        </p:txBody>
      </p:sp>
      <p:pic>
        <p:nvPicPr>
          <p:cNvPr id="4" name="Graphique 3">
            <a:extLst>
              <a:ext uri="{FF2B5EF4-FFF2-40B4-BE49-F238E27FC236}">
                <a16:creationId xmlns:a16="http://schemas.microsoft.com/office/drawing/2014/main" id="{E35AEFED-EBCA-D264-0980-F66F7216E5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7435" y="914892"/>
            <a:ext cx="3312368" cy="425876"/>
          </a:xfrm>
          <a:prstGeom prst="rect">
            <a:avLst/>
          </a:prstGeom>
        </p:spPr>
      </p:pic>
    </p:spTree>
    <p:extLst>
      <p:ext uri="{BB962C8B-B14F-4D97-AF65-F5344CB8AC3E}">
        <p14:creationId xmlns:p14="http://schemas.microsoft.com/office/powerpoint/2010/main" val="35935824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imple-text_SKY">
    <p:bg>
      <p:bgPr>
        <a:solidFill>
          <a:srgbClr val="FFFFFF"/>
        </a:solidFill>
        <a:effectLst/>
      </p:bgPr>
    </p:bg>
    <p:spTree>
      <p:nvGrpSpPr>
        <p:cNvPr id="1" name=""/>
        <p:cNvGrpSpPr/>
        <p:nvPr/>
      </p:nvGrpSpPr>
      <p:grpSpPr>
        <a:xfrm>
          <a:off x="0" y="0"/>
          <a:ext cx="0" cy="0"/>
          <a:chOff x="0" y="0"/>
          <a:chExt cx="0" cy="0"/>
        </a:xfrm>
      </p:grpSpPr>
      <p:pic>
        <p:nvPicPr>
          <p:cNvPr id="3" name="Picture 24">
            <a:extLst>
              <a:ext uri="{FF2B5EF4-FFF2-40B4-BE49-F238E27FC236}">
                <a16:creationId xmlns:a16="http://schemas.microsoft.com/office/drawing/2014/main" id="{899C6986-6A14-6AF6-1E52-1C619F6694F4}"/>
              </a:ext>
            </a:extLst>
          </p:cNvPr>
          <p:cNvPicPr>
            <a:picLocks noChangeAspect="1"/>
          </p:cNvPicPr>
          <p:nvPr userDrawn="1"/>
        </p:nvPicPr>
        <p:blipFill>
          <a:blip r:embed="rId2">
            <a:alphaModFix amt="7000"/>
          </a:blip>
          <a:stretch>
            <a:fillRect/>
          </a:stretch>
        </p:blipFill>
        <p:spPr>
          <a:xfrm>
            <a:off x="8499020" y="3165020"/>
            <a:ext cx="3692980" cy="3692980"/>
          </a:xfrm>
          <a:prstGeom prst="rect">
            <a:avLst/>
          </a:prstGeom>
        </p:spPr>
      </p:pic>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a:noFill/>
        </p:spPr>
        <p:txBody>
          <a:bodyPr lIns="0" tIns="0" rIns="0" bIns="0" anchor="ctr"/>
          <a:lstStyle>
            <a:lvl1pPr algn="r">
              <a:defRPr sz="1200">
                <a:solidFill>
                  <a:schemeClr val="accent5"/>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5"/>
                </a:solidFill>
              </a:defRPr>
            </a:lvl1pPr>
          </a:lstStyle>
          <a:p>
            <a:fld id="{05C20A28-4BAC-4477-9026-1E123DBFBC43}" type="datetime1">
              <a:rPr lang="fr-FR" smtClean="0"/>
              <a:pPr/>
              <a:t>24/07/2026</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3"/>
              </a:buBlip>
              <a:defRPr sz="1200">
                <a:solidFill>
                  <a:schemeClr val="accent5"/>
                </a:solidFill>
              </a:defRPr>
            </a:lvl2pPr>
            <a:lvl3pPr marL="0" indent="0">
              <a:buNone/>
              <a:defRPr>
                <a:solidFill>
                  <a:schemeClr val="accent5"/>
                </a:solidFill>
              </a:defRPr>
            </a:lvl3pPr>
            <a:lvl4pPr marL="324000" indent="0">
              <a:lnSpc>
                <a:spcPct val="250000"/>
              </a:lnSpc>
              <a:buNone/>
              <a:defRPr>
                <a:solidFill>
                  <a:schemeClr val="accent5"/>
                </a:solidFill>
                <a:highlight>
                  <a:srgbClr val="FFFFFF"/>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accent5"/>
                </a:solidFill>
              </a:defRPr>
            </a:lvl6pPr>
            <a:lvl7pPr marL="0" indent="0">
              <a:spcBef>
                <a:spcPts val="1200"/>
              </a:spcBef>
              <a:buNone/>
              <a:defRPr sz="1400" b="1">
                <a:solidFill>
                  <a:srgbClr val="700606"/>
                </a:solidFill>
              </a:defRPr>
            </a:lvl7pPr>
            <a:lvl8pPr marL="0" indent="0">
              <a:spcBef>
                <a:spcPts val="1200"/>
              </a:spcBef>
              <a:buNone/>
              <a:defRPr sz="1400" b="0">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5"/>
                </a:solidFill>
              </a:defRPr>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4450" cap="rnd">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49215" y="350176"/>
            <a:ext cx="405367" cy="342520"/>
          </a:xfrm>
          <a:prstGeom prst="rect">
            <a:avLst/>
          </a:prstGeom>
        </p:spPr>
      </p:pic>
    </p:spTree>
    <p:extLst>
      <p:ext uri="{BB962C8B-B14F-4D97-AF65-F5344CB8AC3E}">
        <p14:creationId xmlns:p14="http://schemas.microsoft.com/office/powerpoint/2010/main" val="21263965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Simple-text_TABLE_SKY">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87D7E1-03F8-AF94-FB7B-5B9DBB6D3B81}"/>
              </a:ext>
            </a:extLst>
          </p:cNvPr>
          <p:cNvSpPr/>
          <p:nvPr userDrawn="1"/>
        </p:nvSpPr>
        <p:spPr>
          <a:xfrm>
            <a:off x="339725" y="4869272"/>
            <a:ext cx="1784549" cy="122413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B0D0A53-3553-7F80-AA86-80334C3D1276}"/>
              </a:ext>
            </a:extLst>
          </p:cNvPr>
          <p:cNvSpPr/>
          <p:nvPr userDrawn="1"/>
        </p:nvSpPr>
        <p:spPr>
          <a:xfrm>
            <a:off x="2107586" y="4869272"/>
            <a:ext cx="9741310" cy="1224135"/>
          </a:xfrm>
          <a:prstGeom prst="rect">
            <a:avLst/>
          </a:prstGeom>
          <a:solidFill>
            <a:srgbClr val="D9E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15" name="Titel 14">
            <a:extLst>
              <a:ext uri="{FF2B5EF4-FFF2-40B4-BE49-F238E27FC236}">
                <a16:creationId xmlns:a16="http://schemas.microsoft.com/office/drawing/2014/main" id="{475A41A9-8C95-15D2-7C18-0ABADA5BF89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5"/>
                </a:solidFill>
              </a:defRPr>
            </a:lvl1pPr>
          </a:lstStyle>
          <a:p>
            <a:r>
              <a:rPr lang="nl-NL" err="1"/>
              <a:t>Title</a:t>
            </a:r>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5325"/>
            <a:ext cx="10945813" cy="3708411"/>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solidFill>
                  <a:schemeClr val="accent5"/>
                </a:solidFill>
              </a:defRPr>
            </a:lvl2pPr>
            <a:lvl3pPr marL="0" indent="0">
              <a:buNone/>
              <a:defRPr>
                <a:solidFill>
                  <a:schemeClr val="accent5"/>
                </a:solidFill>
              </a:defRPr>
            </a:lvl3pPr>
            <a:lvl4pPr marL="324000" indent="0">
              <a:lnSpc>
                <a:spcPct val="250000"/>
              </a:lnSpc>
              <a:buNone/>
              <a:defRPr>
                <a:solidFill>
                  <a:schemeClr val="accent6"/>
                </a:solidFill>
                <a:highlight>
                  <a:srgbClr val="00192E"/>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accent5"/>
                </a:solidFill>
              </a:defRPr>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cxnSp>
        <p:nvCxnSpPr>
          <p:cNvPr id="5" name="Straight Connector 4">
            <a:extLst>
              <a:ext uri="{FF2B5EF4-FFF2-40B4-BE49-F238E27FC236}">
                <a16:creationId xmlns:a16="http://schemas.microsoft.com/office/drawing/2014/main" id="{E7D77697-8229-461A-8B0A-8032E1413682}"/>
              </a:ext>
            </a:extLst>
          </p:cNvPr>
          <p:cNvCxnSpPr>
            <a:cxnSpLocks/>
          </p:cNvCxnSpPr>
          <p:nvPr userDrawn="1"/>
        </p:nvCxnSpPr>
        <p:spPr>
          <a:xfrm flipH="1">
            <a:off x="333629" y="836712"/>
            <a:ext cx="11515267" cy="0"/>
          </a:xfrm>
          <a:prstGeom prst="line">
            <a:avLst/>
          </a:prstGeom>
          <a:ln w="47625" cap="rnd">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E372CC0-0B8D-49FD-B536-01431FB94A3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7" name="Espace réservé du texte 6">
            <a:extLst>
              <a:ext uri="{FF2B5EF4-FFF2-40B4-BE49-F238E27FC236}">
                <a16:creationId xmlns:a16="http://schemas.microsoft.com/office/drawing/2014/main" id="{03B629D6-94FB-CBB3-FC2E-63EB35BEB161}"/>
              </a:ext>
            </a:extLst>
          </p:cNvPr>
          <p:cNvSpPr>
            <a:spLocks noGrp="1"/>
          </p:cNvSpPr>
          <p:nvPr>
            <p:ph type="body" sz="quarter" idx="14" hasCustomPrompt="1"/>
          </p:nvPr>
        </p:nvSpPr>
        <p:spPr>
          <a:xfrm>
            <a:off x="339725" y="4928096"/>
            <a:ext cx="1784549" cy="1106488"/>
          </a:xfrm>
          <a:prstGeom prst="rect">
            <a:avLst/>
          </a:prstGeom>
        </p:spPr>
        <p:txBody>
          <a:bodyPr anchor="ctr" anchorCtr="0"/>
          <a:lstStyle>
            <a:lvl1pPr marL="0" indent="0" algn="ctr">
              <a:lnSpc>
                <a:spcPct val="30000"/>
              </a:lnSpc>
              <a:buNone/>
              <a:defRPr sz="1400" b="1">
                <a:solidFill>
                  <a:schemeClr val="accent5"/>
                </a:solidFill>
              </a:defRPr>
            </a:lvl1pPr>
          </a:lstStyle>
          <a:p>
            <a:pPr lvl="0"/>
            <a:r>
              <a:rPr lang="fr-FR" err="1"/>
              <a:t>Text</a:t>
            </a:r>
            <a:endParaRPr lang="fr-FR"/>
          </a:p>
        </p:txBody>
      </p:sp>
      <p:sp>
        <p:nvSpPr>
          <p:cNvPr id="9" name="Espace réservé du texte 6">
            <a:extLst>
              <a:ext uri="{FF2B5EF4-FFF2-40B4-BE49-F238E27FC236}">
                <a16:creationId xmlns:a16="http://schemas.microsoft.com/office/drawing/2014/main" id="{6C70DEDB-5CDC-45BE-0939-EAAA7C0B4513}"/>
              </a:ext>
            </a:extLst>
          </p:cNvPr>
          <p:cNvSpPr>
            <a:spLocks noGrp="1"/>
          </p:cNvSpPr>
          <p:nvPr>
            <p:ph type="body" sz="quarter" idx="15" hasCustomPrompt="1"/>
          </p:nvPr>
        </p:nvSpPr>
        <p:spPr>
          <a:xfrm>
            <a:off x="2279576" y="4914800"/>
            <a:ext cx="9433047" cy="1106488"/>
          </a:xfrm>
          <a:prstGeom prst="rect">
            <a:avLst/>
          </a:prstGeom>
        </p:spPr>
        <p:txBody>
          <a:bodyPr anchor="ctr" anchorCtr="0"/>
          <a:lstStyle>
            <a:lvl1pPr marL="0" indent="0" algn="l">
              <a:lnSpc>
                <a:spcPct val="30000"/>
              </a:lnSpc>
              <a:buNone/>
              <a:defRPr sz="1200" b="0">
                <a:solidFill>
                  <a:schemeClr val="accent5"/>
                </a:solidFill>
              </a:defRPr>
            </a:lvl1pPr>
          </a:lstStyle>
          <a:p>
            <a:pPr lvl="0"/>
            <a:r>
              <a:rPr lang="fr-FR" err="1"/>
              <a:t>Text</a:t>
            </a:r>
            <a:endParaRPr lang="fr-FR"/>
          </a:p>
        </p:txBody>
      </p:sp>
    </p:spTree>
    <p:extLst>
      <p:ext uri="{BB962C8B-B14F-4D97-AF65-F5344CB8AC3E}">
        <p14:creationId xmlns:p14="http://schemas.microsoft.com/office/powerpoint/2010/main" val="41215263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LORED_simple_text_LAGOON">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6"/>
                </a:solidFill>
              </a:defRPr>
            </a:lvl1pPr>
          </a:lstStyle>
          <a:p>
            <a:fld id="{771B68FC-9087-4E3B-8BE6-3EB6AE24D2EA}" type="datetime1">
              <a:rPr lang="fr-FR" smtClean="0"/>
              <a:pPr/>
              <a:t>24/07/2026</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6"/>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pic>
        <p:nvPicPr>
          <p:cNvPr id="3" name="Picture 24">
            <a:extLst>
              <a:ext uri="{FF2B5EF4-FFF2-40B4-BE49-F238E27FC236}">
                <a16:creationId xmlns:a16="http://schemas.microsoft.com/office/drawing/2014/main" id="{763E44B9-D67B-A7FF-E763-F352A7191754}"/>
              </a:ext>
            </a:extLst>
          </p:cNvPr>
          <p:cNvPicPr>
            <a:picLocks noChangeAspect="1"/>
          </p:cNvPicPr>
          <p:nvPr userDrawn="1"/>
        </p:nvPicPr>
        <p:blipFill>
          <a:blip r:embed="rId3">
            <a:alphaModFix amt="14000"/>
          </a:blip>
          <a:stretch>
            <a:fillRect/>
          </a:stretch>
        </p:blipFill>
        <p:spPr>
          <a:xfrm>
            <a:off x="8332249" y="2999440"/>
            <a:ext cx="3858560" cy="3858560"/>
          </a:xfrm>
          <a:prstGeom prst="rect">
            <a:avLst/>
          </a:prstGeom>
        </p:spPr>
      </p:pic>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6"/>
                </a:solidFill>
              </a:defRPr>
            </a:lvl1pPr>
            <a:lvl2pPr marL="685800" indent="-228600">
              <a:lnSpc>
                <a:spcPct val="100000"/>
              </a:lnSpc>
              <a:spcBef>
                <a:spcPts val="600"/>
              </a:spcBef>
              <a:spcAft>
                <a:spcPts val="0"/>
              </a:spcAft>
              <a:buFontTx/>
              <a:buBlip>
                <a:blip r:embed="rId4"/>
              </a:buBlip>
              <a:defRPr sz="1200">
                <a:solidFill>
                  <a:schemeClr val="accent6"/>
                </a:solidFill>
              </a:defRPr>
            </a:lvl2pPr>
            <a:lvl3pPr marL="0" indent="0">
              <a:buNone/>
              <a:defRPr>
                <a:solidFill>
                  <a:schemeClr val="accent6"/>
                </a:solidFill>
              </a:defRPr>
            </a:lvl3pPr>
            <a:lvl4pPr marL="324000" indent="0">
              <a:lnSpc>
                <a:spcPct val="250000"/>
              </a:lnSpc>
              <a:buNone/>
              <a:defRPr>
                <a:solidFill>
                  <a:schemeClr val="accent6"/>
                </a:solidFill>
                <a:highlight>
                  <a:srgbClr val="00192E"/>
                </a:highlight>
              </a:defRPr>
            </a:lvl4pPr>
            <a:lvl5pPr marL="324000" indent="0">
              <a:lnSpc>
                <a:spcPct val="120000"/>
              </a:lnSpc>
              <a:buNone/>
              <a:defRPr sz="1200">
                <a:solidFill>
                  <a:schemeClr val="accent6"/>
                </a:solidFill>
              </a:defRPr>
            </a:lvl5pPr>
            <a:lvl6pPr marL="0" indent="0">
              <a:buNone/>
              <a:defRPr sz="1400" b="1">
                <a:solidFill>
                  <a:schemeClr val="accent6"/>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09320"/>
            <a:ext cx="818313" cy="276432"/>
          </a:xfrm>
          <a:prstGeom prst="rect">
            <a:avLst/>
          </a:prstGeom>
        </p:spPr>
        <p:txBody>
          <a:bodyPr lIns="0" tIns="0" rIns="0" bIns="0" anchor="ctr"/>
          <a:lstStyle>
            <a:lvl1pPr algn="r">
              <a:defRPr sz="1200">
                <a:solidFill>
                  <a:schemeClr val="accent6"/>
                </a:solidFill>
              </a:defRPr>
            </a:lvl1pPr>
          </a:lstStyle>
          <a:p>
            <a:fld id="{0D2E6A04-B99A-6C4D-8942-945F97C9E705}" type="slidenum">
              <a:rPr lang="en-US" smtClean="0"/>
              <a:pPr/>
              <a:t>‹N°›</a:t>
            </a:fld>
            <a:endParaRPr lang="en-US"/>
          </a:p>
        </p:txBody>
      </p:sp>
    </p:spTree>
    <p:extLst>
      <p:ext uri="{BB962C8B-B14F-4D97-AF65-F5344CB8AC3E}">
        <p14:creationId xmlns:p14="http://schemas.microsoft.com/office/powerpoint/2010/main" val="34244476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LORED_simple_text_SKY">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accent5"/>
                </a:solidFill>
              </a:defRPr>
            </a:lvl1pPr>
          </a:lstStyle>
          <a:p>
            <a:fld id="{0D2E6A04-B99A-6C4D-8942-945F97C9E705}" type="slidenum">
              <a:rPr lang="en-US" smtClean="0"/>
              <a:pPr/>
              <a:t>‹N°›</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5"/>
                </a:solidFill>
              </a:defRPr>
            </a:lvl1pPr>
            <a:lvl2pPr marL="685800" indent="-228600">
              <a:lnSpc>
                <a:spcPct val="100000"/>
              </a:lnSpc>
              <a:spcBef>
                <a:spcPts val="600"/>
              </a:spcBef>
              <a:spcAft>
                <a:spcPts val="0"/>
              </a:spcAft>
              <a:buFontTx/>
              <a:buBlip>
                <a:blip r:embed="rId2"/>
              </a:buBlip>
              <a:defRPr sz="1200">
                <a:solidFill>
                  <a:schemeClr val="accent5"/>
                </a:solidFill>
              </a:defRPr>
            </a:lvl2pPr>
            <a:lvl3pPr marL="0" indent="0">
              <a:buNone/>
              <a:defRPr>
                <a:solidFill>
                  <a:schemeClr val="accent5"/>
                </a:solidFill>
              </a:defRPr>
            </a:lvl3pPr>
            <a:lvl4pPr marL="324000" indent="0">
              <a:lnSpc>
                <a:spcPct val="250000"/>
              </a:lnSpc>
              <a:buNone/>
              <a:defRPr>
                <a:solidFill>
                  <a:schemeClr val="accent6"/>
                </a:solidFill>
                <a:highlight>
                  <a:srgbClr val="00192E"/>
                </a:highlight>
              </a:defRPr>
            </a:lvl4pPr>
            <a:lvl5pPr marL="324000" indent="0">
              <a:lnSpc>
                <a:spcPct val="120000"/>
              </a:lnSpc>
              <a:buNone/>
              <a:defRPr sz="1200">
                <a:solidFill>
                  <a:schemeClr val="accent5"/>
                </a:solidFill>
              </a:defRPr>
            </a:lvl5pPr>
            <a:lvl6pPr marL="0" indent="0">
              <a:buNone/>
              <a:defRPr sz="1400" b="1">
                <a:solidFill>
                  <a:schemeClr val="accent5"/>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5"/>
                </a:solidFill>
              </a:defRPr>
            </a:lvl1pPr>
          </a:lstStyle>
          <a:p>
            <a:fld id="{771B68FC-9087-4E3B-8BE6-3EB6AE24D2EA}" type="datetime1">
              <a:rPr lang="fr-FR" smtClean="0"/>
              <a:pPr/>
              <a:t>24/07/2026</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5"/>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pic>
        <p:nvPicPr>
          <p:cNvPr id="9" name="Picture 8">
            <a:extLst>
              <a:ext uri="{FF2B5EF4-FFF2-40B4-BE49-F238E27FC236}">
                <a16:creationId xmlns:a16="http://schemas.microsoft.com/office/drawing/2014/main" id="{1CAEB7D4-0EB1-4DD6-B4F2-1375FA3FBA64}"/>
              </a:ext>
            </a:extLst>
          </p:cNvPr>
          <p:cNvPicPr>
            <a:picLocks noChangeAspect="1"/>
          </p:cNvPicPr>
          <p:nvPr userDrawn="1"/>
        </p:nvPicPr>
        <p:blipFill>
          <a:blip r:embed="rId4">
            <a:alphaModFix amt="5000"/>
          </a:blip>
          <a:stretch>
            <a:fillRect/>
          </a:stretch>
        </p:blipFill>
        <p:spPr>
          <a:xfrm>
            <a:off x="8331885" y="2999440"/>
            <a:ext cx="3858560" cy="3858560"/>
          </a:xfrm>
          <a:prstGeom prst="rect">
            <a:avLst/>
          </a:prstGeom>
        </p:spPr>
      </p:pic>
    </p:spTree>
    <p:extLst>
      <p:ext uri="{BB962C8B-B14F-4D97-AF65-F5344CB8AC3E}">
        <p14:creationId xmlns:p14="http://schemas.microsoft.com/office/powerpoint/2010/main" val="41673445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title_LAGON">
    <p:bg>
      <p:bgPr>
        <a:solidFill>
          <a:schemeClr val="accent5"/>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6"/>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accent6"/>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12771672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title_SKY">
    <p:bg>
      <p:bgPr>
        <a:solidFill>
          <a:schemeClr val="accent6"/>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5"/>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accent5"/>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1173047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image_13">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D832270-EC8E-4F55-929E-693A8118D8FF}"/>
              </a:ext>
            </a:extLst>
          </p:cNvPr>
          <p:cNvPicPr>
            <a:picLocks noChangeAspect="1"/>
          </p:cNvPicPr>
          <p:nvPr userDrawn="1"/>
        </p:nvPicPr>
        <p:blipFill>
          <a:blip r:embed="rId2"/>
          <a:stretch>
            <a:fillRect/>
          </a:stretch>
        </p:blipFill>
        <p:spPr>
          <a:xfrm>
            <a:off x="5447928" y="862790"/>
            <a:ext cx="5724565" cy="4870465"/>
          </a:xfrm>
          <a:prstGeom prst="rect">
            <a:avLst/>
          </a:prstGeom>
        </p:spPr>
      </p:pic>
      <p:sp>
        <p:nvSpPr>
          <p:cNvPr id="11" name="Espace réservé du contenu 6">
            <a:extLst>
              <a:ext uri="{FF2B5EF4-FFF2-40B4-BE49-F238E27FC236}">
                <a16:creationId xmlns:a16="http://schemas.microsoft.com/office/drawing/2014/main" id="{E87477D1-A495-4DA6-B19A-9A96230EA50F}"/>
              </a:ext>
            </a:extLst>
          </p:cNvPr>
          <p:cNvSpPr>
            <a:spLocks noGrp="1"/>
          </p:cNvSpPr>
          <p:nvPr>
            <p:ph sz="quarter" idx="13" hasCustomPrompt="1"/>
          </p:nvPr>
        </p:nvSpPr>
        <p:spPr>
          <a:xfrm>
            <a:off x="6600056" y="1412775"/>
            <a:ext cx="3456384" cy="4320479"/>
          </a:xfrm>
          <a:prstGeom prst="rect">
            <a:avLst/>
          </a:prstGeom>
        </p:spPr>
        <p:txBody>
          <a:bodyPr anchor="ctr" anchorCtr="0"/>
          <a:lstStyle>
            <a:lvl1pPr marL="0" indent="0" algn="ctr">
              <a:lnSpc>
                <a:spcPct val="120000"/>
              </a:lnSpc>
              <a:spcBef>
                <a:spcPts val="1000"/>
              </a:spcBef>
              <a:buNone/>
              <a:defRPr sz="1400">
                <a:solidFill>
                  <a:srgbClr val="00192E"/>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solidFill>
                  <a:srgbClr val="00192E"/>
                </a:solidFill>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rgbClr val="00192E"/>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12" name="Slide Number Placeholder 4">
            <a:extLst>
              <a:ext uri="{FF2B5EF4-FFF2-40B4-BE49-F238E27FC236}">
                <a16:creationId xmlns:a16="http://schemas.microsoft.com/office/drawing/2014/main" id="{2DB97E91-24CF-486F-ADB5-AF17ADC4986D}"/>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bg1"/>
                </a:solidFill>
              </a:defRPr>
            </a:lvl1pPr>
          </a:lstStyle>
          <a:p>
            <a:fld id="{0D2E6A04-B99A-6C4D-8942-945F97C9E705}" type="slidenum">
              <a:rPr lang="en-US" smtClean="0"/>
              <a:pPr/>
              <a:t>‹N°›</a:t>
            </a:fld>
            <a:endParaRPr lang="en-US"/>
          </a:p>
        </p:txBody>
      </p:sp>
      <p:sp>
        <p:nvSpPr>
          <p:cNvPr id="13" name="Date Placeholder 2">
            <a:extLst>
              <a:ext uri="{FF2B5EF4-FFF2-40B4-BE49-F238E27FC236}">
                <a16:creationId xmlns:a16="http://schemas.microsoft.com/office/drawing/2014/main" id="{AA66240C-04F7-463C-A8B9-AE5CE2BC48E8}"/>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bg1"/>
                </a:solidFill>
              </a:defRPr>
            </a:lvl1pPr>
          </a:lstStyle>
          <a:p>
            <a:fld id="{F5F17FB8-2650-485F-B3FB-66E416F085DF}" type="datetime1">
              <a:rPr lang="fr-FR" smtClean="0"/>
              <a:t>24/07/2026</a:t>
            </a:fld>
            <a:endParaRPr lang="en-US"/>
          </a:p>
        </p:txBody>
      </p:sp>
    </p:spTree>
    <p:extLst>
      <p:ext uri="{BB962C8B-B14F-4D97-AF65-F5344CB8AC3E}">
        <p14:creationId xmlns:p14="http://schemas.microsoft.com/office/powerpoint/2010/main" val="21058975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ank-you_SKY">
    <p:bg>
      <p:bgPr>
        <a:solidFill>
          <a:schemeClr val="accent5"/>
        </a:solidFill>
        <a:effectLst/>
      </p:bgPr>
    </p:bg>
    <p:spTree>
      <p:nvGrpSpPr>
        <p:cNvPr id="1" name=""/>
        <p:cNvGrpSpPr/>
        <p:nvPr/>
      </p:nvGrpSpPr>
      <p:grpSpPr>
        <a:xfrm>
          <a:off x="0" y="0"/>
          <a:ext cx="0" cy="0"/>
          <a:chOff x="0" y="0"/>
          <a:chExt cx="0" cy="0"/>
        </a:xfrm>
      </p:grpSpPr>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a:noFill/>
        </p:spPr>
        <p:txBody>
          <a:bodyPr anchor="ctr"/>
          <a:lstStyle>
            <a:lvl1pPr marL="0" indent="0" algn="ctr">
              <a:buNone/>
              <a:defRPr sz="9200">
                <a:solidFill>
                  <a:schemeClr val="accent6"/>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4" name="Graphique 3">
            <a:extLst>
              <a:ext uri="{FF2B5EF4-FFF2-40B4-BE49-F238E27FC236}">
                <a16:creationId xmlns:a16="http://schemas.microsoft.com/office/drawing/2014/main" id="{08895822-A758-5D10-BDA4-51FC7156C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99831" y="5949280"/>
            <a:ext cx="2792338" cy="359015"/>
          </a:xfrm>
          <a:prstGeom prst="rect">
            <a:avLst/>
          </a:prstGeom>
        </p:spPr>
      </p:pic>
    </p:spTree>
    <p:extLst>
      <p:ext uri="{BB962C8B-B14F-4D97-AF65-F5344CB8AC3E}">
        <p14:creationId xmlns:p14="http://schemas.microsoft.com/office/powerpoint/2010/main" val="42589320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ain-title_B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14D5-049C-A2AB-DE2D-5447BFB76B2B}"/>
              </a:ext>
            </a:extLst>
          </p:cNvPr>
          <p:cNvSpPr>
            <a:spLocks noGrp="1"/>
          </p:cNvSpPr>
          <p:nvPr>
            <p:ph type="title" hasCustomPrompt="1"/>
          </p:nvPr>
        </p:nvSpPr>
        <p:spPr>
          <a:xfrm>
            <a:off x="2879725" y="2512524"/>
            <a:ext cx="6432550" cy="1832952"/>
          </a:xfrm>
          <a:prstGeom prst="rect">
            <a:avLst/>
          </a:prstGeom>
        </p:spPr>
        <p:txBody>
          <a:bodyPr anchor="ctr"/>
          <a:lstStyle>
            <a:lvl1pPr algn="ctr">
              <a:defRPr sz="6500" b="0" i="0">
                <a:solidFill>
                  <a:schemeClr val="accent4"/>
                </a:solidFill>
                <a:latin typeface="Tahoma" panose="020B0604030504040204" pitchFamily="34" charset="0"/>
                <a:ea typeface="Tahoma" panose="020B0604030504040204" pitchFamily="34" charset="0"/>
                <a:cs typeface="Tahoma" panose="020B0604030504040204" pitchFamily="34" charset="0"/>
              </a:defRPr>
            </a:lvl1pPr>
          </a:lstStyle>
          <a:p>
            <a:br>
              <a:rPr lang="en-GB"/>
            </a:br>
            <a:r>
              <a:rPr lang="en-GB"/>
              <a:t>Presentation Title</a:t>
            </a:r>
            <a:br>
              <a:rPr lang="en-GB"/>
            </a:br>
            <a:endParaRPr lang="en-US"/>
          </a:p>
        </p:txBody>
      </p:sp>
      <p:sp>
        <p:nvSpPr>
          <p:cNvPr id="3" name="Date Placeholder 2">
            <a:extLst>
              <a:ext uri="{FF2B5EF4-FFF2-40B4-BE49-F238E27FC236}">
                <a16:creationId xmlns:a16="http://schemas.microsoft.com/office/drawing/2014/main" id="{BA9B395E-C624-B79B-E0DB-6B661D27DDF8}"/>
              </a:ext>
            </a:extLst>
          </p:cNvPr>
          <p:cNvSpPr>
            <a:spLocks noGrp="1"/>
          </p:cNvSpPr>
          <p:nvPr>
            <p:ph type="dt" sz="half" idx="10"/>
          </p:nvPr>
        </p:nvSpPr>
        <p:spPr>
          <a:xfrm>
            <a:off x="5037053" y="5883097"/>
            <a:ext cx="2117895" cy="277991"/>
          </a:xfrm>
          <a:prstGeom prst="rect">
            <a:avLst/>
          </a:prstGeom>
        </p:spPr>
        <p:txBody>
          <a:bodyPr/>
          <a:lstStyle>
            <a:lvl1pPr algn="ctr">
              <a:defRPr>
                <a:solidFill>
                  <a:schemeClr val="accent4"/>
                </a:solidFill>
              </a:defRPr>
            </a:lvl1pPr>
          </a:lstStyle>
          <a:p>
            <a:fld id="{CACEA970-51D5-41D8-BAF3-D0927549698A}" type="datetime1">
              <a:rPr lang="fr-FR" smtClean="0"/>
              <a:pPr/>
              <a:t>24/07/2026</a:t>
            </a:fld>
            <a:endParaRPr lang="en-US"/>
          </a:p>
        </p:txBody>
      </p:sp>
      <p:sp>
        <p:nvSpPr>
          <p:cNvPr id="9" name="Text Placeholder 8">
            <a:extLst>
              <a:ext uri="{FF2B5EF4-FFF2-40B4-BE49-F238E27FC236}">
                <a16:creationId xmlns:a16="http://schemas.microsoft.com/office/drawing/2014/main" id="{A36730EE-1422-4E74-B73C-FD4FDCAAC4BF}"/>
              </a:ext>
            </a:extLst>
          </p:cNvPr>
          <p:cNvSpPr>
            <a:spLocks noGrp="1"/>
          </p:cNvSpPr>
          <p:nvPr>
            <p:ph type="body" sz="quarter" idx="11" hasCustomPrompt="1"/>
          </p:nvPr>
        </p:nvSpPr>
        <p:spPr>
          <a:xfrm>
            <a:off x="2879725" y="5300663"/>
            <a:ext cx="6432550" cy="582434"/>
          </a:xfrm>
          <a:prstGeom prst="rect">
            <a:avLst/>
          </a:prstGeom>
        </p:spPr>
        <p:txBody>
          <a:bodyPr/>
          <a:lstStyle>
            <a:lvl1pPr marL="0" indent="0" algn="ctr">
              <a:buNone/>
              <a:defRPr>
                <a:solidFill>
                  <a:schemeClr val="accent4"/>
                </a:solidFill>
              </a:defRPr>
            </a:lvl1pPr>
          </a:lstStyle>
          <a:p>
            <a:pPr lvl="0"/>
            <a:r>
              <a:rPr lang="en-US"/>
              <a:t>Text</a:t>
            </a:r>
            <a:endParaRPr lang="fr-FR"/>
          </a:p>
        </p:txBody>
      </p:sp>
      <p:pic>
        <p:nvPicPr>
          <p:cNvPr id="4" name="Graphique 3">
            <a:extLst>
              <a:ext uri="{FF2B5EF4-FFF2-40B4-BE49-F238E27FC236}">
                <a16:creationId xmlns:a16="http://schemas.microsoft.com/office/drawing/2014/main" id="{E35AEFED-EBCA-D264-0980-F66F7216E55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7435" y="914892"/>
            <a:ext cx="3312368" cy="425876"/>
          </a:xfrm>
          <a:prstGeom prst="rect">
            <a:avLst/>
          </a:prstGeom>
        </p:spPr>
      </p:pic>
    </p:spTree>
    <p:extLst>
      <p:ext uri="{BB962C8B-B14F-4D97-AF65-F5344CB8AC3E}">
        <p14:creationId xmlns:p14="http://schemas.microsoft.com/office/powerpoint/2010/main" val="1555390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mple-text_HONEY">
    <p:bg>
      <p:bgPr>
        <a:solidFill>
          <a:srgbClr val="FFFFFF"/>
        </a:solidFill>
        <a:effectLst/>
      </p:bgPr>
    </p:bg>
    <p:spTree>
      <p:nvGrpSpPr>
        <p:cNvPr id="1" name=""/>
        <p:cNvGrpSpPr/>
        <p:nvPr/>
      </p:nvGrpSpPr>
      <p:grpSpPr>
        <a:xfrm>
          <a:off x="0" y="0"/>
          <a:ext cx="0" cy="0"/>
          <a:chOff x="0" y="0"/>
          <a:chExt cx="0" cy="0"/>
        </a:xfrm>
      </p:grpSpPr>
      <p:sp>
        <p:nvSpPr>
          <p:cNvPr id="21" name="Slide Number Placeholder 4">
            <a:extLst>
              <a:ext uri="{FF2B5EF4-FFF2-40B4-BE49-F238E27FC236}">
                <a16:creationId xmlns:a16="http://schemas.microsoft.com/office/drawing/2014/main" id="{04919B05-25FA-4326-95A9-52218D9EE524}"/>
              </a:ext>
            </a:extLst>
          </p:cNvPr>
          <p:cNvSpPr>
            <a:spLocks noGrp="1"/>
          </p:cNvSpPr>
          <p:nvPr>
            <p:ph type="sldNum" sz="quarter" idx="12"/>
          </p:nvPr>
        </p:nvSpPr>
        <p:spPr>
          <a:xfrm>
            <a:off x="11040058" y="6320920"/>
            <a:ext cx="818313" cy="276432"/>
          </a:xfrm>
          <a:prstGeom prst="rect">
            <a:avLst/>
          </a:prstGeom>
          <a:noFill/>
        </p:spPr>
        <p:txBody>
          <a:bodyPr lIns="0" tIns="0" rIns="0" bIns="0" anchor="ctr"/>
          <a:lstStyle>
            <a:lvl1pPr algn="r">
              <a:defRPr sz="1200">
                <a:solidFill>
                  <a:schemeClr val="tx2"/>
                </a:solidFill>
              </a:defRPr>
            </a:lvl1pPr>
          </a:lstStyle>
          <a:p>
            <a:fld id="{0D2E6A04-B99A-6C4D-8942-945F97C9E705}" type="slidenum">
              <a:rPr lang="en-US" smtClean="0"/>
              <a:pPr/>
              <a:t>‹N°›</a:t>
            </a:fld>
            <a:endParaRPr lang="en-US"/>
          </a:p>
        </p:txBody>
      </p:sp>
      <p:sp>
        <p:nvSpPr>
          <p:cNvPr id="23" name="Date Placeholder 2">
            <a:extLst>
              <a:ext uri="{FF2B5EF4-FFF2-40B4-BE49-F238E27FC236}">
                <a16:creationId xmlns:a16="http://schemas.microsoft.com/office/drawing/2014/main" id="{71D241C7-285A-46EE-B103-4DF94C2F2735}"/>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tx2"/>
                </a:solidFill>
              </a:defRPr>
            </a:lvl1pPr>
          </a:lstStyle>
          <a:p>
            <a:fld id="{05C20A28-4BAC-4477-9026-1E123DBFBC43}" type="datetime1">
              <a:rPr lang="fr-FR" smtClean="0"/>
              <a:pPr/>
              <a:t>24/07/2026</a:t>
            </a:fld>
            <a:endParaRPr lang="en-US"/>
          </a:p>
        </p:txBody>
      </p:sp>
      <p:sp>
        <p:nvSpPr>
          <p:cNvPr id="18" name="Espace réservé du contenu 6">
            <a:extLst>
              <a:ext uri="{FF2B5EF4-FFF2-40B4-BE49-F238E27FC236}">
                <a16:creationId xmlns:a16="http://schemas.microsoft.com/office/drawing/2014/main" id="{3ED8EF5A-53F2-47D2-8D1C-2F21C08A987D}"/>
              </a:ext>
            </a:extLst>
          </p:cNvPr>
          <p:cNvSpPr>
            <a:spLocks noGrp="1"/>
          </p:cNvSpPr>
          <p:nvPr>
            <p:ph sz="quarter" idx="13" hasCustomPrompt="1"/>
          </p:nvPr>
        </p:nvSpPr>
        <p:spPr>
          <a:xfrm>
            <a:off x="336757" y="1096479"/>
            <a:ext cx="10945813" cy="2585628"/>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solidFill>
                  <a:schemeClr val="accent3"/>
                </a:solidFill>
              </a:defRPr>
            </a:lvl2pPr>
            <a:lvl3pPr marL="0" indent="0">
              <a:buNone/>
              <a:defRPr>
                <a:solidFill>
                  <a:schemeClr val="accent3"/>
                </a:solidFill>
              </a:defRPr>
            </a:lvl3pPr>
            <a:lvl4pPr marL="324000" indent="0">
              <a:lnSpc>
                <a:spcPct val="250000"/>
              </a:lnSpc>
              <a:buNone/>
              <a:defRPr>
                <a:solidFill>
                  <a:schemeClr val="accent3"/>
                </a:solidFill>
                <a:highlight>
                  <a:srgbClr val="FFFFFF"/>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accent3"/>
                </a:solidFill>
              </a:defRPr>
            </a:lvl6pPr>
            <a:lvl7pPr marL="0" indent="0">
              <a:spcBef>
                <a:spcPts val="1200"/>
              </a:spcBef>
              <a:buNone/>
              <a:defRPr sz="1400" b="1">
                <a:solidFill>
                  <a:srgbClr val="700606"/>
                </a:solidFill>
              </a:defRPr>
            </a:lvl7pPr>
            <a:lvl8pPr marL="0" indent="0">
              <a:spcBef>
                <a:spcPts val="1200"/>
              </a:spcBef>
              <a:buNone/>
              <a:defRPr sz="1400" b="0">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19" name="Titel 14">
            <a:extLst>
              <a:ext uri="{FF2B5EF4-FFF2-40B4-BE49-F238E27FC236}">
                <a16:creationId xmlns:a16="http://schemas.microsoft.com/office/drawing/2014/main" id="{956BF4AB-E8A1-4F20-B9CA-FB38AEA71E95}"/>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3"/>
                </a:solidFill>
              </a:defRPr>
            </a:lvl1pPr>
          </a:lstStyle>
          <a:p>
            <a:r>
              <a:rPr lang="nl-NL" err="1"/>
              <a:t>Title</a:t>
            </a:r>
            <a:endParaRPr lang="en-US"/>
          </a:p>
        </p:txBody>
      </p:sp>
      <p:cxnSp>
        <p:nvCxnSpPr>
          <p:cNvPr id="24" name="Straight Connector 23">
            <a:extLst>
              <a:ext uri="{FF2B5EF4-FFF2-40B4-BE49-F238E27FC236}">
                <a16:creationId xmlns:a16="http://schemas.microsoft.com/office/drawing/2014/main" id="{0F252710-C411-438E-82A9-476F627FB43E}"/>
              </a:ext>
            </a:extLst>
          </p:cNvPr>
          <p:cNvCxnSpPr>
            <a:cxnSpLocks/>
          </p:cNvCxnSpPr>
          <p:nvPr userDrawn="1"/>
        </p:nvCxnSpPr>
        <p:spPr>
          <a:xfrm flipH="1">
            <a:off x="333629" y="836712"/>
            <a:ext cx="11515267" cy="0"/>
          </a:xfrm>
          <a:prstGeom prst="line">
            <a:avLst/>
          </a:prstGeom>
          <a:ln w="44450" cap="rnd">
            <a:solidFill>
              <a:srgbClr val="FFC000"/>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C474A61A-05BE-4554-B48D-44C17516647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pic>
        <p:nvPicPr>
          <p:cNvPr id="4" name="Picture 32">
            <a:extLst>
              <a:ext uri="{FF2B5EF4-FFF2-40B4-BE49-F238E27FC236}">
                <a16:creationId xmlns:a16="http://schemas.microsoft.com/office/drawing/2014/main" id="{D547B26C-4529-C12B-B948-9F8BD3853D88}"/>
              </a:ext>
            </a:extLst>
          </p:cNvPr>
          <p:cNvPicPr>
            <a:picLocks noChangeAspect="1"/>
          </p:cNvPicPr>
          <p:nvPr userDrawn="1"/>
        </p:nvPicPr>
        <p:blipFill>
          <a:blip r:embed="rId4">
            <a:alphaModFix amt="10000"/>
          </a:blip>
          <a:stretch>
            <a:fillRect/>
          </a:stretch>
        </p:blipFill>
        <p:spPr>
          <a:xfrm>
            <a:off x="8485303" y="3165019"/>
            <a:ext cx="3706697" cy="3706697"/>
          </a:xfrm>
          <a:prstGeom prst="rect">
            <a:avLst/>
          </a:prstGeom>
        </p:spPr>
      </p:pic>
    </p:spTree>
    <p:extLst>
      <p:ext uri="{BB962C8B-B14F-4D97-AF65-F5344CB8AC3E}">
        <p14:creationId xmlns:p14="http://schemas.microsoft.com/office/powerpoint/2010/main" val="4752191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Simple-text_TABLE_HONEY">
    <p:bg>
      <p:bgPr>
        <a:solidFill>
          <a:srgbClr val="FFFFF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87D7E1-03F8-AF94-FB7B-5B9DBB6D3B81}"/>
              </a:ext>
            </a:extLst>
          </p:cNvPr>
          <p:cNvSpPr/>
          <p:nvPr userDrawn="1"/>
        </p:nvSpPr>
        <p:spPr>
          <a:xfrm>
            <a:off x="339725" y="4869272"/>
            <a:ext cx="1784549" cy="12241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FB0D0A53-3553-7F80-AA86-80334C3D1276}"/>
              </a:ext>
            </a:extLst>
          </p:cNvPr>
          <p:cNvSpPr/>
          <p:nvPr userDrawn="1"/>
        </p:nvSpPr>
        <p:spPr>
          <a:xfrm>
            <a:off x="2107586" y="4869272"/>
            <a:ext cx="9741310" cy="1224135"/>
          </a:xfrm>
          <a:prstGeom prst="rect">
            <a:avLst/>
          </a:prstGeom>
          <a:solidFill>
            <a:srgbClr val="FFF2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15" name="Titel 14">
            <a:extLst>
              <a:ext uri="{FF2B5EF4-FFF2-40B4-BE49-F238E27FC236}">
                <a16:creationId xmlns:a16="http://schemas.microsoft.com/office/drawing/2014/main" id="{475A41A9-8C95-15D2-7C18-0ABADA5BF893}"/>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3"/>
                </a:solidFill>
              </a:defRPr>
            </a:lvl1pPr>
          </a:lstStyle>
          <a:p>
            <a:r>
              <a:rPr lang="nl-NL" err="1"/>
              <a:t>Title</a:t>
            </a:r>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115325"/>
            <a:ext cx="10945813" cy="3708411"/>
          </a:xfrm>
          <a:prstGeom prst="rect">
            <a:avLst/>
          </a:prstGeom>
        </p:spPr>
        <p:txBody>
          <a:bodyPr/>
          <a:lstStyle>
            <a:lvl1pPr marL="0" indent="0">
              <a:lnSpc>
                <a:spcPct val="120000"/>
              </a:lnSpc>
              <a:spcBef>
                <a:spcPts val="1000"/>
              </a:spcBef>
              <a:buNone/>
              <a:defRPr sz="1200">
                <a:solidFill>
                  <a:schemeClr val="bg1">
                    <a:lumMod val="25000"/>
                  </a:schemeClr>
                </a:solidFill>
              </a:defRPr>
            </a:lvl1pPr>
            <a:lvl2pPr marL="685800" indent="-228600">
              <a:lnSpc>
                <a:spcPct val="100000"/>
              </a:lnSpc>
              <a:spcBef>
                <a:spcPts val="600"/>
              </a:spcBef>
              <a:spcAft>
                <a:spcPts val="0"/>
              </a:spcAft>
              <a:buFontTx/>
              <a:buBlip>
                <a:blip r:embed="rId2"/>
              </a:buBlip>
              <a:defRPr sz="1200">
                <a:solidFill>
                  <a:schemeClr val="accent3"/>
                </a:solidFill>
              </a:defRPr>
            </a:lvl2pPr>
            <a:lvl3pPr marL="0" indent="0">
              <a:buNone/>
              <a:defRPr>
                <a:solidFill>
                  <a:schemeClr val="accent3"/>
                </a:solidFill>
              </a:defRPr>
            </a:lvl3pPr>
            <a:lvl4pPr marL="324000" indent="0">
              <a:lnSpc>
                <a:spcPct val="250000"/>
              </a:lnSpc>
              <a:buNone/>
              <a:defRPr>
                <a:solidFill>
                  <a:schemeClr val="accent4"/>
                </a:solidFill>
                <a:highlight>
                  <a:srgbClr val="7A5125"/>
                </a:highlight>
              </a:defRPr>
            </a:lvl4pPr>
            <a:lvl5pPr marL="324000" indent="0">
              <a:lnSpc>
                <a:spcPct val="120000"/>
              </a:lnSpc>
              <a:buNone/>
              <a:defRPr sz="1200">
                <a:solidFill>
                  <a:schemeClr val="bg1">
                    <a:lumMod val="25000"/>
                  </a:schemeClr>
                </a:solidFill>
              </a:defRPr>
            </a:lvl5pPr>
            <a:lvl6pPr marL="0" indent="0">
              <a:spcBef>
                <a:spcPts val="1200"/>
              </a:spcBef>
              <a:buNone/>
              <a:defRPr sz="1400" b="1">
                <a:solidFill>
                  <a:schemeClr val="accent3"/>
                </a:solidFill>
              </a:defRPr>
            </a:lvl6pPr>
            <a:lvl7pPr marL="0" indent="0">
              <a:spcBef>
                <a:spcPts val="1200"/>
              </a:spcBef>
              <a:buNone/>
              <a:defRPr sz="1400" b="1">
                <a:solidFill>
                  <a:srgbClr val="700606"/>
                </a:solidFill>
              </a:defRPr>
            </a:lvl7pPr>
            <a:lvl8pPr marL="0" indent="0">
              <a:spcBef>
                <a:spcPts val="1200"/>
              </a:spcBef>
              <a:buNone/>
              <a:defRPr sz="1400" b="1">
                <a:solidFill>
                  <a:srgbClr val="FF699B"/>
                </a:solidFill>
                <a:highlight>
                  <a:srgbClr val="800000"/>
                </a:highlight>
              </a:defRPr>
            </a:lvl8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err="1"/>
              <a:t>Sub</a:t>
            </a:r>
            <a:r>
              <a:rPr lang="fr-FR"/>
              <a:t> paragraphe </a:t>
            </a:r>
            <a:r>
              <a:rPr lang="fr-FR" err="1"/>
              <a:t>title</a:t>
            </a:r>
            <a:r>
              <a:rPr lang="fr-FR"/>
              <a:t> </a:t>
            </a:r>
          </a:p>
          <a:p>
            <a:pPr lvl="4"/>
            <a:r>
              <a:rPr lang="fr-FR" err="1"/>
              <a:t>Sub</a:t>
            </a:r>
            <a:r>
              <a:rPr lang="fr-FR"/>
              <a:t> </a:t>
            </a:r>
            <a:r>
              <a:rPr lang="fr-FR" err="1"/>
              <a:t>paragraph</a:t>
            </a:r>
            <a:r>
              <a:rPr lang="fr-FR"/>
              <a:t> </a:t>
            </a:r>
            <a:r>
              <a:rPr lang="fr-FR" err="1"/>
              <a:t>text</a:t>
            </a:r>
            <a:endParaRPr lang="fr-FR"/>
          </a:p>
          <a:p>
            <a:pPr lvl="5"/>
            <a:r>
              <a:rPr lang="fr-FR"/>
              <a:t>Sixième niveau</a:t>
            </a:r>
          </a:p>
          <a:p>
            <a:pPr lvl="6"/>
            <a:r>
              <a:rPr lang="fr-FR"/>
              <a:t>Important </a:t>
            </a:r>
            <a:r>
              <a:rPr lang="fr-FR" err="1"/>
              <a:t>text</a:t>
            </a:r>
            <a:endParaRPr lang="fr-FR"/>
          </a:p>
          <a:p>
            <a:pPr lvl="7"/>
            <a:r>
              <a:rPr lang="fr-FR" err="1"/>
              <a:t>Alert</a:t>
            </a:r>
            <a:r>
              <a:rPr lang="fr-FR"/>
              <a:t> </a:t>
            </a:r>
            <a:r>
              <a:rPr lang="fr-FR" err="1"/>
              <a:t>text</a:t>
            </a:r>
            <a:r>
              <a:rPr lang="fr-FR"/>
              <a:t> can bu </a:t>
            </a:r>
            <a:r>
              <a:rPr lang="fr-FR" err="1"/>
              <a:t>write</a:t>
            </a:r>
            <a:r>
              <a:rPr lang="fr-FR"/>
              <a:t> </a:t>
            </a:r>
            <a:r>
              <a:rPr lang="fr-FR" err="1"/>
              <a:t>there</a:t>
            </a: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1"/>
                </a:solidFill>
              </a:defRPr>
            </a:lvl1pPr>
          </a:lstStyle>
          <a:p>
            <a:fld id="{771B68FC-9087-4E3B-8BE6-3EB6AE24D2EA}" type="datetime1">
              <a:rPr lang="fr-FR" smtClean="0"/>
              <a:t>24/07/2026</a:t>
            </a:fld>
            <a:endParaRPr lang="en-US"/>
          </a:p>
        </p:txBody>
      </p:sp>
      <p:cxnSp>
        <p:nvCxnSpPr>
          <p:cNvPr id="5" name="Straight Connector 4">
            <a:extLst>
              <a:ext uri="{FF2B5EF4-FFF2-40B4-BE49-F238E27FC236}">
                <a16:creationId xmlns:a16="http://schemas.microsoft.com/office/drawing/2014/main" id="{E7D77697-8229-461A-8B0A-8032E1413682}"/>
              </a:ext>
            </a:extLst>
          </p:cNvPr>
          <p:cNvCxnSpPr>
            <a:cxnSpLocks/>
          </p:cNvCxnSpPr>
          <p:nvPr userDrawn="1"/>
        </p:nvCxnSpPr>
        <p:spPr>
          <a:xfrm flipH="1">
            <a:off x="333629" y="836712"/>
            <a:ext cx="11515267"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E372CC0-0B8D-49FD-B536-01431FB94A39}"/>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sp>
        <p:nvSpPr>
          <p:cNvPr id="7" name="Espace réservé du texte 6">
            <a:extLst>
              <a:ext uri="{FF2B5EF4-FFF2-40B4-BE49-F238E27FC236}">
                <a16:creationId xmlns:a16="http://schemas.microsoft.com/office/drawing/2014/main" id="{03B629D6-94FB-CBB3-FC2E-63EB35BEB161}"/>
              </a:ext>
            </a:extLst>
          </p:cNvPr>
          <p:cNvSpPr>
            <a:spLocks noGrp="1"/>
          </p:cNvSpPr>
          <p:nvPr>
            <p:ph type="body" sz="quarter" idx="14" hasCustomPrompt="1"/>
          </p:nvPr>
        </p:nvSpPr>
        <p:spPr>
          <a:xfrm>
            <a:off x="339725" y="4928096"/>
            <a:ext cx="1784549" cy="1106488"/>
          </a:xfrm>
          <a:prstGeom prst="rect">
            <a:avLst/>
          </a:prstGeom>
        </p:spPr>
        <p:txBody>
          <a:bodyPr anchor="ctr" anchorCtr="0"/>
          <a:lstStyle>
            <a:lvl1pPr marL="0" indent="0" algn="ctr">
              <a:lnSpc>
                <a:spcPct val="30000"/>
              </a:lnSpc>
              <a:buNone/>
              <a:defRPr sz="1400" b="1">
                <a:solidFill>
                  <a:schemeClr val="accent3"/>
                </a:solidFill>
              </a:defRPr>
            </a:lvl1pPr>
          </a:lstStyle>
          <a:p>
            <a:pPr lvl="0"/>
            <a:r>
              <a:rPr lang="fr-FR" err="1"/>
              <a:t>Text</a:t>
            </a:r>
            <a:endParaRPr lang="fr-FR"/>
          </a:p>
        </p:txBody>
      </p:sp>
      <p:sp>
        <p:nvSpPr>
          <p:cNvPr id="9" name="Espace réservé du texte 6">
            <a:extLst>
              <a:ext uri="{FF2B5EF4-FFF2-40B4-BE49-F238E27FC236}">
                <a16:creationId xmlns:a16="http://schemas.microsoft.com/office/drawing/2014/main" id="{6C70DEDB-5CDC-45BE-0939-EAAA7C0B4513}"/>
              </a:ext>
            </a:extLst>
          </p:cNvPr>
          <p:cNvSpPr>
            <a:spLocks noGrp="1"/>
          </p:cNvSpPr>
          <p:nvPr>
            <p:ph type="body" sz="quarter" idx="15" hasCustomPrompt="1"/>
          </p:nvPr>
        </p:nvSpPr>
        <p:spPr>
          <a:xfrm>
            <a:off x="2279576" y="4914800"/>
            <a:ext cx="9433047" cy="1106488"/>
          </a:xfrm>
          <a:prstGeom prst="rect">
            <a:avLst/>
          </a:prstGeom>
        </p:spPr>
        <p:txBody>
          <a:bodyPr anchor="ctr" anchorCtr="0"/>
          <a:lstStyle>
            <a:lvl1pPr marL="0" indent="0" algn="l">
              <a:lnSpc>
                <a:spcPct val="30000"/>
              </a:lnSpc>
              <a:buNone/>
              <a:defRPr sz="1200" b="0">
                <a:solidFill>
                  <a:schemeClr val="accent3"/>
                </a:solidFill>
              </a:defRPr>
            </a:lvl1pPr>
          </a:lstStyle>
          <a:p>
            <a:pPr lvl="0"/>
            <a:r>
              <a:rPr lang="fr-FR" err="1"/>
              <a:t>Text</a:t>
            </a:r>
            <a:endParaRPr lang="fr-FR"/>
          </a:p>
        </p:txBody>
      </p:sp>
    </p:spTree>
    <p:extLst>
      <p:ext uri="{BB962C8B-B14F-4D97-AF65-F5344CB8AC3E}">
        <p14:creationId xmlns:p14="http://schemas.microsoft.com/office/powerpoint/2010/main" val="229685397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LORED_simple_text_BARK">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4"/>
                </a:solidFill>
              </a:defRPr>
            </a:lvl1pPr>
          </a:lstStyle>
          <a:p>
            <a:fld id="{771B68FC-9087-4E3B-8BE6-3EB6AE24D2EA}" type="datetime1">
              <a:rPr lang="fr-FR" smtClean="0"/>
              <a:pPr/>
              <a:t>24/07/2026</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4"/>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49215" y="350176"/>
            <a:ext cx="405367" cy="342520"/>
          </a:xfrm>
          <a:prstGeom prst="rect">
            <a:avLst/>
          </a:prstGeom>
        </p:spPr>
      </p:pic>
      <p:pic>
        <p:nvPicPr>
          <p:cNvPr id="9" name="Picture 8">
            <a:extLst>
              <a:ext uri="{FF2B5EF4-FFF2-40B4-BE49-F238E27FC236}">
                <a16:creationId xmlns:a16="http://schemas.microsoft.com/office/drawing/2014/main" id="{DC71F4A3-AF67-4165-8FB5-5781E5A22B9E}"/>
              </a:ext>
            </a:extLst>
          </p:cNvPr>
          <p:cNvPicPr>
            <a:picLocks noChangeAspect="1"/>
          </p:cNvPicPr>
          <p:nvPr userDrawn="1"/>
        </p:nvPicPr>
        <p:blipFill>
          <a:blip r:embed="rId3">
            <a:alphaModFix amt="5000"/>
          </a:blip>
          <a:stretch>
            <a:fillRect/>
          </a:stretch>
        </p:blipFill>
        <p:spPr>
          <a:xfrm>
            <a:off x="8501305" y="3167305"/>
            <a:ext cx="3690695" cy="3690695"/>
          </a:xfrm>
          <a:prstGeom prst="rect">
            <a:avLst/>
          </a:prstGeom>
        </p:spPr>
      </p:pic>
      <p:pic>
        <p:nvPicPr>
          <p:cNvPr id="3" name="Picture 31">
            <a:extLst>
              <a:ext uri="{FF2B5EF4-FFF2-40B4-BE49-F238E27FC236}">
                <a16:creationId xmlns:a16="http://schemas.microsoft.com/office/drawing/2014/main" id="{F8084AD0-B6E5-138E-D4A1-A0D162740AD0}"/>
              </a:ext>
            </a:extLst>
          </p:cNvPr>
          <p:cNvPicPr>
            <a:picLocks noChangeAspect="1"/>
          </p:cNvPicPr>
          <p:nvPr userDrawn="1"/>
        </p:nvPicPr>
        <p:blipFill>
          <a:blip r:embed="rId4">
            <a:alphaModFix amt="9000"/>
          </a:blip>
          <a:stretch>
            <a:fillRect/>
          </a:stretch>
        </p:blipFill>
        <p:spPr>
          <a:xfrm>
            <a:off x="8501304" y="3167305"/>
            <a:ext cx="3690695" cy="3690695"/>
          </a:xfrm>
          <a:prstGeom prst="rect">
            <a:avLst/>
          </a:prstGeom>
        </p:spPr>
      </p:pic>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4"/>
                </a:solidFill>
              </a:defRPr>
            </a:lvl1pPr>
            <a:lvl2pPr marL="685800" indent="-228600">
              <a:lnSpc>
                <a:spcPct val="100000"/>
              </a:lnSpc>
              <a:spcBef>
                <a:spcPts val="600"/>
              </a:spcBef>
              <a:spcAft>
                <a:spcPts val="0"/>
              </a:spcAft>
              <a:buFontTx/>
              <a:buBlip>
                <a:blip r:embed="rId5"/>
              </a:buBlip>
              <a:defRPr sz="1200">
                <a:solidFill>
                  <a:schemeClr val="accent4"/>
                </a:solidFill>
              </a:defRPr>
            </a:lvl2pPr>
            <a:lvl3pPr marL="0" indent="0">
              <a:buNone/>
              <a:defRPr>
                <a:solidFill>
                  <a:schemeClr val="accent4"/>
                </a:solidFill>
              </a:defRPr>
            </a:lvl3pPr>
            <a:lvl4pPr marL="324000" indent="0">
              <a:lnSpc>
                <a:spcPct val="250000"/>
              </a:lnSpc>
              <a:buNone/>
              <a:defRPr>
                <a:solidFill>
                  <a:schemeClr val="accent4"/>
                </a:solidFill>
                <a:highlight>
                  <a:srgbClr val="7A5125"/>
                </a:highlight>
              </a:defRPr>
            </a:lvl4pPr>
            <a:lvl5pPr marL="324000" indent="0">
              <a:lnSpc>
                <a:spcPct val="120000"/>
              </a:lnSpc>
              <a:buNone/>
              <a:defRPr sz="1200">
                <a:solidFill>
                  <a:schemeClr val="accent4"/>
                </a:solidFill>
              </a:defRPr>
            </a:lvl5pPr>
            <a:lvl6pPr marL="0" indent="0">
              <a:buNone/>
              <a:defRPr sz="1400" b="1">
                <a:solidFill>
                  <a:schemeClr val="accent4"/>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81328"/>
            <a:ext cx="818313" cy="276432"/>
          </a:xfrm>
          <a:prstGeom prst="rect">
            <a:avLst/>
          </a:prstGeom>
        </p:spPr>
        <p:txBody>
          <a:bodyPr lIns="0" tIns="0" rIns="0" bIns="0" anchor="ctr"/>
          <a:lstStyle>
            <a:lvl1pPr algn="r">
              <a:defRPr sz="1200">
                <a:solidFill>
                  <a:schemeClr val="accent4"/>
                </a:solidFill>
              </a:defRPr>
            </a:lvl1pPr>
          </a:lstStyle>
          <a:p>
            <a:fld id="{0D2E6A04-B99A-6C4D-8942-945F97C9E705}" type="slidenum">
              <a:rPr lang="en-US" smtClean="0"/>
              <a:pPr/>
              <a:t>‹N°›</a:t>
            </a:fld>
            <a:endParaRPr lang="en-US"/>
          </a:p>
        </p:txBody>
      </p:sp>
    </p:spTree>
    <p:extLst>
      <p:ext uri="{BB962C8B-B14F-4D97-AF65-F5344CB8AC3E}">
        <p14:creationId xmlns:p14="http://schemas.microsoft.com/office/powerpoint/2010/main" val="35167059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LORED_simple_text_HONEY">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7FDDB1-5A4A-4C76-997C-F7B1B9BA32A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Slide Number Placeholder 4">
            <a:extLst>
              <a:ext uri="{FF2B5EF4-FFF2-40B4-BE49-F238E27FC236}">
                <a16:creationId xmlns:a16="http://schemas.microsoft.com/office/drawing/2014/main" id="{048687AE-1BAC-4ADC-B5AE-468D302CEF4E}"/>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accent3"/>
                </a:solidFill>
              </a:defRPr>
            </a:lvl1pPr>
          </a:lstStyle>
          <a:p>
            <a:fld id="{0D2E6A04-B99A-6C4D-8942-945F97C9E705}" type="slidenum">
              <a:rPr lang="en-US" smtClean="0"/>
              <a:pPr/>
              <a:t>‹N°›</a:t>
            </a:fld>
            <a:endParaRPr lang="en-US"/>
          </a:p>
        </p:txBody>
      </p:sp>
      <p:sp>
        <p:nvSpPr>
          <p:cNvPr id="28" name="Espace réservé du contenu 6">
            <a:extLst>
              <a:ext uri="{FF2B5EF4-FFF2-40B4-BE49-F238E27FC236}">
                <a16:creationId xmlns:a16="http://schemas.microsoft.com/office/drawing/2014/main" id="{6968F908-D9F3-4580-B981-89C728990A79}"/>
              </a:ext>
            </a:extLst>
          </p:cNvPr>
          <p:cNvSpPr>
            <a:spLocks noGrp="1"/>
          </p:cNvSpPr>
          <p:nvPr>
            <p:ph sz="quarter" idx="13" hasCustomPrompt="1"/>
          </p:nvPr>
        </p:nvSpPr>
        <p:spPr>
          <a:xfrm>
            <a:off x="336757" y="1094414"/>
            <a:ext cx="10945813" cy="4998882"/>
          </a:xfrm>
          <a:prstGeom prst="rect">
            <a:avLst/>
          </a:prstGeom>
        </p:spPr>
        <p:txBody>
          <a:bodyPr/>
          <a:lstStyle>
            <a:lvl1pPr marL="0" indent="0">
              <a:lnSpc>
                <a:spcPct val="120000"/>
              </a:lnSpc>
              <a:spcBef>
                <a:spcPts val="1000"/>
              </a:spcBef>
              <a:buNone/>
              <a:defRPr sz="1200">
                <a:solidFill>
                  <a:schemeClr val="accent3"/>
                </a:solidFill>
              </a:defRPr>
            </a:lvl1pPr>
            <a:lvl2pPr marL="685800" indent="-228600">
              <a:lnSpc>
                <a:spcPct val="100000"/>
              </a:lnSpc>
              <a:spcBef>
                <a:spcPts val="600"/>
              </a:spcBef>
              <a:spcAft>
                <a:spcPts val="0"/>
              </a:spcAft>
              <a:buFontTx/>
              <a:buBlip>
                <a:blip r:embed="rId2"/>
              </a:buBlip>
              <a:defRPr sz="1200">
                <a:solidFill>
                  <a:schemeClr val="accent3"/>
                </a:solidFill>
              </a:defRPr>
            </a:lvl2pPr>
            <a:lvl3pPr marL="0" indent="0">
              <a:buNone/>
              <a:defRPr>
                <a:solidFill>
                  <a:schemeClr val="accent3"/>
                </a:solidFill>
              </a:defRPr>
            </a:lvl3pPr>
            <a:lvl4pPr marL="324000" indent="0">
              <a:lnSpc>
                <a:spcPct val="250000"/>
              </a:lnSpc>
              <a:buNone/>
              <a:defRPr>
                <a:solidFill>
                  <a:schemeClr val="accent4"/>
                </a:solidFill>
                <a:highlight>
                  <a:srgbClr val="7A5125"/>
                </a:highlight>
              </a:defRPr>
            </a:lvl4pPr>
            <a:lvl5pPr marL="324000" indent="0">
              <a:lnSpc>
                <a:spcPct val="120000"/>
              </a:lnSpc>
              <a:buNone/>
              <a:defRPr sz="1200">
                <a:solidFill>
                  <a:schemeClr val="accent3"/>
                </a:solidFill>
              </a:defRPr>
            </a:lvl5pPr>
            <a:lvl6pPr marL="0" indent="0">
              <a:buNone/>
              <a:defRPr sz="1400" b="1">
                <a:solidFill>
                  <a:schemeClr val="accent3"/>
                </a:solidFill>
              </a:defRPr>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3"/>
            <a:r>
              <a:rPr lang="fr-FR"/>
              <a:t>Paragraphe </a:t>
            </a:r>
            <a:r>
              <a:rPr lang="fr-FR" err="1"/>
              <a:t>title</a:t>
            </a:r>
            <a:r>
              <a:rPr lang="fr-FR"/>
              <a:t> 2</a:t>
            </a:r>
          </a:p>
          <a:p>
            <a:pPr lvl="4"/>
            <a:r>
              <a:rPr lang="fr-FR" err="1"/>
              <a:t>Text</a:t>
            </a:r>
            <a:endParaRPr lang="fr-FR"/>
          </a:p>
          <a:p>
            <a:pPr lvl="5"/>
            <a:r>
              <a:rPr lang="fr-FR"/>
              <a:t>Sixième niveau</a:t>
            </a:r>
          </a:p>
        </p:txBody>
      </p:sp>
      <p:sp>
        <p:nvSpPr>
          <p:cNvPr id="29" name="Date Placeholder 2">
            <a:extLst>
              <a:ext uri="{FF2B5EF4-FFF2-40B4-BE49-F238E27FC236}">
                <a16:creationId xmlns:a16="http://schemas.microsoft.com/office/drawing/2014/main" id="{BD390544-A981-41A0-91F9-D4112D672E26}"/>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accent3"/>
                </a:solidFill>
              </a:defRPr>
            </a:lvl1pPr>
          </a:lstStyle>
          <a:p>
            <a:fld id="{771B68FC-9087-4E3B-8BE6-3EB6AE24D2EA}" type="datetime1">
              <a:rPr lang="fr-FR" smtClean="0"/>
              <a:pPr/>
              <a:t>24/07/2026</a:t>
            </a:fld>
            <a:endParaRPr lang="en-US"/>
          </a:p>
        </p:txBody>
      </p:sp>
      <p:sp>
        <p:nvSpPr>
          <p:cNvPr id="17" name="Titel 14">
            <a:extLst>
              <a:ext uri="{FF2B5EF4-FFF2-40B4-BE49-F238E27FC236}">
                <a16:creationId xmlns:a16="http://schemas.microsoft.com/office/drawing/2014/main" id="{FCEC0B95-79DC-42F7-AC5B-81D123887F18}"/>
              </a:ext>
            </a:extLst>
          </p:cNvPr>
          <p:cNvSpPr>
            <a:spLocks noGrp="1"/>
          </p:cNvSpPr>
          <p:nvPr>
            <p:ph type="title" hasCustomPrompt="1"/>
          </p:nvPr>
        </p:nvSpPr>
        <p:spPr>
          <a:xfrm>
            <a:off x="334963" y="303238"/>
            <a:ext cx="10277583" cy="487938"/>
          </a:xfrm>
          <a:prstGeom prst="rect">
            <a:avLst/>
          </a:prstGeom>
        </p:spPr>
        <p:txBody>
          <a:bodyPr lIns="0" tIns="0" rIns="0" bIns="0" anchor="ctr" anchorCtr="0"/>
          <a:lstStyle>
            <a:lvl1pPr>
              <a:defRPr sz="2400">
                <a:solidFill>
                  <a:schemeClr val="accent3"/>
                </a:solidFill>
              </a:defRPr>
            </a:lvl1pPr>
          </a:lstStyle>
          <a:p>
            <a:r>
              <a:rPr lang="nl-NL" err="1"/>
              <a:t>Title</a:t>
            </a:r>
            <a:endParaRPr lang="en-US"/>
          </a:p>
        </p:txBody>
      </p:sp>
      <p:cxnSp>
        <p:nvCxnSpPr>
          <p:cNvPr id="19" name="Straight Connector 18">
            <a:extLst>
              <a:ext uri="{FF2B5EF4-FFF2-40B4-BE49-F238E27FC236}">
                <a16:creationId xmlns:a16="http://schemas.microsoft.com/office/drawing/2014/main" id="{DC0DC6F9-75CE-447A-8978-BB1F7027DAC2}"/>
              </a:ext>
            </a:extLst>
          </p:cNvPr>
          <p:cNvCxnSpPr>
            <a:cxnSpLocks/>
          </p:cNvCxnSpPr>
          <p:nvPr userDrawn="1"/>
        </p:nvCxnSpPr>
        <p:spPr>
          <a:xfrm flipH="1">
            <a:off x="333629" y="836712"/>
            <a:ext cx="11515267" cy="0"/>
          </a:xfrm>
          <a:prstGeom prst="line">
            <a:avLst/>
          </a:prstGeom>
          <a:ln w="47625" cap="rnd">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B16ABA6E-893E-46DE-8FE7-C6130F9EE46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49215" y="350176"/>
            <a:ext cx="405367" cy="342520"/>
          </a:xfrm>
          <a:prstGeom prst="rect">
            <a:avLst/>
          </a:prstGeom>
        </p:spPr>
      </p:pic>
      <p:pic>
        <p:nvPicPr>
          <p:cNvPr id="9" name="Picture 8">
            <a:extLst>
              <a:ext uri="{FF2B5EF4-FFF2-40B4-BE49-F238E27FC236}">
                <a16:creationId xmlns:a16="http://schemas.microsoft.com/office/drawing/2014/main" id="{DC71F4A3-AF67-4165-8FB5-5781E5A22B9E}"/>
              </a:ext>
            </a:extLst>
          </p:cNvPr>
          <p:cNvPicPr>
            <a:picLocks noChangeAspect="1"/>
          </p:cNvPicPr>
          <p:nvPr userDrawn="1"/>
        </p:nvPicPr>
        <p:blipFill>
          <a:blip r:embed="rId4">
            <a:alphaModFix amt="5000"/>
          </a:blip>
          <a:stretch>
            <a:fillRect/>
          </a:stretch>
        </p:blipFill>
        <p:spPr>
          <a:xfrm>
            <a:off x="8501305" y="3167305"/>
            <a:ext cx="3690695" cy="3690695"/>
          </a:xfrm>
          <a:prstGeom prst="rect">
            <a:avLst/>
          </a:prstGeom>
        </p:spPr>
      </p:pic>
    </p:spTree>
    <p:extLst>
      <p:ext uri="{BB962C8B-B14F-4D97-AF65-F5344CB8AC3E}">
        <p14:creationId xmlns:p14="http://schemas.microsoft.com/office/powerpoint/2010/main" val="30472240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image_12">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87A30D-ABF0-49A1-B42A-597641388E0A}"/>
              </a:ext>
            </a:extLst>
          </p:cNvPr>
          <p:cNvPicPr>
            <a:picLocks noChangeAspect="1"/>
          </p:cNvPicPr>
          <p:nvPr userDrawn="1"/>
        </p:nvPicPr>
        <p:blipFill>
          <a:blip r:embed="rId2"/>
          <a:stretch>
            <a:fillRect/>
          </a:stretch>
        </p:blipFill>
        <p:spPr>
          <a:xfrm>
            <a:off x="6302897" y="862790"/>
            <a:ext cx="4870465" cy="4870465"/>
          </a:xfrm>
          <a:prstGeom prst="rect">
            <a:avLst/>
          </a:prstGeom>
        </p:spPr>
      </p:pic>
      <p:sp>
        <p:nvSpPr>
          <p:cNvPr id="11" name="Espace réservé du contenu 6">
            <a:extLst>
              <a:ext uri="{FF2B5EF4-FFF2-40B4-BE49-F238E27FC236}">
                <a16:creationId xmlns:a16="http://schemas.microsoft.com/office/drawing/2014/main" id="{E87477D1-A495-4DA6-B19A-9A96230EA50F}"/>
              </a:ext>
            </a:extLst>
          </p:cNvPr>
          <p:cNvSpPr>
            <a:spLocks noGrp="1"/>
          </p:cNvSpPr>
          <p:nvPr>
            <p:ph sz="quarter" idx="13" hasCustomPrompt="1"/>
          </p:nvPr>
        </p:nvSpPr>
        <p:spPr>
          <a:xfrm>
            <a:off x="6528048" y="1988840"/>
            <a:ext cx="4392488" cy="3574322"/>
          </a:xfrm>
          <a:prstGeom prst="rect">
            <a:avLst/>
          </a:prstGeom>
        </p:spPr>
        <p:txBody>
          <a:bodyPr anchor="ctr" anchorCtr="0"/>
          <a:lstStyle>
            <a:lvl1pPr marL="0" indent="0" algn="ctr">
              <a:lnSpc>
                <a:spcPct val="120000"/>
              </a:lnSpc>
              <a:spcBef>
                <a:spcPts val="1000"/>
              </a:spcBef>
              <a:buNone/>
              <a:defRPr sz="1400">
                <a:solidFill>
                  <a:srgbClr val="7A5125"/>
                </a:solidFill>
                <a:latin typeface="Bagoss Standard Medium" panose="020B0604060102020204" pitchFamily="34" charset="0"/>
                <a:cs typeface="Bagoss Standard Medium" panose="020B0604060102020204" pitchFamily="34" charset="0"/>
              </a:defRPr>
            </a:lvl1pPr>
            <a:lvl2pPr marL="0" indent="-228600" algn="ctr">
              <a:lnSpc>
                <a:spcPct val="100000"/>
              </a:lnSpc>
              <a:spcBef>
                <a:spcPts val="600"/>
              </a:spcBef>
              <a:spcAft>
                <a:spcPts val="0"/>
              </a:spcAft>
              <a:buFontTx/>
              <a:buBlip>
                <a:blip r:embed="rId3"/>
              </a:buBlip>
              <a:defRPr sz="1400">
                <a:solidFill>
                  <a:srgbClr val="7A5125"/>
                </a:solidFill>
                <a:latin typeface="Bagoss Standard Medium" panose="020B0604060102020204" pitchFamily="34" charset="0"/>
                <a:cs typeface="Bagoss Standard Medium" panose="020B0604060102020204" pitchFamily="34" charset="0"/>
              </a:defRPr>
            </a:lvl2pPr>
            <a:lvl3pPr marL="0" indent="0" algn="ctr">
              <a:lnSpc>
                <a:spcPts val="1300"/>
              </a:lnSpc>
              <a:spcBef>
                <a:spcPts val="1200"/>
              </a:spcBef>
              <a:spcAft>
                <a:spcPts val="0"/>
              </a:spcAft>
              <a:buNone/>
              <a:defRPr sz="2400">
                <a:solidFill>
                  <a:srgbClr val="7A5125"/>
                </a:solidFill>
                <a:latin typeface="Bagoss Standard Medium" panose="020B0604060102020204" pitchFamily="34" charset="0"/>
                <a:cs typeface="Bagoss Standard Medium" panose="020B0604060102020204" pitchFamily="34" charset="0"/>
              </a:defRPr>
            </a:lvl3pPr>
            <a:lvl4pPr marL="324000" indent="0" algn="ctr">
              <a:lnSpc>
                <a:spcPct val="250000"/>
              </a:lnSpc>
              <a:buNone/>
              <a:defRPr>
                <a:highlight>
                  <a:srgbClr val="B2EDA7"/>
                </a:highlight>
              </a:defRPr>
            </a:lvl4pPr>
            <a:lvl5pPr marL="324000" indent="0" algn="ctr">
              <a:lnSpc>
                <a:spcPct val="120000"/>
              </a:lnSpc>
              <a:buNone/>
              <a:defRPr sz="1200">
                <a:solidFill>
                  <a:schemeClr val="bg1">
                    <a:lumMod val="25000"/>
                  </a:schemeClr>
                </a:solidFill>
              </a:defRPr>
            </a:lvl5pPr>
            <a:lvl6pPr marL="0" indent="0" algn="ctr">
              <a:buNone/>
              <a:defRPr sz="1400" b="1"/>
            </a:lvl6pPr>
          </a:lstStyle>
          <a:p>
            <a:pPr lvl="0"/>
            <a:r>
              <a:rPr lang="en-US"/>
              <a:t>Text</a:t>
            </a:r>
          </a:p>
          <a:p>
            <a:pPr lvl="1"/>
            <a:r>
              <a:rPr lang="fr-FR"/>
              <a:t>Bullet point</a:t>
            </a:r>
          </a:p>
          <a:p>
            <a:pPr lvl="1"/>
            <a:r>
              <a:rPr lang="fr-FR" err="1"/>
              <a:t>Bulet</a:t>
            </a:r>
            <a:endParaRPr lang="fr-FR"/>
          </a:p>
          <a:p>
            <a:pPr lvl="2"/>
            <a:r>
              <a:rPr lang="fr-FR"/>
              <a:t>Paragraphe </a:t>
            </a:r>
            <a:r>
              <a:rPr lang="fr-FR" err="1"/>
              <a:t>title</a:t>
            </a:r>
            <a:endParaRPr lang="fr-FR"/>
          </a:p>
          <a:p>
            <a:pPr lvl="2"/>
            <a:r>
              <a:rPr lang="fr-FR" err="1"/>
              <a:t>erf</a:t>
            </a:r>
            <a:endParaRPr lang="fr-FR"/>
          </a:p>
          <a:p>
            <a:pPr lvl="3"/>
            <a:r>
              <a:rPr lang="fr-FR"/>
              <a:t>Paragraphe </a:t>
            </a:r>
            <a:r>
              <a:rPr lang="fr-FR" err="1"/>
              <a:t>title</a:t>
            </a:r>
            <a:r>
              <a:rPr lang="fr-FR"/>
              <a:t> 2</a:t>
            </a:r>
          </a:p>
          <a:p>
            <a:pPr lvl="4"/>
            <a:r>
              <a:rPr lang="fr-FR"/>
              <a:t>Cinquième niveau</a:t>
            </a:r>
          </a:p>
          <a:p>
            <a:pPr lvl="4"/>
            <a:r>
              <a:rPr lang="fr-FR" err="1"/>
              <a:t>ds</a:t>
            </a:r>
            <a:endParaRPr lang="fr-FR"/>
          </a:p>
          <a:p>
            <a:pPr lvl="5"/>
            <a:r>
              <a:rPr lang="fr-FR"/>
              <a:t>Sixième niveau</a:t>
            </a:r>
          </a:p>
        </p:txBody>
      </p:sp>
      <p:sp>
        <p:nvSpPr>
          <p:cNvPr id="10" name="Slide Number Placeholder 4">
            <a:extLst>
              <a:ext uri="{FF2B5EF4-FFF2-40B4-BE49-F238E27FC236}">
                <a16:creationId xmlns:a16="http://schemas.microsoft.com/office/drawing/2014/main" id="{277B8F76-D931-454A-834C-DD06166D1401}"/>
              </a:ext>
            </a:extLst>
          </p:cNvPr>
          <p:cNvSpPr>
            <a:spLocks noGrp="1"/>
          </p:cNvSpPr>
          <p:nvPr>
            <p:ph type="sldNum" sz="quarter" idx="12"/>
          </p:nvPr>
        </p:nvSpPr>
        <p:spPr>
          <a:xfrm>
            <a:off x="11040058" y="6320920"/>
            <a:ext cx="818313" cy="276432"/>
          </a:xfrm>
          <a:prstGeom prst="rect">
            <a:avLst/>
          </a:prstGeom>
        </p:spPr>
        <p:txBody>
          <a:bodyPr lIns="0" tIns="0" rIns="0" bIns="0" anchor="ctr"/>
          <a:lstStyle>
            <a:lvl1pPr algn="r">
              <a:defRPr sz="1200">
                <a:solidFill>
                  <a:schemeClr val="bg1"/>
                </a:solidFill>
              </a:defRPr>
            </a:lvl1pPr>
          </a:lstStyle>
          <a:p>
            <a:fld id="{0D2E6A04-B99A-6C4D-8942-945F97C9E705}" type="slidenum">
              <a:rPr lang="en-US" smtClean="0"/>
              <a:pPr/>
              <a:t>‹N°›</a:t>
            </a:fld>
            <a:endParaRPr lang="en-US"/>
          </a:p>
        </p:txBody>
      </p:sp>
      <p:sp>
        <p:nvSpPr>
          <p:cNvPr id="12" name="Date Placeholder 2">
            <a:extLst>
              <a:ext uri="{FF2B5EF4-FFF2-40B4-BE49-F238E27FC236}">
                <a16:creationId xmlns:a16="http://schemas.microsoft.com/office/drawing/2014/main" id="{47FFEEC5-495E-44AF-B58B-250A4DE48369}"/>
              </a:ext>
            </a:extLst>
          </p:cNvPr>
          <p:cNvSpPr>
            <a:spLocks noGrp="1"/>
          </p:cNvSpPr>
          <p:nvPr>
            <p:ph type="dt" sz="half" idx="10"/>
          </p:nvPr>
        </p:nvSpPr>
        <p:spPr>
          <a:xfrm>
            <a:off x="336757" y="6298845"/>
            <a:ext cx="1787517" cy="277991"/>
          </a:xfrm>
          <a:prstGeom prst="rect">
            <a:avLst/>
          </a:prstGeom>
        </p:spPr>
        <p:txBody>
          <a:bodyPr/>
          <a:lstStyle>
            <a:lvl1pPr algn="l">
              <a:defRPr sz="1200">
                <a:solidFill>
                  <a:schemeClr val="bg1"/>
                </a:solidFill>
              </a:defRPr>
            </a:lvl1pPr>
          </a:lstStyle>
          <a:p>
            <a:fld id="{2C95E0B9-1397-4357-A7A4-00B5E38C0113}" type="datetime1">
              <a:rPr lang="fr-FR" smtClean="0"/>
              <a:t>24/07/2026</a:t>
            </a:fld>
            <a:endParaRPr lang="en-US"/>
          </a:p>
        </p:txBody>
      </p:sp>
    </p:spTree>
    <p:extLst>
      <p:ext uri="{BB962C8B-B14F-4D97-AF65-F5344CB8AC3E}">
        <p14:creationId xmlns:p14="http://schemas.microsoft.com/office/powerpoint/2010/main" val="311687612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title_BARK">
    <p:bg>
      <p:bgPr>
        <a:solidFill>
          <a:schemeClr val="accent3"/>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4"/>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accent4"/>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139402903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title_HONEY">
    <p:bg>
      <p:bgPr>
        <a:solidFill>
          <a:schemeClr val="accent4"/>
        </a:solidFill>
        <a:effectLst/>
      </p:bgPr>
    </p:bg>
    <p:spTree>
      <p:nvGrpSpPr>
        <p:cNvPr id="1" name=""/>
        <p:cNvGrpSpPr/>
        <p:nvPr/>
      </p:nvGrpSpPr>
      <p:grpSpPr>
        <a:xfrm>
          <a:off x="0" y="0"/>
          <a:ext cx="0" cy="0"/>
          <a:chOff x="0" y="0"/>
          <a:chExt cx="0" cy="0"/>
        </a:xfrm>
      </p:grpSpPr>
      <p:sp>
        <p:nvSpPr>
          <p:cNvPr id="2" name="Text Placeholder 18">
            <a:extLst>
              <a:ext uri="{FF2B5EF4-FFF2-40B4-BE49-F238E27FC236}">
                <a16:creationId xmlns:a16="http://schemas.microsoft.com/office/drawing/2014/main" id="{897266DD-267E-9A36-C26C-E81C2E82EA8B}"/>
              </a:ext>
            </a:extLst>
          </p:cNvPr>
          <p:cNvSpPr>
            <a:spLocks noGrp="1"/>
          </p:cNvSpPr>
          <p:nvPr>
            <p:ph type="body" sz="quarter" idx="14" hasCustomPrompt="1"/>
          </p:nvPr>
        </p:nvSpPr>
        <p:spPr>
          <a:xfrm>
            <a:off x="334963" y="2389892"/>
            <a:ext cx="11524528" cy="1362958"/>
          </a:xfrm>
          <a:prstGeom prst="rect">
            <a:avLst/>
          </a:prstGeom>
        </p:spPr>
        <p:txBody>
          <a:bodyPr anchor="ctr"/>
          <a:lstStyle>
            <a:lvl1pPr marL="0" indent="0" algn="ctr">
              <a:buNone/>
              <a:defRPr sz="4000">
                <a:solidFill>
                  <a:schemeClr val="accent3"/>
                </a:solidFill>
                <a:latin typeface="Bagoss Standard Medium" panose="020B0604060102020204" pitchFamily="34" charset="0"/>
                <a:cs typeface="Bagoss Standard Medium" panose="020B06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PRESENTATION SECTION TITLE</a:t>
            </a:r>
            <a:endParaRPr lang="en-US"/>
          </a:p>
        </p:txBody>
      </p:sp>
      <p:sp>
        <p:nvSpPr>
          <p:cNvPr id="3" name="Text Placeholder 18">
            <a:extLst>
              <a:ext uri="{FF2B5EF4-FFF2-40B4-BE49-F238E27FC236}">
                <a16:creationId xmlns:a16="http://schemas.microsoft.com/office/drawing/2014/main" id="{0A01E6E0-E5CB-C283-7FE7-091C23740360}"/>
              </a:ext>
            </a:extLst>
          </p:cNvPr>
          <p:cNvSpPr>
            <a:spLocks noGrp="1"/>
          </p:cNvSpPr>
          <p:nvPr>
            <p:ph type="body" sz="quarter" idx="13" hasCustomPrompt="1"/>
          </p:nvPr>
        </p:nvSpPr>
        <p:spPr>
          <a:xfrm>
            <a:off x="332509" y="3435927"/>
            <a:ext cx="11524528" cy="1043203"/>
          </a:xfrm>
          <a:prstGeom prst="rect">
            <a:avLst/>
          </a:prstGeom>
          <a:noFill/>
        </p:spPr>
        <p:txBody>
          <a:bodyPr anchor="ctr"/>
          <a:lstStyle>
            <a:lvl1pPr marL="0" indent="0" algn="ctr">
              <a:buNone/>
              <a:defRPr sz="4000">
                <a:solidFill>
                  <a:schemeClr val="accent3"/>
                </a:solidFill>
                <a:latin typeface="Bagoss Standard" panose="020B0504060102020204" pitchFamily="34" charset="0"/>
                <a:cs typeface="Bagoss Standard" panose="020B0504060102020204" pitchFamily="34" charset="0"/>
              </a:defRPr>
            </a:lvl1pPr>
            <a:lvl2pPr marL="457200" indent="0" algn="ctr">
              <a:buNone/>
              <a:defRPr sz="2400">
                <a:solidFill>
                  <a:srgbClr val="025D52"/>
                </a:solidFill>
              </a:defRPr>
            </a:lvl2pPr>
            <a:lvl3pPr marL="914400" indent="0" algn="ctr">
              <a:buNone/>
              <a:defRPr sz="2400">
                <a:solidFill>
                  <a:srgbClr val="025D52"/>
                </a:solidFill>
              </a:defRPr>
            </a:lvl3pPr>
            <a:lvl4pPr marL="1371600" indent="0" algn="ctr">
              <a:buNone/>
              <a:defRPr sz="2400">
                <a:solidFill>
                  <a:srgbClr val="025D52"/>
                </a:solidFill>
              </a:defRPr>
            </a:lvl4pPr>
            <a:lvl5pPr marL="1828800" indent="0" algn="ctr">
              <a:buNone/>
              <a:defRPr sz="2400">
                <a:solidFill>
                  <a:srgbClr val="025D52"/>
                </a:solidFill>
              </a:defRPr>
            </a:lvl5pPr>
          </a:lstStyle>
          <a:p>
            <a:pPr lvl="0"/>
            <a:r>
              <a:rPr lang="en-GB"/>
              <a:t>Subtitle here</a:t>
            </a:r>
            <a:endParaRPr lang="en-US"/>
          </a:p>
        </p:txBody>
      </p:sp>
      <p:pic>
        <p:nvPicPr>
          <p:cNvPr id="4" name="Graphic 56">
            <a:extLst>
              <a:ext uri="{FF2B5EF4-FFF2-40B4-BE49-F238E27FC236}">
                <a16:creationId xmlns:a16="http://schemas.microsoft.com/office/drawing/2014/main" id="{EAAB6502-4F21-3C14-1E8A-7D62B8679ED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79976" y="6191638"/>
            <a:ext cx="405367" cy="342520"/>
          </a:xfrm>
          <a:prstGeom prst="rect">
            <a:avLst/>
          </a:prstGeom>
        </p:spPr>
      </p:pic>
    </p:spTree>
    <p:extLst>
      <p:ext uri="{BB962C8B-B14F-4D97-AF65-F5344CB8AC3E}">
        <p14:creationId xmlns:p14="http://schemas.microsoft.com/office/powerpoint/2010/main" val="307148487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hank-you_HONEY">
    <p:bg>
      <p:bgPr>
        <a:solidFill>
          <a:schemeClr val="accent3"/>
        </a:solidFill>
        <a:effectLst/>
      </p:bgPr>
    </p:bg>
    <p:spTree>
      <p:nvGrpSpPr>
        <p:cNvPr id="1" name=""/>
        <p:cNvGrpSpPr/>
        <p:nvPr/>
      </p:nvGrpSpPr>
      <p:grpSpPr>
        <a:xfrm>
          <a:off x="0" y="0"/>
          <a:ext cx="0" cy="0"/>
          <a:chOff x="0" y="0"/>
          <a:chExt cx="0" cy="0"/>
        </a:xfrm>
      </p:grpSpPr>
      <p:sp>
        <p:nvSpPr>
          <p:cNvPr id="26" name="Text Placeholder 20">
            <a:extLst>
              <a:ext uri="{FF2B5EF4-FFF2-40B4-BE49-F238E27FC236}">
                <a16:creationId xmlns:a16="http://schemas.microsoft.com/office/drawing/2014/main" id="{59667516-AF34-3A63-E277-815BBC3D2549}"/>
              </a:ext>
            </a:extLst>
          </p:cNvPr>
          <p:cNvSpPr>
            <a:spLocks noGrp="1"/>
          </p:cNvSpPr>
          <p:nvPr>
            <p:ph type="body" sz="quarter" idx="22" hasCustomPrompt="1"/>
          </p:nvPr>
        </p:nvSpPr>
        <p:spPr>
          <a:xfrm>
            <a:off x="2103297" y="1997258"/>
            <a:ext cx="7985404" cy="2727886"/>
          </a:xfrm>
          <a:prstGeom prst="rect">
            <a:avLst/>
          </a:prstGeom>
          <a:noFill/>
        </p:spPr>
        <p:txBody>
          <a:bodyPr anchor="ctr"/>
          <a:lstStyle>
            <a:lvl1pPr marL="0" indent="0" algn="ctr">
              <a:buNone/>
              <a:defRPr sz="9200">
                <a:solidFill>
                  <a:schemeClr val="accent4"/>
                </a:solidFill>
                <a:latin typeface="Bagoss Standard Medium" panose="020B0604060102020204" pitchFamily="34" charset="0"/>
                <a:cs typeface="Bagoss Standard Medium" panose="020B0604060102020204" pitchFamily="34" charset="0"/>
              </a:defRPr>
            </a:lvl1pPr>
            <a:lvl2pPr marL="457200" indent="0">
              <a:buNone/>
              <a:defRPr sz="1200">
                <a:solidFill>
                  <a:srgbClr val="B2EDA7"/>
                </a:solidFill>
              </a:defRPr>
            </a:lvl2pPr>
            <a:lvl3pPr marL="914400" indent="0">
              <a:buNone/>
              <a:defRPr sz="1200">
                <a:solidFill>
                  <a:srgbClr val="B2EDA7"/>
                </a:solidFill>
              </a:defRPr>
            </a:lvl3pPr>
            <a:lvl4pPr marL="1371600" indent="0">
              <a:buNone/>
              <a:defRPr sz="1200">
                <a:solidFill>
                  <a:srgbClr val="B2EDA7"/>
                </a:solidFill>
              </a:defRPr>
            </a:lvl4pPr>
            <a:lvl5pPr marL="1828800" indent="0">
              <a:buNone/>
              <a:defRPr sz="1200">
                <a:solidFill>
                  <a:srgbClr val="B2EDA7"/>
                </a:solidFill>
              </a:defRPr>
            </a:lvl5pPr>
          </a:lstStyle>
          <a:p>
            <a:pPr lvl="0"/>
            <a:r>
              <a:rPr lang="en-GB"/>
              <a:t>THANK YOU</a:t>
            </a:r>
            <a:endParaRPr lang="en-US"/>
          </a:p>
        </p:txBody>
      </p:sp>
      <p:pic>
        <p:nvPicPr>
          <p:cNvPr id="4" name="Graphique 3">
            <a:extLst>
              <a:ext uri="{FF2B5EF4-FFF2-40B4-BE49-F238E27FC236}">
                <a16:creationId xmlns:a16="http://schemas.microsoft.com/office/drawing/2014/main" id="{08895822-A758-5D10-BDA4-51FC7156C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699831" y="5949280"/>
            <a:ext cx="2792338" cy="359015"/>
          </a:xfrm>
          <a:prstGeom prst="rect">
            <a:avLst/>
          </a:prstGeom>
        </p:spPr>
      </p:pic>
    </p:spTree>
    <p:extLst>
      <p:ext uri="{BB962C8B-B14F-4D97-AF65-F5344CB8AC3E}">
        <p14:creationId xmlns:p14="http://schemas.microsoft.com/office/powerpoint/2010/main" val="229525002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7CBAD-3D1A-4BB9-9D09-53C7C913ABA0}"/>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Tree>
    <p:extLst>
      <p:ext uri="{BB962C8B-B14F-4D97-AF65-F5344CB8AC3E}">
        <p14:creationId xmlns:p14="http://schemas.microsoft.com/office/powerpoint/2010/main" val="146937170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B2EDA7"/>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92E656B1-82D7-41B7-A851-18D4119510F2}"/>
              </a:ext>
            </a:extLst>
          </p:cNvPr>
          <p:cNvSpPr>
            <a:spLocks noGrp="1"/>
          </p:cNvSpPr>
          <p:nvPr>
            <p:ph type="sldNum" sz="quarter" idx="4"/>
          </p:nvPr>
        </p:nvSpPr>
        <p:spPr>
          <a:xfrm>
            <a:off x="11040058" y="6320920"/>
            <a:ext cx="818313" cy="276432"/>
          </a:xfrm>
          <a:prstGeom prst="rect">
            <a:avLst/>
          </a:prstGeom>
        </p:spPr>
        <p:txBody>
          <a:bodyPr lIns="0" tIns="0" rIns="0" bIns="0" anchor="ctr"/>
          <a:lstStyle>
            <a:lvl1pPr algn="r">
              <a:defRPr sz="1200">
                <a:solidFill>
                  <a:schemeClr val="tx1"/>
                </a:solidFill>
              </a:defRPr>
            </a:lvl1pPr>
          </a:lstStyle>
          <a:p>
            <a:fld id="{0D2E6A04-B99A-6C4D-8942-945F97C9E705}" type="slidenum">
              <a:rPr lang="en-US" smtClean="0"/>
              <a:pPr/>
              <a:t>‹N°›</a:t>
            </a:fld>
            <a:endParaRPr lang="en-US"/>
          </a:p>
        </p:txBody>
      </p:sp>
      <p:sp>
        <p:nvSpPr>
          <p:cNvPr id="3" name="Date Placeholder 2">
            <a:extLst>
              <a:ext uri="{FF2B5EF4-FFF2-40B4-BE49-F238E27FC236}">
                <a16:creationId xmlns:a16="http://schemas.microsoft.com/office/drawing/2014/main" id="{48DA8A1C-9A75-4C6F-83C5-7B34336B8882}"/>
              </a:ext>
            </a:extLst>
          </p:cNvPr>
          <p:cNvSpPr>
            <a:spLocks noGrp="1"/>
          </p:cNvSpPr>
          <p:nvPr>
            <p:ph type="dt" sz="half" idx="2"/>
          </p:nvPr>
        </p:nvSpPr>
        <p:spPr>
          <a:xfrm>
            <a:off x="336757" y="6298845"/>
            <a:ext cx="1787517" cy="277991"/>
          </a:xfrm>
          <a:prstGeom prst="rect">
            <a:avLst/>
          </a:prstGeom>
        </p:spPr>
        <p:txBody>
          <a:bodyPr/>
          <a:lstStyle>
            <a:lvl1pPr algn="l">
              <a:defRPr sz="1200">
                <a:solidFill>
                  <a:schemeClr val="accent1"/>
                </a:solidFill>
              </a:defRPr>
            </a:lvl1pPr>
          </a:lstStyle>
          <a:p>
            <a:fld id="{378B8C6A-AF57-4293-8242-87CE7C71CA31}" type="datetime1">
              <a:rPr lang="fr-FR" smtClean="0"/>
              <a:t>24/07/2026</a:t>
            </a:fld>
            <a:endParaRPr lang="en-US"/>
          </a:p>
        </p:txBody>
      </p:sp>
    </p:spTree>
    <p:extLst>
      <p:ext uri="{BB962C8B-B14F-4D97-AF65-F5344CB8AC3E}">
        <p14:creationId xmlns:p14="http://schemas.microsoft.com/office/powerpoint/2010/main" val="1429408774"/>
      </p:ext>
    </p:extLst>
  </p:cSld>
  <p:clrMap bg1="lt1" tx1="dk1" bg2="lt2" tx2="dk2" accent1="accent1" accent2="accent2" accent3="accent3" accent4="accent4" accent5="accent5" accent6="accent6" hlink="hlink" folHlink="folHlink"/>
  <p:sldLayoutIdLst>
    <p:sldLayoutId id="2147483803" r:id="rId1"/>
    <p:sldLayoutId id="2147483832" r:id="rId2"/>
    <p:sldLayoutId id="2147483846" r:id="rId3"/>
    <p:sldLayoutId id="2147483745" r:id="rId4"/>
    <p:sldLayoutId id="2147483817" r:id="rId5"/>
    <p:sldLayoutId id="2147483764" r:id="rId6"/>
    <p:sldLayoutId id="2147483765" r:id="rId7"/>
    <p:sldLayoutId id="2147483869" r:id="rId8"/>
    <p:sldLayoutId id="2147483806" r:id="rId9"/>
    <p:sldLayoutId id="2147483841" r:id="rId10"/>
    <p:sldLayoutId id="2147483824" r:id="rId11"/>
    <p:sldLayoutId id="2147483805" r:id="rId12"/>
    <p:sldLayoutId id="2147483834" r:id="rId13"/>
    <p:sldLayoutId id="2147483836" r:id="rId14"/>
    <p:sldLayoutId id="2147483850" r:id="rId15"/>
    <p:sldLayoutId id="2147483831" r:id="rId16"/>
    <p:sldLayoutId id="2147483761" r:id="rId17"/>
    <p:sldLayoutId id="2147483829" r:id="rId18"/>
    <p:sldLayoutId id="2147483830" r:id="rId19"/>
    <p:sldLayoutId id="2147483819" r:id="rId20"/>
    <p:sldLayoutId id="2147483833" r:id="rId21"/>
    <p:sldLayoutId id="2147483835" r:id="rId22"/>
    <p:sldLayoutId id="2147483840" r:id="rId23"/>
    <p:sldLayoutId id="2147483815" r:id="rId24"/>
    <p:sldLayoutId id="2147483807" r:id="rId25"/>
    <p:sldLayoutId id="2147483823" r:id="rId26"/>
    <p:sldLayoutId id="2147483818" r:id="rId27"/>
    <p:sldLayoutId id="2147483822" r:id="rId28"/>
    <p:sldLayoutId id="2147483820" r:id="rId29"/>
    <p:sldLayoutId id="2147483845" r:id="rId30"/>
    <p:sldLayoutId id="2147483821" r:id="rId31"/>
    <p:sldLayoutId id="2147483842" r:id="rId32"/>
    <p:sldLayoutId id="2147483811" r:id="rId33"/>
    <p:sldLayoutId id="2147483812" r:id="rId34"/>
    <p:sldLayoutId id="2147483814" r:id="rId35"/>
    <p:sldLayoutId id="2147483762" r:id="rId36"/>
    <p:sldLayoutId id="2147483733" r:id="rId37"/>
    <p:sldLayoutId id="2147483860" r:id="rId38"/>
    <p:sldLayoutId id="2147483857" r:id="rId39"/>
    <p:sldLayoutId id="2147483856" r:id="rId40"/>
    <p:sldLayoutId id="2147483847" r:id="rId41"/>
    <p:sldLayoutId id="2147483863" r:id="rId42"/>
    <p:sldLayoutId id="2147483851" r:id="rId43"/>
    <p:sldLayoutId id="2147483837" r:id="rId44"/>
    <p:sldLayoutId id="2147483826" r:id="rId45"/>
    <p:sldLayoutId id="2147483866" r:id="rId46"/>
    <p:sldLayoutId id="2147483861" r:id="rId47"/>
    <p:sldLayoutId id="2147483849" r:id="rId48"/>
    <p:sldLayoutId id="2147483864" r:id="rId49"/>
    <p:sldLayoutId id="2147483852" r:id="rId50"/>
    <p:sldLayoutId id="2147483838" r:id="rId51"/>
    <p:sldLayoutId id="2147483859" r:id="rId52"/>
    <p:sldLayoutId id="2147483858" r:id="rId53"/>
    <p:sldLayoutId id="2147483828" r:id="rId54"/>
    <p:sldLayoutId id="2147483868" r:id="rId55"/>
    <p:sldLayoutId id="2147483862" r:id="rId56"/>
    <p:sldLayoutId id="2147483848" r:id="rId57"/>
    <p:sldLayoutId id="2147483865" r:id="rId58"/>
    <p:sldLayoutId id="2147483853" r:id="rId59"/>
    <p:sldLayoutId id="2147483839" r:id="rId60"/>
    <p:sldLayoutId id="2147483827" r:id="rId61"/>
    <p:sldLayoutId id="2147483855" r:id="rId62"/>
    <p:sldLayoutId id="2147483854" r:id="rId63"/>
    <p:sldLayoutId id="2147483867" r:id="rId64"/>
    <p:sldLayoutId id="2147483825" r:id="rId65"/>
  </p:sldLayoutIdLst>
  <p:hf hdr="0" ftr="0"/>
  <p:txStyles>
    <p:titleStyle>
      <a:lvl1pPr algn="l" defTabSz="914400" rtl="0" eaLnBrk="1" latinLnBrk="0" hangingPunct="1">
        <a:lnSpc>
          <a:spcPct val="90000"/>
        </a:lnSpc>
        <a:spcBef>
          <a:spcPct val="0"/>
        </a:spcBef>
        <a:buNone/>
        <a:defRPr sz="44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0" userDrawn="1">
          <p15:clr>
            <a:srgbClr val="F26B43"/>
          </p15:clr>
        </p15:guide>
        <p15:guide id="3" pos="415" userDrawn="1">
          <p15:clr>
            <a:srgbClr val="F26B43"/>
          </p15:clr>
        </p15:guide>
        <p15:guide id="4" pos="642" userDrawn="1">
          <p15:clr>
            <a:srgbClr val="F26B43"/>
          </p15:clr>
        </p15:guide>
        <p15:guide id="5" pos="846" userDrawn="1">
          <p15:clr>
            <a:srgbClr val="F26B43"/>
          </p15:clr>
        </p15:guide>
        <p15:guide id="6" pos="1073" userDrawn="1">
          <p15:clr>
            <a:srgbClr val="F26B43"/>
          </p15:clr>
        </p15:guide>
        <p15:guide id="7" pos="1277" userDrawn="1">
          <p15:clr>
            <a:srgbClr val="F26B43"/>
          </p15:clr>
        </p15:guide>
        <p15:guide id="8" pos="1481" userDrawn="1">
          <p15:clr>
            <a:srgbClr val="F26B43"/>
          </p15:clr>
        </p15:guide>
        <p15:guide id="9" pos="1708" userDrawn="1">
          <p15:clr>
            <a:srgbClr val="F26B43"/>
          </p15:clr>
        </p15:guide>
        <p15:guide id="10" pos="1912" userDrawn="1">
          <p15:clr>
            <a:srgbClr val="F26B43"/>
          </p15:clr>
        </p15:guide>
        <p15:guide id="11" pos="2139" userDrawn="1">
          <p15:clr>
            <a:srgbClr val="F26B43"/>
          </p15:clr>
        </p15:guide>
        <p15:guide id="12" pos="2343" userDrawn="1">
          <p15:clr>
            <a:srgbClr val="F26B43"/>
          </p15:clr>
        </p15:guide>
        <p15:guide id="13" pos="2570" userDrawn="1">
          <p15:clr>
            <a:srgbClr val="F26B43"/>
          </p15:clr>
        </p15:guide>
        <p15:guide id="14" pos="2774" userDrawn="1">
          <p15:clr>
            <a:srgbClr val="F26B43"/>
          </p15:clr>
        </p15:guide>
        <p15:guide id="15" pos="2978" userDrawn="1">
          <p15:clr>
            <a:srgbClr val="F26B43"/>
          </p15:clr>
        </p15:guide>
        <p15:guide id="16" pos="3205" userDrawn="1">
          <p15:clr>
            <a:srgbClr val="F26B43"/>
          </p15:clr>
        </p15:guide>
        <p15:guide id="17" pos="3409" userDrawn="1">
          <p15:clr>
            <a:srgbClr val="F26B43"/>
          </p15:clr>
        </p15:guide>
        <p15:guide id="18" pos="3636" userDrawn="1">
          <p15:clr>
            <a:srgbClr val="F26B43"/>
          </p15:clr>
        </p15:guide>
        <p15:guide id="19" pos="3840" userDrawn="1">
          <p15:clr>
            <a:srgbClr val="F26B43"/>
          </p15:clr>
        </p15:guide>
        <p15:guide id="20" pos="4067" userDrawn="1">
          <p15:clr>
            <a:srgbClr val="F26B43"/>
          </p15:clr>
        </p15:guide>
        <p15:guide id="21" pos="4271" userDrawn="1">
          <p15:clr>
            <a:srgbClr val="F26B43"/>
          </p15:clr>
        </p15:guide>
        <p15:guide id="22" pos="4475" userDrawn="1">
          <p15:clr>
            <a:srgbClr val="F26B43"/>
          </p15:clr>
        </p15:guide>
        <p15:guide id="23" pos="4702" userDrawn="1">
          <p15:clr>
            <a:srgbClr val="F26B43"/>
          </p15:clr>
        </p15:guide>
        <p15:guide id="24" pos="4906" userDrawn="1">
          <p15:clr>
            <a:srgbClr val="F26B43"/>
          </p15:clr>
        </p15:guide>
        <p15:guide id="25" pos="5110" userDrawn="1">
          <p15:clr>
            <a:srgbClr val="F26B43"/>
          </p15:clr>
        </p15:guide>
        <p15:guide id="26" pos="5337" userDrawn="1">
          <p15:clr>
            <a:srgbClr val="F26B43"/>
          </p15:clr>
        </p15:guide>
        <p15:guide id="27" pos="5541" userDrawn="1">
          <p15:clr>
            <a:srgbClr val="F26B43"/>
          </p15:clr>
        </p15:guide>
        <p15:guide id="28" pos="5768" userDrawn="1">
          <p15:clr>
            <a:srgbClr val="F26B43"/>
          </p15:clr>
        </p15:guide>
        <p15:guide id="29" pos="5972" userDrawn="1">
          <p15:clr>
            <a:srgbClr val="F26B43"/>
          </p15:clr>
        </p15:guide>
        <p15:guide id="30" pos="6199" userDrawn="1">
          <p15:clr>
            <a:srgbClr val="F26B43"/>
          </p15:clr>
        </p15:guide>
        <p15:guide id="31" pos="6403" userDrawn="1">
          <p15:clr>
            <a:srgbClr val="F26B43"/>
          </p15:clr>
        </p15:guide>
        <p15:guide id="32" pos="6630" userDrawn="1">
          <p15:clr>
            <a:srgbClr val="F26B43"/>
          </p15:clr>
        </p15:guide>
        <p15:guide id="33" pos="6834" userDrawn="1">
          <p15:clr>
            <a:srgbClr val="F26B43"/>
          </p15:clr>
        </p15:guide>
        <p15:guide id="34" pos="7038" userDrawn="1">
          <p15:clr>
            <a:srgbClr val="F26B43"/>
          </p15:clr>
        </p15:guide>
        <p15:guide id="35" pos="7242" userDrawn="1">
          <p15:clr>
            <a:srgbClr val="F26B43"/>
          </p15:clr>
        </p15:guide>
        <p15:guide id="36" pos="7469" userDrawn="1">
          <p15:clr>
            <a:srgbClr val="F26B43"/>
          </p15:clr>
        </p15:guide>
        <p15:guide id="37" orient="horz" pos="436" userDrawn="1">
          <p15:clr>
            <a:srgbClr val="F26B43"/>
          </p15:clr>
        </p15:guide>
        <p15:guide id="38" orient="horz" pos="640" userDrawn="1">
          <p15:clr>
            <a:srgbClr val="F26B43"/>
          </p15:clr>
        </p15:guide>
        <p15:guide id="39" orient="horz" pos="845" userDrawn="1">
          <p15:clr>
            <a:srgbClr val="F26B43"/>
          </p15:clr>
        </p15:guide>
        <p15:guide id="40" orient="horz" pos="1071" userDrawn="1">
          <p15:clr>
            <a:srgbClr val="F26B43"/>
          </p15:clr>
        </p15:guide>
        <p15:guide id="41" orient="horz" pos="1298" userDrawn="1">
          <p15:clr>
            <a:srgbClr val="F26B43"/>
          </p15:clr>
        </p15:guide>
        <p15:guide id="42" orient="horz" pos="1502" userDrawn="1">
          <p15:clr>
            <a:srgbClr val="F26B43"/>
          </p15:clr>
        </p15:guide>
        <p15:guide id="43" orient="horz" pos="1729" userDrawn="1">
          <p15:clr>
            <a:srgbClr val="F26B43"/>
          </p15:clr>
        </p15:guide>
        <p15:guide id="44" orient="horz" pos="1933" userDrawn="1">
          <p15:clr>
            <a:srgbClr val="F26B43"/>
          </p15:clr>
        </p15:guide>
        <p15:guide id="46" orient="horz" pos="2364" userDrawn="1">
          <p15:clr>
            <a:srgbClr val="F26B43"/>
          </p15:clr>
        </p15:guide>
        <p15:guide id="47" orient="horz" pos="2591" userDrawn="1">
          <p15:clr>
            <a:srgbClr val="F26B43"/>
          </p15:clr>
        </p15:guide>
        <p15:guide id="48" orient="horz" pos="2795" userDrawn="1">
          <p15:clr>
            <a:srgbClr val="F26B43"/>
          </p15:clr>
        </p15:guide>
        <p15:guide id="49" orient="horz" pos="3022" userDrawn="1">
          <p15:clr>
            <a:srgbClr val="F26B43"/>
          </p15:clr>
        </p15:guide>
        <p15:guide id="50" orient="horz" pos="3249" userDrawn="1">
          <p15:clr>
            <a:srgbClr val="F26B43"/>
          </p15:clr>
        </p15:guide>
        <p15:guide id="51" orient="horz" pos="3453" userDrawn="1">
          <p15:clr>
            <a:srgbClr val="F26B43"/>
          </p15:clr>
        </p15:guide>
        <p15:guide id="52" orient="horz" pos="3657" userDrawn="1">
          <p15:clr>
            <a:srgbClr val="F26B43"/>
          </p15:clr>
        </p15:guide>
        <p15:guide id="53" orient="horz" pos="3884" userDrawn="1">
          <p15:clr>
            <a:srgbClr val="F26B43"/>
          </p15:clr>
        </p15:guide>
        <p15:guide id="54" orient="horz" pos="4110" userDrawn="1">
          <p15:clr>
            <a:srgbClr val="F26B43"/>
          </p15:clr>
        </p15:guide>
        <p15:guide id="55" pos="211" userDrawn="1">
          <p15:clr>
            <a:srgbClr val="F26B43"/>
          </p15:clr>
        </p15:guide>
        <p15:guide id="56"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sv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9.jpe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7.svg"/><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7.svg"/><Relationship Id="rId1" Type="http://schemas.openxmlformats.org/officeDocument/2006/relationships/slideLayout" Target="../slideLayouts/slideLayout20.xml"/><Relationship Id="rId4" Type="http://schemas.openxmlformats.org/officeDocument/2006/relationships/image" Target="../media/image52.svg"/></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7.sv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54.jpe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47.sv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6" Type="http://schemas.openxmlformats.org/officeDocument/2006/relationships/image" Target="../media/image79.svg"/><Relationship Id="rId21" Type="http://schemas.openxmlformats.org/officeDocument/2006/relationships/image" Target="../media/image74.svg"/><Relationship Id="rId34" Type="http://schemas.openxmlformats.org/officeDocument/2006/relationships/image" Target="../media/image87.svg"/><Relationship Id="rId42" Type="http://schemas.openxmlformats.org/officeDocument/2006/relationships/image" Target="../media/image95.svg"/><Relationship Id="rId47" Type="http://schemas.openxmlformats.org/officeDocument/2006/relationships/image" Target="../media/image100.svg"/><Relationship Id="rId50" Type="http://schemas.openxmlformats.org/officeDocument/2006/relationships/image" Target="../media/image103.svg"/><Relationship Id="rId55" Type="http://schemas.openxmlformats.org/officeDocument/2006/relationships/image" Target="../media/image108.svg"/><Relationship Id="rId63" Type="http://schemas.openxmlformats.org/officeDocument/2006/relationships/image" Target="../media/image116.svg"/><Relationship Id="rId68" Type="http://schemas.openxmlformats.org/officeDocument/2006/relationships/image" Target="../media/image121.svg"/><Relationship Id="rId76" Type="http://schemas.openxmlformats.org/officeDocument/2006/relationships/image" Target="../media/image129.svg"/><Relationship Id="rId84" Type="http://schemas.openxmlformats.org/officeDocument/2006/relationships/image" Target="../media/image137.svg"/><Relationship Id="rId89" Type="http://schemas.openxmlformats.org/officeDocument/2006/relationships/image" Target="../media/image142.svg"/><Relationship Id="rId97" Type="http://schemas.openxmlformats.org/officeDocument/2006/relationships/image" Target="../media/image150.svg"/><Relationship Id="rId7" Type="http://schemas.openxmlformats.org/officeDocument/2006/relationships/image" Target="../media/image60.svg"/><Relationship Id="rId71" Type="http://schemas.openxmlformats.org/officeDocument/2006/relationships/image" Target="../media/image124.svg"/><Relationship Id="rId92" Type="http://schemas.openxmlformats.org/officeDocument/2006/relationships/image" Target="../media/image145.svg"/><Relationship Id="rId2" Type="http://schemas.openxmlformats.org/officeDocument/2006/relationships/image" Target="../media/image56.svg"/><Relationship Id="rId16" Type="http://schemas.openxmlformats.org/officeDocument/2006/relationships/image" Target="../media/image69.svg"/><Relationship Id="rId29" Type="http://schemas.openxmlformats.org/officeDocument/2006/relationships/image" Target="../media/image82.svg"/><Relationship Id="rId11" Type="http://schemas.openxmlformats.org/officeDocument/2006/relationships/image" Target="../media/image64.svg"/><Relationship Id="rId24" Type="http://schemas.openxmlformats.org/officeDocument/2006/relationships/image" Target="../media/image77.svg"/><Relationship Id="rId32" Type="http://schemas.openxmlformats.org/officeDocument/2006/relationships/image" Target="../media/image85.svg"/><Relationship Id="rId37" Type="http://schemas.openxmlformats.org/officeDocument/2006/relationships/image" Target="../media/image90.svg"/><Relationship Id="rId40" Type="http://schemas.openxmlformats.org/officeDocument/2006/relationships/image" Target="../media/image93.svg"/><Relationship Id="rId45" Type="http://schemas.openxmlformats.org/officeDocument/2006/relationships/image" Target="../media/image98.svg"/><Relationship Id="rId53" Type="http://schemas.openxmlformats.org/officeDocument/2006/relationships/image" Target="../media/image106.svg"/><Relationship Id="rId58" Type="http://schemas.openxmlformats.org/officeDocument/2006/relationships/image" Target="../media/image111.svg"/><Relationship Id="rId66" Type="http://schemas.openxmlformats.org/officeDocument/2006/relationships/image" Target="../media/image119.svg"/><Relationship Id="rId74" Type="http://schemas.openxmlformats.org/officeDocument/2006/relationships/image" Target="../media/image127.svg"/><Relationship Id="rId79" Type="http://schemas.openxmlformats.org/officeDocument/2006/relationships/image" Target="../media/image132.svg"/><Relationship Id="rId87" Type="http://schemas.openxmlformats.org/officeDocument/2006/relationships/image" Target="../media/image140.svg"/><Relationship Id="rId5" Type="http://schemas.openxmlformats.org/officeDocument/2006/relationships/image" Target="../media/image46.svg"/><Relationship Id="rId61" Type="http://schemas.openxmlformats.org/officeDocument/2006/relationships/image" Target="../media/image114.svg"/><Relationship Id="rId82" Type="http://schemas.openxmlformats.org/officeDocument/2006/relationships/image" Target="../media/image135.svg"/><Relationship Id="rId90" Type="http://schemas.openxmlformats.org/officeDocument/2006/relationships/image" Target="../media/image143.svg"/><Relationship Id="rId95" Type="http://schemas.openxmlformats.org/officeDocument/2006/relationships/image" Target="../media/image148.svg"/><Relationship Id="rId19" Type="http://schemas.openxmlformats.org/officeDocument/2006/relationships/image" Target="../media/image72.svg"/><Relationship Id="rId14" Type="http://schemas.openxmlformats.org/officeDocument/2006/relationships/image" Target="../media/image67.svg"/><Relationship Id="rId22" Type="http://schemas.openxmlformats.org/officeDocument/2006/relationships/image" Target="../media/image75.svg"/><Relationship Id="rId27" Type="http://schemas.openxmlformats.org/officeDocument/2006/relationships/image" Target="../media/image80.svg"/><Relationship Id="rId30" Type="http://schemas.openxmlformats.org/officeDocument/2006/relationships/image" Target="../media/image83.svg"/><Relationship Id="rId35" Type="http://schemas.openxmlformats.org/officeDocument/2006/relationships/image" Target="../media/image88.svg"/><Relationship Id="rId43" Type="http://schemas.openxmlformats.org/officeDocument/2006/relationships/image" Target="../media/image96.svg"/><Relationship Id="rId48" Type="http://schemas.openxmlformats.org/officeDocument/2006/relationships/image" Target="../media/image101.svg"/><Relationship Id="rId56" Type="http://schemas.openxmlformats.org/officeDocument/2006/relationships/image" Target="../media/image109.svg"/><Relationship Id="rId64" Type="http://schemas.openxmlformats.org/officeDocument/2006/relationships/image" Target="../media/image117.svg"/><Relationship Id="rId69" Type="http://schemas.openxmlformats.org/officeDocument/2006/relationships/image" Target="../media/image122.svg"/><Relationship Id="rId77" Type="http://schemas.openxmlformats.org/officeDocument/2006/relationships/image" Target="../media/image130.svg"/><Relationship Id="rId100" Type="http://schemas.openxmlformats.org/officeDocument/2006/relationships/image" Target="../media/image153.svg"/><Relationship Id="rId8" Type="http://schemas.openxmlformats.org/officeDocument/2006/relationships/image" Target="../media/image61.svg"/><Relationship Id="rId51" Type="http://schemas.openxmlformats.org/officeDocument/2006/relationships/image" Target="../media/image104.svg"/><Relationship Id="rId72" Type="http://schemas.openxmlformats.org/officeDocument/2006/relationships/image" Target="../media/image125.svg"/><Relationship Id="rId80" Type="http://schemas.openxmlformats.org/officeDocument/2006/relationships/image" Target="../media/image133.svg"/><Relationship Id="rId85" Type="http://schemas.openxmlformats.org/officeDocument/2006/relationships/image" Target="../media/image138.svg"/><Relationship Id="rId93" Type="http://schemas.openxmlformats.org/officeDocument/2006/relationships/image" Target="../media/image146.svg"/><Relationship Id="rId98" Type="http://schemas.openxmlformats.org/officeDocument/2006/relationships/image" Target="../media/image151.svg"/><Relationship Id="rId3" Type="http://schemas.openxmlformats.org/officeDocument/2006/relationships/image" Target="../media/image57.svg"/><Relationship Id="rId12" Type="http://schemas.openxmlformats.org/officeDocument/2006/relationships/image" Target="../media/image65.svg"/><Relationship Id="rId17" Type="http://schemas.openxmlformats.org/officeDocument/2006/relationships/image" Target="../media/image70.svg"/><Relationship Id="rId25" Type="http://schemas.openxmlformats.org/officeDocument/2006/relationships/image" Target="../media/image78.svg"/><Relationship Id="rId33" Type="http://schemas.openxmlformats.org/officeDocument/2006/relationships/image" Target="../media/image86.svg"/><Relationship Id="rId38" Type="http://schemas.openxmlformats.org/officeDocument/2006/relationships/image" Target="../media/image91.svg"/><Relationship Id="rId46" Type="http://schemas.openxmlformats.org/officeDocument/2006/relationships/image" Target="../media/image99.svg"/><Relationship Id="rId59" Type="http://schemas.openxmlformats.org/officeDocument/2006/relationships/image" Target="../media/image112.svg"/><Relationship Id="rId67" Type="http://schemas.openxmlformats.org/officeDocument/2006/relationships/image" Target="../media/image120.svg"/><Relationship Id="rId20" Type="http://schemas.openxmlformats.org/officeDocument/2006/relationships/image" Target="../media/image73.svg"/><Relationship Id="rId41" Type="http://schemas.openxmlformats.org/officeDocument/2006/relationships/image" Target="../media/image94.svg"/><Relationship Id="rId54" Type="http://schemas.openxmlformats.org/officeDocument/2006/relationships/image" Target="../media/image107.svg"/><Relationship Id="rId62" Type="http://schemas.openxmlformats.org/officeDocument/2006/relationships/image" Target="../media/image115.svg"/><Relationship Id="rId70" Type="http://schemas.openxmlformats.org/officeDocument/2006/relationships/image" Target="../media/image123.svg"/><Relationship Id="rId75" Type="http://schemas.openxmlformats.org/officeDocument/2006/relationships/image" Target="../media/image128.svg"/><Relationship Id="rId83" Type="http://schemas.openxmlformats.org/officeDocument/2006/relationships/image" Target="../media/image136.svg"/><Relationship Id="rId88" Type="http://schemas.openxmlformats.org/officeDocument/2006/relationships/image" Target="../media/image141.svg"/><Relationship Id="rId91" Type="http://schemas.openxmlformats.org/officeDocument/2006/relationships/image" Target="../media/image144.svg"/><Relationship Id="rId96" Type="http://schemas.openxmlformats.org/officeDocument/2006/relationships/image" Target="../media/image149.svg"/><Relationship Id="rId1" Type="http://schemas.openxmlformats.org/officeDocument/2006/relationships/slideLayout" Target="../slideLayouts/slideLayout11.xml"/><Relationship Id="rId6" Type="http://schemas.openxmlformats.org/officeDocument/2006/relationships/image" Target="../media/image59.svg"/><Relationship Id="rId15" Type="http://schemas.openxmlformats.org/officeDocument/2006/relationships/image" Target="../media/image68.svg"/><Relationship Id="rId23" Type="http://schemas.openxmlformats.org/officeDocument/2006/relationships/image" Target="../media/image76.svg"/><Relationship Id="rId28" Type="http://schemas.openxmlformats.org/officeDocument/2006/relationships/image" Target="../media/image81.svg"/><Relationship Id="rId36" Type="http://schemas.openxmlformats.org/officeDocument/2006/relationships/image" Target="../media/image89.svg"/><Relationship Id="rId49" Type="http://schemas.openxmlformats.org/officeDocument/2006/relationships/image" Target="../media/image102.svg"/><Relationship Id="rId57" Type="http://schemas.openxmlformats.org/officeDocument/2006/relationships/image" Target="../media/image110.svg"/><Relationship Id="rId10" Type="http://schemas.openxmlformats.org/officeDocument/2006/relationships/image" Target="../media/image63.svg"/><Relationship Id="rId31" Type="http://schemas.openxmlformats.org/officeDocument/2006/relationships/image" Target="../media/image84.svg"/><Relationship Id="rId44" Type="http://schemas.openxmlformats.org/officeDocument/2006/relationships/image" Target="../media/image97.svg"/><Relationship Id="rId52" Type="http://schemas.openxmlformats.org/officeDocument/2006/relationships/image" Target="../media/image105.svg"/><Relationship Id="rId60" Type="http://schemas.openxmlformats.org/officeDocument/2006/relationships/image" Target="../media/image113.svg"/><Relationship Id="rId65" Type="http://schemas.openxmlformats.org/officeDocument/2006/relationships/image" Target="../media/image118.svg"/><Relationship Id="rId73" Type="http://schemas.openxmlformats.org/officeDocument/2006/relationships/image" Target="../media/image126.svg"/><Relationship Id="rId78" Type="http://schemas.openxmlformats.org/officeDocument/2006/relationships/image" Target="../media/image131.svg"/><Relationship Id="rId81" Type="http://schemas.openxmlformats.org/officeDocument/2006/relationships/image" Target="../media/image134.svg"/><Relationship Id="rId86" Type="http://schemas.openxmlformats.org/officeDocument/2006/relationships/image" Target="../media/image139.svg"/><Relationship Id="rId94" Type="http://schemas.openxmlformats.org/officeDocument/2006/relationships/image" Target="../media/image147.svg"/><Relationship Id="rId99" Type="http://schemas.openxmlformats.org/officeDocument/2006/relationships/image" Target="../media/image152.svg"/><Relationship Id="rId4" Type="http://schemas.openxmlformats.org/officeDocument/2006/relationships/image" Target="../media/image58.svg"/><Relationship Id="rId9" Type="http://schemas.openxmlformats.org/officeDocument/2006/relationships/image" Target="../media/image62.svg"/><Relationship Id="rId13" Type="http://schemas.openxmlformats.org/officeDocument/2006/relationships/image" Target="../media/image66.svg"/><Relationship Id="rId18" Type="http://schemas.openxmlformats.org/officeDocument/2006/relationships/image" Target="../media/image71.svg"/><Relationship Id="rId39" Type="http://schemas.openxmlformats.org/officeDocument/2006/relationships/image" Target="../media/image92.svg"/></Relationships>
</file>

<file path=ppt/slides/_rels/slide22.xml.rels><?xml version="1.0" encoding="UTF-8" standalone="yes"?>
<Relationships xmlns="http://schemas.openxmlformats.org/package/2006/relationships"><Relationship Id="rId13" Type="http://schemas.openxmlformats.org/officeDocument/2006/relationships/image" Target="../media/image165.svg"/><Relationship Id="rId18" Type="http://schemas.openxmlformats.org/officeDocument/2006/relationships/image" Target="../media/image170.svg"/><Relationship Id="rId26" Type="http://schemas.openxmlformats.org/officeDocument/2006/relationships/image" Target="../media/image178.svg"/><Relationship Id="rId39" Type="http://schemas.openxmlformats.org/officeDocument/2006/relationships/image" Target="../media/image190.svg"/><Relationship Id="rId21" Type="http://schemas.openxmlformats.org/officeDocument/2006/relationships/image" Target="../media/image173.svg"/><Relationship Id="rId34" Type="http://schemas.openxmlformats.org/officeDocument/2006/relationships/image" Target="../media/image186.svg"/><Relationship Id="rId42" Type="http://schemas.openxmlformats.org/officeDocument/2006/relationships/image" Target="../media/image192.svg"/><Relationship Id="rId47" Type="http://schemas.openxmlformats.org/officeDocument/2006/relationships/image" Target="../media/image197.svg"/><Relationship Id="rId50" Type="http://schemas.openxmlformats.org/officeDocument/2006/relationships/image" Target="../media/image200.svg"/><Relationship Id="rId55" Type="http://schemas.openxmlformats.org/officeDocument/2006/relationships/image" Target="../media/image205.svg"/><Relationship Id="rId63" Type="http://schemas.openxmlformats.org/officeDocument/2006/relationships/image" Target="../media/image213.svg"/><Relationship Id="rId68" Type="http://schemas.openxmlformats.org/officeDocument/2006/relationships/image" Target="../media/image218.svg"/><Relationship Id="rId76" Type="http://schemas.openxmlformats.org/officeDocument/2006/relationships/image" Target="../media/image226.svg"/><Relationship Id="rId7" Type="http://schemas.openxmlformats.org/officeDocument/2006/relationships/image" Target="../media/image159.svg"/><Relationship Id="rId71" Type="http://schemas.openxmlformats.org/officeDocument/2006/relationships/image" Target="../media/image221.svg"/><Relationship Id="rId2" Type="http://schemas.openxmlformats.org/officeDocument/2006/relationships/image" Target="../media/image154.svg"/><Relationship Id="rId16" Type="http://schemas.openxmlformats.org/officeDocument/2006/relationships/image" Target="../media/image168.svg"/><Relationship Id="rId29" Type="http://schemas.openxmlformats.org/officeDocument/2006/relationships/image" Target="../media/image181.svg"/><Relationship Id="rId11" Type="http://schemas.openxmlformats.org/officeDocument/2006/relationships/image" Target="../media/image163.svg"/><Relationship Id="rId24" Type="http://schemas.openxmlformats.org/officeDocument/2006/relationships/image" Target="../media/image176.svg"/><Relationship Id="rId32" Type="http://schemas.openxmlformats.org/officeDocument/2006/relationships/image" Target="../media/image184.svg"/><Relationship Id="rId37" Type="http://schemas.openxmlformats.org/officeDocument/2006/relationships/image" Target="../media/image188.svg"/><Relationship Id="rId40" Type="http://schemas.openxmlformats.org/officeDocument/2006/relationships/image" Target="../media/image191.svg"/><Relationship Id="rId45" Type="http://schemas.openxmlformats.org/officeDocument/2006/relationships/image" Target="../media/image195.svg"/><Relationship Id="rId53" Type="http://schemas.openxmlformats.org/officeDocument/2006/relationships/image" Target="../media/image203.svg"/><Relationship Id="rId58" Type="http://schemas.openxmlformats.org/officeDocument/2006/relationships/image" Target="../media/image208.svg"/><Relationship Id="rId66" Type="http://schemas.openxmlformats.org/officeDocument/2006/relationships/image" Target="../media/image216.svg"/><Relationship Id="rId74" Type="http://schemas.openxmlformats.org/officeDocument/2006/relationships/image" Target="../media/image224.svg"/><Relationship Id="rId79" Type="http://schemas.openxmlformats.org/officeDocument/2006/relationships/image" Target="../media/image229.svg"/><Relationship Id="rId5" Type="http://schemas.openxmlformats.org/officeDocument/2006/relationships/image" Target="../media/image157.svg"/><Relationship Id="rId61" Type="http://schemas.openxmlformats.org/officeDocument/2006/relationships/image" Target="../media/image211.svg"/><Relationship Id="rId10" Type="http://schemas.openxmlformats.org/officeDocument/2006/relationships/image" Target="../media/image162.svg"/><Relationship Id="rId19" Type="http://schemas.openxmlformats.org/officeDocument/2006/relationships/image" Target="../media/image171.svg"/><Relationship Id="rId31" Type="http://schemas.openxmlformats.org/officeDocument/2006/relationships/image" Target="../media/image183.svg"/><Relationship Id="rId44" Type="http://schemas.openxmlformats.org/officeDocument/2006/relationships/image" Target="../media/image194.svg"/><Relationship Id="rId52" Type="http://schemas.openxmlformats.org/officeDocument/2006/relationships/image" Target="../media/image202.svg"/><Relationship Id="rId60" Type="http://schemas.openxmlformats.org/officeDocument/2006/relationships/image" Target="../media/image210.svg"/><Relationship Id="rId65" Type="http://schemas.openxmlformats.org/officeDocument/2006/relationships/image" Target="../media/image215.svg"/><Relationship Id="rId73" Type="http://schemas.openxmlformats.org/officeDocument/2006/relationships/image" Target="../media/image223.svg"/><Relationship Id="rId78" Type="http://schemas.openxmlformats.org/officeDocument/2006/relationships/image" Target="../media/image228.svg"/><Relationship Id="rId81" Type="http://schemas.openxmlformats.org/officeDocument/2006/relationships/image" Target="../media/image231.svg"/><Relationship Id="rId4" Type="http://schemas.openxmlformats.org/officeDocument/2006/relationships/image" Target="../media/image156.svg"/><Relationship Id="rId9" Type="http://schemas.openxmlformats.org/officeDocument/2006/relationships/image" Target="../media/image161.svg"/><Relationship Id="rId14" Type="http://schemas.openxmlformats.org/officeDocument/2006/relationships/image" Target="../media/image166.svg"/><Relationship Id="rId22" Type="http://schemas.openxmlformats.org/officeDocument/2006/relationships/image" Target="../media/image174.svg"/><Relationship Id="rId27" Type="http://schemas.openxmlformats.org/officeDocument/2006/relationships/image" Target="../media/image179.svg"/><Relationship Id="rId30" Type="http://schemas.openxmlformats.org/officeDocument/2006/relationships/image" Target="../media/image182.svg"/><Relationship Id="rId35" Type="http://schemas.openxmlformats.org/officeDocument/2006/relationships/image" Target="../media/image187.svg"/><Relationship Id="rId43" Type="http://schemas.openxmlformats.org/officeDocument/2006/relationships/image" Target="../media/image193.svg"/><Relationship Id="rId48" Type="http://schemas.openxmlformats.org/officeDocument/2006/relationships/image" Target="../media/image198.svg"/><Relationship Id="rId56" Type="http://schemas.openxmlformats.org/officeDocument/2006/relationships/image" Target="../media/image206.svg"/><Relationship Id="rId64" Type="http://schemas.openxmlformats.org/officeDocument/2006/relationships/image" Target="../media/image214.svg"/><Relationship Id="rId69" Type="http://schemas.openxmlformats.org/officeDocument/2006/relationships/image" Target="../media/image219.svg"/><Relationship Id="rId77" Type="http://schemas.openxmlformats.org/officeDocument/2006/relationships/image" Target="../media/image227.svg"/><Relationship Id="rId8" Type="http://schemas.openxmlformats.org/officeDocument/2006/relationships/image" Target="../media/image160.svg"/><Relationship Id="rId51" Type="http://schemas.openxmlformats.org/officeDocument/2006/relationships/image" Target="../media/image201.svg"/><Relationship Id="rId72" Type="http://schemas.openxmlformats.org/officeDocument/2006/relationships/image" Target="../media/image222.svg"/><Relationship Id="rId80" Type="http://schemas.openxmlformats.org/officeDocument/2006/relationships/image" Target="../media/image230.svg"/><Relationship Id="rId3" Type="http://schemas.openxmlformats.org/officeDocument/2006/relationships/image" Target="../media/image155.svg"/><Relationship Id="rId12" Type="http://schemas.openxmlformats.org/officeDocument/2006/relationships/image" Target="../media/image164.svg"/><Relationship Id="rId17" Type="http://schemas.openxmlformats.org/officeDocument/2006/relationships/image" Target="../media/image169.svg"/><Relationship Id="rId25" Type="http://schemas.openxmlformats.org/officeDocument/2006/relationships/image" Target="../media/image177.svg"/><Relationship Id="rId33" Type="http://schemas.openxmlformats.org/officeDocument/2006/relationships/image" Target="../media/image185.svg"/><Relationship Id="rId38" Type="http://schemas.openxmlformats.org/officeDocument/2006/relationships/image" Target="../media/image189.svg"/><Relationship Id="rId46" Type="http://schemas.openxmlformats.org/officeDocument/2006/relationships/image" Target="../media/image196.svg"/><Relationship Id="rId59" Type="http://schemas.openxmlformats.org/officeDocument/2006/relationships/image" Target="../media/image209.svg"/><Relationship Id="rId67" Type="http://schemas.openxmlformats.org/officeDocument/2006/relationships/image" Target="../media/image217.svg"/><Relationship Id="rId20" Type="http://schemas.openxmlformats.org/officeDocument/2006/relationships/image" Target="../media/image172.svg"/><Relationship Id="rId41" Type="http://schemas.openxmlformats.org/officeDocument/2006/relationships/image" Target="../media/image131.svg"/><Relationship Id="rId54" Type="http://schemas.openxmlformats.org/officeDocument/2006/relationships/image" Target="../media/image204.svg"/><Relationship Id="rId62" Type="http://schemas.openxmlformats.org/officeDocument/2006/relationships/image" Target="../media/image212.svg"/><Relationship Id="rId70" Type="http://schemas.openxmlformats.org/officeDocument/2006/relationships/image" Target="../media/image220.svg"/><Relationship Id="rId75" Type="http://schemas.openxmlformats.org/officeDocument/2006/relationships/image" Target="../media/image225.svg"/><Relationship Id="rId1" Type="http://schemas.openxmlformats.org/officeDocument/2006/relationships/slideLayout" Target="../slideLayouts/slideLayout11.xml"/><Relationship Id="rId6" Type="http://schemas.openxmlformats.org/officeDocument/2006/relationships/image" Target="../media/image158.svg"/><Relationship Id="rId15" Type="http://schemas.openxmlformats.org/officeDocument/2006/relationships/image" Target="../media/image167.svg"/><Relationship Id="rId23" Type="http://schemas.openxmlformats.org/officeDocument/2006/relationships/image" Target="../media/image175.svg"/><Relationship Id="rId28" Type="http://schemas.openxmlformats.org/officeDocument/2006/relationships/image" Target="../media/image180.svg"/><Relationship Id="rId36" Type="http://schemas.openxmlformats.org/officeDocument/2006/relationships/image" Target="../media/image52.svg"/><Relationship Id="rId49" Type="http://schemas.openxmlformats.org/officeDocument/2006/relationships/image" Target="../media/image199.svg"/><Relationship Id="rId57" Type="http://schemas.openxmlformats.org/officeDocument/2006/relationships/image" Target="../media/image20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46AF8B0F-01F6-8DA6-7A58-F018A833FA0D}"/>
              </a:ext>
            </a:extLst>
          </p:cNvPr>
          <p:cNvSpPr>
            <a:spLocks noGrp="1"/>
          </p:cNvSpPr>
          <p:nvPr>
            <p:ph type="title"/>
          </p:nvPr>
        </p:nvSpPr>
        <p:spPr>
          <a:xfrm>
            <a:off x="2879725" y="2512524"/>
            <a:ext cx="6432550" cy="1832952"/>
          </a:xfrm>
        </p:spPr>
        <p:txBody>
          <a:bodyPr anchor="ctr">
            <a:normAutofit/>
          </a:bodyPr>
          <a:lstStyle/>
          <a:p>
            <a:r>
              <a:rPr lang="fr-FR" sz="6000"/>
              <a:t>Aqua Mundo </a:t>
            </a:r>
            <a:r>
              <a:rPr lang="fr-FR" sz="6000" err="1"/>
              <a:t>Behaviours</a:t>
            </a:r>
            <a:endParaRPr lang="fr-FR" sz="6000"/>
          </a:p>
        </p:txBody>
      </p:sp>
      <p:sp>
        <p:nvSpPr>
          <p:cNvPr id="15" name="Date Placeholder 2">
            <a:extLst>
              <a:ext uri="{FF2B5EF4-FFF2-40B4-BE49-F238E27FC236}">
                <a16:creationId xmlns:a16="http://schemas.microsoft.com/office/drawing/2014/main" id="{92F01746-6533-A40D-75C6-AE30DB1CF705}"/>
              </a:ext>
            </a:extLst>
          </p:cNvPr>
          <p:cNvSpPr>
            <a:spLocks noGrp="1"/>
          </p:cNvSpPr>
          <p:nvPr>
            <p:ph type="dt" sz="half" idx="10"/>
          </p:nvPr>
        </p:nvSpPr>
        <p:spPr>
          <a:xfrm>
            <a:off x="5037053" y="5883097"/>
            <a:ext cx="2117895" cy="277991"/>
          </a:xfrm>
        </p:spPr>
        <p:txBody>
          <a:bodyPr/>
          <a:lstStyle/>
          <a:p>
            <a:pPr>
              <a:spcAft>
                <a:spcPts val="600"/>
              </a:spcAft>
            </a:pPr>
            <a:fld id="{CACEA970-51D5-41D8-BAF3-D0927549698A}" type="datetime1">
              <a:rPr lang="fr-FR" smtClean="0"/>
              <a:pPr>
                <a:spcAft>
                  <a:spcPts val="600"/>
                </a:spcAft>
              </a:pPr>
              <a:t>24/07/2026</a:t>
            </a:fld>
            <a:endParaRPr lang="en-US"/>
          </a:p>
        </p:txBody>
      </p:sp>
      <p:sp>
        <p:nvSpPr>
          <p:cNvPr id="10" name="Text Placeholder 6">
            <a:extLst>
              <a:ext uri="{FF2B5EF4-FFF2-40B4-BE49-F238E27FC236}">
                <a16:creationId xmlns:a16="http://schemas.microsoft.com/office/drawing/2014/main" id="{EE3EB725-3E4C-F512-F754-32D9E9953981}"/>
              </a:ext>
            </a:extLst>
          </p:cNvPr>
          <p:cNvSpPr>
            <a:spLocks noGrp="1"/>
          </p:cNvSpPr>
          <p:nvPr>
            <p:ph type="body" sz="quarter" idx="11"/>
          </p:nvPr>
        </p:nvSpPr>
        <p:spPr>
          <a:xfrm>
            <a:off x="2879725" y="5300663"/>
            <a:ext cx="6432550" cy="582434"/>
          </a:xfrm>
        </p:spPr>
        <p:txBody>
          <a:bodyPr>
            <a:normAutofit/>
          </a:bodyPr>
          <a:lstStyle/>
          <a:p>
            <a:r>
              <a:rPr lang="en-US" dirty="0"/>
              <a:t>Product Intelligence</a:t>
            </a:r>
            <a:endParaRPr lang="fr-FR" dirty="0"/>
          </a:p>
        </p:txBody>
      </p:sp>
    </p:spTree>
    <p:extLst>
      <p:ext uri="{BB962C8B-B14F-4D97-AF65-F5344CB8AC3E}">
        <p14:creationId xmlns:p14="http://schemas.microsoft.com/office/powerpoint/2010/main" val="228167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D0654BEA-FDDD-4869-999C-BDBC8D4D4B68}"/>
              </a:ext>
            </a:extLst>
          </p:cNvPr>
          <p:cNvSpPr>
            <a:spLocks noGrp="1"/>
          </p:cNvSpPr>
          <p:nvPr>
            <p:ph type="sldNum" sz="quarter" idx="12"/>
          </p:nvPr>
        </p:nvSpPr>
        <p:spPr>
          <a:xfrm>
            <a:off x="11040058" y="6320920"/>
            <a:ext cx="818313" cy="276432"/>
          </a:xfrm>
        </p:spPr>
        <p:txBody>
          <a:bodyPr anchor="ctr">
            <a:normAutofit/>
          </a:bodyPr>
          <a:lstStyle/>
          <a:p>
            <a:pPr>
              <a:spcAft>
                <a:spcPts val="600"/>
              </a:spcAft>
            </a:pPr>
            <a:fld id="{0D2E6A04-B99A-6C4D-8942-945F97C9E705}" type="slidenum">
              <a:rPr lang="en-US" smtClean="0"/>
              <a:pPr>
                <a:spcAft>
                  <a:spcPts val="600"/>
                </a:spcAft>
              </a:pPr>
              <a:t>2</a:t>
            </a:fld>
            <a:endParaRPr lang="en-US"/>
          </a:p>
        </p:txBody>
      </p:sp>
      <p:sp>
        <p:nvSpPr>
          <p:cNvPr id="3" name="Espace réservé de la date 2">
            <a:extLst>
              <a:ext uri="{FF2B5EF4-FFF2-40B4-BE49-F238E27FC236}">
                <a16:creationId xmlns:a16="http://schemas.microsoft.com/office/drawing/2014/main" id="{E0FA56EC-C99E-2E67-5D73-F6CAA03C6D1B}"/>
              </a:ext>
            </a:extLst>
          </p:cNvPr>
          <p:cNvSpPr>
            <a:spLocks noGrp="1"/>
          </p:cNvSpPr>
          <p:nvPr>
            <p:ph type="dt" sz="half" idx="10"/>
          </p:nvPr>
        </p:nvSpPr>
        <p:spPr>
          <a:xfrm>
            <a:off x="336757" y="6298845"/>
            <a:ext cx="1787517" cy="277991"/>
          </a:xfrm>
        </p:spPr>
        <p:txBody>
          <a:bodyPr>
            <a:normAutofit/>
          </a:bodyPr>
          <a:lstStyle/>
          <a:p>
            <a:pPr>
              <a:spcAft>
                <a:spcPts val="600"/>
              </a:spcAft>
            </a:pPr>
            <a:fld id="{05C20A28-4BAC-4477-9026-1E123DBFBC43}" type="datetime1">
              <a:rPr lang="fr-FR" smtClean="0"/>
              <a:pPr>
                <a:spcAft>
                  <a:spcPts val="600"/>
                </a:spcAft>
              </a:pPr>
              <a:t>24/07/2026</a:t>
            </a:fld>
            <a:endParaRPr lang="en-US"/>
          </a:p>
        </p:txBody>
      </p:sp>
      <p:sp>
        <p:nvSpPr>
          <p:cNvPr id="8" name="Titre 7">
            <a:extLst>
              <a:ext uri="{FF2B5EF4-FFF2-40B4-BE49-F238E27FC236}">
                <a16:creationId xmlns:a16="http://schemas.microsoft.com/office/drawing/2014/main" id="{FC110D1C-88EA-66F5-052A-9C9AF144C053}"/>
              </a:ext>
            </a:extLst>
          </p:cNvPr>
          <p:cNvSpPr>
            <a:spLocks noGrp="1"/>
          </p:cNvSpPr>
          <p:nvPr>
            <p:ph type="title"/>
          </p:nvPr>
        </p:nvSpPr>
        <p:spPr>
          <a:xfrm>
            <a:off x="334963" y="303238"/>
            <a:ext cx="10277583" cy="487938"/>
          </a:xfrm>
        </p:spPr>
        <p:txBody>
          <a:bodyPr anchor="ctr">
            <a:normAutofit/>
          </a:bodyPr>
          <a:lstStyle/>
          <a:p>
            <a:r>
              <a:rPr lang="en-US"/>
              <a:t>Objectives, scope and methodology of the survey</a:t>
            </a:r>
            <a:endParaRPr lang="fr-FR"/>
          </a:p>
        </p:txBody>
      </p:sp>
      <p:pic>
        <p:nvPicPr>
          <p:cNvPr id="11" name="Espace réservé pour une image  18">
            <a:extLst>
              <a:ext uri="{FF2B5EF4-FFF2-40B4-BE49-F238E27FC236}">
                <a16:creationId xmlns:a16="http://schemas.microsoft.com/office/drawing/2014/main" id="{6417A771-2F8D-2F39-FC5D-4D6F641BB871}"/>
              </a:ext>
            </a:extLst>
          </p:cNvPr>
          <p:cNvPicPr>
            <a:picLocks noChangeAspect="1"/>
          </p:cNvPicPr>
          <p:nvPr/>
        </p:nvPicPr>
        <p:blipFill>
          <a:blip r:embed="rId2">
            <a:extLst>
              <a:ext uri="{28A0092B-C50C-407E-A947-70E740481C1C}">
                <a14:useLocalDpi xmlns:a14="http://schemas.microsoft.com/office/drawing/2010/main" val="0"/>
              </a:ext>
            </a:extLst>
          </a:blip>
          <a:srcRect l="12826" r="12826"/>
          <a:stretch>
            <a:fillRect/>
          </a:stretch>
        </p:blipFill>
        <p:spPr>
          <a:xfrm>
            <a:off x="6313714" y="1341438"/>
            <a:ext cx="4789640" cy="4831596"/>
          </a:xfrm>
          <a:custGeom>
            <a:avLst/>
            <a:gdLst>
              <a:gd name="connsiteX0" fmla="*/ 0 w 4823819"/>
              <a:gd name="connsiteY0" fmla="*/ 3582764 h 4789266"/>
              <a:gd name="connsiteX1" fmla="*/ 0 w 4823819"/>
              <a:gd name="connsiteY1" fmla="*/ 3582765 h 4789266"/>
              <a:gd name="connsiteX2" fmla="*/ 0 w 4823819"/>
              <a:gd name="connsiteY2" fmla="*/ 3582765 h 4789266"/>
              <a:gd name="connsiteX3" fmla="*/ 0 w 4823819"/>
              <a:gd name="connsiteY3" fmla="*/ 1206500 h 4789266"/>
              <a:gd name="connsiteX4" fmla="*/ 0 w 4823819"/>
              <a:gd name="connsiteY4" fmla="*/ 1206500 h 4789266"/>
              <a:gd name="connsiteX5" fmla="*/ 0 w 4823819"/>
              <a:gd name="connsiteY5" fmla="*/ 1206501 h 4789266"/>
              <a:gd name="connsiteX6" fmla="*/ 1206501 w 4823819"/>
              <a:gd name="connsiteY6" fmla="*/ 0 h 4789266"/>
              <a:gd name="connsiteX7" fmla="*/ 3617318 w 4823819"/>
              <a:gd name="connsiteY7" fmla="*/ 0 h 4789266"/>
              <a:gd name="connsiteX8" fmla="*/ 4823819 w 4823819"/>
              <a:gd name="connsiteY8" fmla="*/ 1206501 h 4789266"/>
              <a:gd name="connsiteX9" fmla="*/ 4823818 w 4823819"/>
              <a:gd name="connsiteY9" fmla="*/ 1206501 h 4789266"/>
              <a:gd name="connsiteX10" fmla="*/ 3860469 w 4823819"/>
              <a:gd name="connsiteY10" fmla="*/ 2388490 h 4789266"/>
              <a:gd name="connsiteX11" fmla="*/ 3820220 w 4823819"/>
              <a:gd name="connsiteY11" fmla="*/ 2394633 h 4789266"/>
              <a:gd name="connsiteX12" fmla="*/ 3860470 w 4823819"/>
              <a:gd name="connsiteY12" fmla="*/ 2400776 h 4789266"/>
              <a:gd name="connsiteX13" fmla="*/ 4823819 w 4823819"/>
              <a:gd name="connsiteY13" fmla="*/ 3582765 h 4789266"/>
              <a:gd name="connsiteX14" fmla="*/ 4823818 w 4823819"/>
              <a:gd name="connsiteY14" fmla="*/ 3582765 h 4789266"/>
              <a:gd name="connsiteX15" fmla="*/ 3617317 w 4823819"/>
              <a:gd name="connsiteY15" fmla="*/ 4789266 h 4789266"/>
              <a:gd name="connsiteX16" fmla="*/ 1206501 w 4823819"/>
              <a:gd name="connsiteY16" fmla="*/ 4789265 h 4789266"/>
              <a:gd name="connsiteX17" fmla="*/ 6229 w 4823819"/>
              <a:gd name="connsiteY17" fmla="*/ 3706122 h 4789266"/>
              <a:gd name="connsiteX18" fmla="*/ 0 w 4823819"/>
              <a:gd name="connsiteY18" fmla="*/ 3582765 h 4789266"/>
              <a:gd name="connsiteX19" fmla="*/ 6229 w 4823819"/>
              <a:gd name="connsiteY19" fmla="*/ 3459408 h 4789266"/>
              <a:gd name="connsiteX20" fmla="*/ 963349 w 4823819"/>
              <a:gd name="connsiteY20" fmla="*/ 2400776 h 4789266"/>
              <a:gd name="connsiteX21" fmla="*/ 1003602 w 4823819"/>
              <a:gd name="connsiteY21" fmla="*/ 2394633 h 4789266"/>
              <a:gd name="connsiteX22" fmla="*/ 963349 w 4823819"/>
              <a:gd name="connsiteY22" fmla="*/ 2388489 h 4789266"/>
              <a:gd name="connsiteX23" fmla="*/ 6229 w 4823819"/>
              <a:gd name="connsiteY23" fmla="*/ 1329858 h 4789266"/>
              <a:gd name="connsiteX24" fmla="*/ 0 w 4823819"/>
              <a:gd name="connsiteY24" fmla="*/ 1206500 h 4789266"/>
              <a:gd name="connsiteX25" fmla="*/ 6229 w 4823819"/>
              <a:gd name="connsiteY25" fmla="*/ 1083143 h 4789266"/>
              <a:gd name="connsiteX26" fmla="*/ 1206501 w 4823819"/>
              <a:gd name="connsiteY26" fmla="*/ 0 h 478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23819" h="4789266">
                <a:moveTo>
                  <a:pt x="0" y="3582764"/>
                </a:moveTo>
                <a:lnTo>
                  <a:pt x="0" y="3582765"/>
                </a:lnTo>
                <a:lnTo>
                  <a:pt x="0" y="3582765"/>
                </a:lnTo>
                <a:close/>
                <a:moveTo>
                  <a:pt x="0" y="1206500"/>
                </a:moveTo>
                <a:lnTo>
                  <a:pt x="0" y="1206500"/>
                </a:lnTo>
                <a:lnTo>
                  <a:pt x="0" y="1206501"/>
                </a:lnTo>
                <a:close/>
                <a:moveTo>
                  <a:pt x="1206501" y="0"/>
                </a:moveTo>
                <a:lnTo>
                  <a:pt x="3617318" y="0"/>
                </a:lnTo>
                <a:cubicBezTo>
                  <a:pt x="4283650" y="0"/>
                  <a:pt x="4823819" y="540169"/>
                  <a:pt x="4823819" y="1206501"/>
                </a:cubicBezTo>
                <a:lnTo>
                  <a:pt x="4823818" y="1206501"/>
                </a:lnTo>
                <a:cubicBezTo>
                  <a:pt x="4823818" y="1789541"/>
                  <a:pt x="4410251" y="2275988"/>
                  <a:pt x="3860469" y="2388490"/>
                </a:cubicBezTo>
                <a:lnTo>
                  <a:pt x="3820220" y="2394633"/>
                </a:lnTo>
                <a:lnTo>
                  <a:pt x="3860470" y="2400776"/>
                </a:lnTo>
                <a:cubicBezTo>
                  <a:pt x="4410252" y="2513278"/>
                  <a:pt x="4823819" y="2999725"/>
                  <a:pt x="4823819" y="3582765"/>
                </a:cubicBezTo>
                <a:lnTo>
                  <a:pt x="4823818" y="3582765"/>
                </a:lnTo>
                <a:cubicBezTo>
                  <a:pt x="4823818" y="4249097"/>
                  <a:pt x="4283649" y="4789266"/>
                  <a:pt x="3617317" y="4789266"/>
                </a:cubicBezTo>
                <a:lnTo>
                  <a:pt x="1206501" y="4789265"/>
                </a:lnTo>
                <a:cubicBezTo>
                  <a:pt x="581815" y="4789265"/>
                  <a:pt x="68014" y="4314507"/>
                  <a:pt x="6229" y="3706122"/>
                </a:cubicBezTo>
                <a:lnTo>
                  <a:pt x="0" y="3582765"/>
                </a:lnTo>
                <a:lnTo>
                  <a:pt x="6229" y="3459408"/>
                </a:lnTo>
                <a:cubicBezTo>
                  <a:pt x="59776" y="2932140"/>
                  <a:pt x="452837" y="2505242"/>
                  <a:pt x="963349" y="2400776"/>
                </a:cubicBezTo>
                <a:lnTo>
                  <a:pt x="1003602" y="2394633"/>
                </a:lnTo>
                <a:lnTo>
                  <a:pt x="963349" y="2388489"/>
                </a:lnTo>
                <a:cubicBezTo>
                  <a:pt x="452837" y="2284023"/>
                  <a:pt x="59776" y="1857125"/>
                  <a:pt x="6229" y="1329858"/>
                </a:cubicBezTo>
                <a:lnTo>
                  <a:pt x="0" y="1206500"/>
                </a:lnTo>
                <a:lnTo>
                  <a:pt x="6229" y="1083143"/>
                </a:lnTo>
                <a:cubicBezTo>
                  <a:pt x="68014" y="474758"/>
                  <a:pt x="581815" y="0"/>
                  <a:pt x="1206501" y="0"/>
                </a:cubicBezTo>
                <a:close/>
              </a:path>
            </a:pathLst>
          </a:custGeom>
          <a:solidFill>
            <a:srgbClr val="B1EDA6"/>
          </a:solidFill>
        </p:spPr>
      </p:pic>
      <p:sp>
        <p:nvSpPr>
          <p:cNvPr id="17" name="Espace réservé du contenu 16">
            <a:extLst>
              <a:ext uri="{FF2B5EF4-FFF2-40B4-BE49-F238E27FC236}">
                <a16:creationId xmlns:a16="http://schemas.microsoft.com/office/drawing/2014/main" id="{FBD081B1-3F1B-9FB9-1072-F9D9B3B72CA0}"/>
              </a:ext>
            </a:extLst>
          </p:cNvPr>
          <p:cNvSpPr>
            <a:spLocks noGrp="1"/>
          </p:cNvSpPr>
          <p:nvPr>
            <p:ph sz="quarter" idx="13"/>
          </p:nvPr>
        </p:nvSpPr>
        <p:spPr/>
        <p:txBody>
          <a:bodyPr/>
          <a:lstStyle/>
          <a:p>
            <a:pPr>
              <a:lnSpc>
                <a:spcPct val="110000"/>
              </a:lnSpc>
              <a:spcBef>
                <a:spcPts val="2500"/>
              </a:spcBef>
            </a:pPr>
            <a:r>
              <a:rPr lang="en-US" sz="1400" b="1"/>
              <a:t>Objectives of the study</a:t>
            </a:r>
          </a:p>
          <a:p>
            <a:pPr marL="0" lvl="1" indent="0">
              <a:lnSpc>
                <a:spcPct val="110000"/>
              </a:lnSpc>
              <a:buFont typeface="Arial" panose="020B0604020202020204" pitchFamily="34" charset="0"/>
              <a:buNone/>
            </a:pPr>
            <a:r>
              <a:rPr lang="en-US" sz="1400"/>
              <a:t>Identify the strengths and irritants of the Aqua Mundo experience according to customers to improve their satisfaction.</a:t>
            </a:r>
          </a:p>
          <a:p>
            <a:pPr>
              <a:lnSpc>
                <a:spcPct val="110000"/>
              </a:lnSpc>
              <a:spcBef>
                <a:spcPts val="2500"/>
              </a:spcBef>
            </a:pPr>
            <a:r>
              <a:rPr lang="en-US" sz="1400" b="1"/>
              <a:t>Survey Methodology</a:t>
            </a:r>
          </a:p>
          <a:p>
            <a:pPr marL="0" lvl="1" indent="0">
              <a:lnSpc>
                <a:spcPct val="110000"/>
              </a:lnSpc>
              <a:buFont typeface="Arial" panose="020B0604020202020204" pitchFamily="34" charset="0"/>
              <a:buNone/>
            </a:pPr>
            <a:r>
              <a:rPr lang="en-US" sz="1400"/>
              <a:t>Integration into the EQS of a structured mini-questionnaire with open and closed questions for quantitative and qualitative analysis.</a:t>
            </a:r>
          </a:p>
          <a:p>
            <a:pPr>
              <a:lnSpc>
                <a:spcPct val="110000"/>
              </a:lnSpc>
              <a:spcBef>
                <a:spcPts val="2500"/>
              </a:spcBef>
            </a:pPr>
            <a:r>
              <a:rPr lang="en-US" sz="1400" b="1"/>
              <a:t>Geographical scope and sample</a:t>
            </a:r>
          </a:p>
          <a:p>
            <a:pPr marL="0" lvl="1" indent="0">
              <a:lnSpc>
                <a:spcPct val="110000"/>
              </a:lnSpc>
              <a:buFont typeface="Arial" panose="020B0604020202020204" pitchFamily="34" charset="0"/>
              <a:buNone/>
            </a:pPr>
            <a:r>
              <a:rPr lang="en-US" sz="1400"/>
              <a:t>Study covering the five countries (BNGFD) with more than </a:t>
            </a:r>
            <a:r>
              <a:rPr lang="en-US" sz="1400" b="1"/>
              <a:t>10,500 respondents </a:t>
            </a:r>
            <a:r>
              <a:rPr lang="en-US" sz="1400"/>
              <a:t>for a diversified and reliable analysis.</a:t>
            </a:r>
            <a:br>
              <a:rPr lang="en-US" sz="1400"/>
            </a:br>
            <a:r>
              <a:rPr lang="en-US" sz="1400" b="1"/>
              <a:t>Analysis time period : Nov 2025 – April 2026.</a:t>
            </a:r>
          </a:p>
          <a:p>
            <a:pPr>
              <a:lnSpc>
                <a:spcPct val="110000"/>
              </a:lnSpc>
              <a:spcBef>
                <a:spcPts val="2500"/>
              </a:spcBef>
            </a:pPr>
            <a:r>
              <a:rPr lang="en-US" sz="1400" b="1"/>
              <a:t>Customer Data Analytics</a:t>
            </a:r>
          </a:p>
          <a:p>
            <a:pPr marL="0" lvl="1" indent="0">
              <a:lnSpc>
                <a:spcPct val="110000"/>
              </a:lnSpc>
              <a:buFont typeface="Arial" panose="020B0604020202020204" pitchFamily="34" charset="0"/>
              <a:buNone/>
            </a:pPr>
            <a:r>
              <a:rPr lang="en-US" sz="1400"/>
              <a:t>Fine reading of customer behaviors and verbatims to understand emotions, frustrations and expectations expressed.</a:t>
            </a:r>
          </a:p>
          <a:p>
            <a:pPr marL="0" lvl="1" indent="0">
              <a:lnSpc>
                <a:spcPct val="110000"/>
              </a:lnSpc>
              <a:buFont typeface="Arial" panose="020B0604020202020204" pitchFamily="34" charset="0"/>
              <a:buNone/>
            </a:pPr>
            <a:endParaRPr lang="en-US" sz="1400" b="1"/>
          </a:p>
          <a:p>
            <a:endParaRPr lang="fr-FR" sz="1400"/>
          </a:p>
        </p:txBody>
      </p:sp>
    </p:spTree>
    <p:extLst>
      <p:ext uri="{BB962C8B-B14F-4D97-AF65-F5344CB8AC3E}">
        <p14:creationId xmlns:p14="http://schemas.microsoft.com/office/powerpoint/2010/main" val="2715009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FC3C58D-4418-BE52-BCFD-BA78B7F07527}"/>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8B3D8E4-328F-BAB3-B9C3-F877C8BBF427}"/>
              </a:ext>
            </a:extLst>
          </p:cNvPr>
          <p:cNvSpPr>
            <a:spLocks noGrp="1"/>
          </p:cNvSpPr>
          <p:nvPr>
            <p:ph type="sldNum" sz="quarter" idx="12"/>
          </p:nvPr>
        </p:nvSpPr>
        <p:spPr/>
        <p:txBody>
          <a:bodyPr/>
          <a:lstStyle/>
          <a:p>
            <a:fld id="{0D2E6A04-B99A-6C4D-8942-945F97C9E705}" type="slidenum">
              <a:rPr lang="en-US" smtClean="0"/>
              <a:pPr/>
              <a:t>3</a:t>
            </a:fld>
            <a:endParaRPr lang="en-US"/>
          </a:p>
        </p:txBody>
      </p:sp>
      <p:sp>
        <p:nvSpPr>
          <p:cNvPr id="4" name="Espace réservé de la date 3">
            <a:extLst>
              <a:ext uri="{FF2B5EF4-FFF2-40B4-BE49-F238E27FC236}">
                <a16:creationId xmlns:a16="http://schemas.microsoft.com/office/drawing/2014/main" id="{14E7FB4B-F795-D728-AF61-834FE08629F0}"/>
              </a:ext>
            </a:extLst>
          </p:cNvPr>
          <p:cNvSpPr>
            <a:spLocks noGrp="1"/>
          </p:cNvSpPr>
          <p:nvPr>
            <p:ph type="dt" sz="half" idx="10"/>
          </p:nvPr>
        </p:nvSpPr>
        <p:spPr/>
        <p:txBody>
          <a:bodyPr/>
          <a:lstStyle/>
          <a:p>
            <a:fld id="{42628A07-F0D7-471C-A13C-E725AF7B83B4}" type="datetime1">
              <a:rPr lang="fr-FR" smtClean="0"/>
              <a:t>24/07/2026</a:t>
            </a:fld>
            <a:endParaRPr lang="en-US"/>
          </a:p>
        </p:txBody>
      </p:sp>
      <p:sp>
        <p:nvSpPr>
          <p:cNvPr id="6" name="Titre 5">
            <a:extLst>
              <a:ext uri="{FF2B5EF4-FFF2-40B4-BE49-F238E27FC236}">
                <a16:creationId xmlns:a16="http://schemas.microsoft.com/office/drawing/2014/main" id="{991312AB-D2A3-8410-47E6-BB0DBE5E55FC}"/>
              </a:ext>
            </a:extLst>
          </p:cNvPr>
          <p:cNvSpPr>
            <a:spLocks noGrp="1"/>
          </p:cNvSpPr>
          <p:nvPr>
            <p:ph type="title"/>
          </p:nvPr>
        </p:nvSpPr>
        <p:spPr/>
        <p:txBody>
          <a:bodyPr/>
          <a:lstStyle/>
          <a:p>
            <a:r>
              <a:rPr lang="en-US"/>
              <a:t>Survey Questions </a:t>
            </a:r>
            <a:endParaRPr lang="fr-FR"/>
          </a:p>
        </p:txBody>
      </p:sp>
      <p:pic>
        <p:nvPicPr>
          <p:cNvPr id="5" name="Graphique 4" descr="Index pointant vers la droite vu du côté du dos de la main contour">
            <a:extLst>
              <a:ext uri="{FF2B5EF4-FFF2-40B4-BE49-F238E27FC236}">
                <a16:creationId xmlns:a16="http://schemas.microsoft.com/office/drawing/2014/main" id="{913E99E5-8EF0-B9B1-82D1-29DC08E288B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1759" y="3070937"/>
            <a:ext cx="522515" cy="522515"/>
          </a:xfrm>
          <a:prstGeom prst="rect">
            <a:avLst/>
          </a:prstGeom>
        </p:spPr>
      </p:pic>
      <p:sp>
        <p:nvSpPr>
          <p:cNvPr id="10" name="Rectangle : coins arrondis 9">
            <a:extLst>
              <a:ext uri="{FF2B5EF4-FFF2-40B4-BE49-F238E27FC236}">
                <a16:creationId xmlns:a16="http://schemas.microsoft.com/office/drawing/2014/main" id="{1A1E24F7-5B82-9AEE-50C4-E0C7542E76CD}"/>
              </a:ext>
            </a:extLst>
          </p:cNvPr>
          <p:cNvSpPr/>
          <p:nvPr/>
        </p:nvSpPr>
        <p:spPr>
          <a:xfrm>
            <a:off x="2192379" y="1389638"/>
            <a:ext cx="7321734" cy="143691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b="1">
                <a:solidFill>
                  <a:schemeClr val="tx1"/>
                </a:solidFill>
                <a:cs typeface="Bagoss Standard"/>
              </a:rPr>
              <a:t>How many times did you visit Aqua Mundo during your stay?</a:t>
            </a:r>
          </a:p>
          <a:p>
            <a:pPr marL="285750" lvl="0" indent="-285750">
              <a:buClr>
                <a:srgbClr val="045E51"/>
              </a:buClr>
              <a:buFont typeface="Wingdings" panose="05000000000000000000" pitchFamily="2" charset="2"/>
              <a:buChar char="§"/>
              <a:defRPr/>
            </a:pPr>
            <a:r>
              <a:rPr lang="en-US" b="1">
                <a:solidFill>
                  <a:schemeClr val="tx1"/>
                </a:solidFill>
                <a:cs typeface="Bagoss Standard"/>
              </a:rPr>
              <a:t>I haven't visited it</a:t>
            </a:r>
          </a:p>
          <a:p>
            <a:pPr marL="285750" lvl="0" indent="-285750">
              <a:buClr>
                <a:srgbClr val="045E51"/>
              </a:buClr>
              <a:buFont typeface="Wingdings" panose="05000000000000000000" pitchFamily="2" charset="2"/>
              <a:buChar char="§"/>
              <a:defRPr/>
            </a:pPr>
            <a:r>
              <a:rPr lang="en-US" b="1">
                <a:solidFill>
                  <a:schemeClr val="tx1"/>
                </a:solidFill>
                <a:cs typeface="Bagoss Standard"/>
              </a:rPr>
              <a:t>Once during the stay</a:t>
            </a:r>
          </a:p>
          <a:p>
            <a:pPr marL="285750" lvl="0" indent="-285750">
              <a:buClr>
                <a:srgbClr val="045E51"/>
              </a:buClr>
              <a:buFont typeface="Wingdings" panose="05000000000000000000" pitchFamily="2" charset="2"/>
              <a:buChar char="§"/>
              <a:defRPr/>
            </a:pPr>
            <a:r>
              <a:rPr lang="en-US" b="1">
                <a:solidFill>
                  <a:schemeClr val="tx1"/>
                </a:solidFill>
                <a:cs typeface="Bagoss Standard"/>
              </a:rPr>
              <a:t>Once a day</a:t>
            </a:r>
          </a:p>
          <a:p>
            <a:pPr marL="285750" lvl="0" indent="-285750">
              <a:buClr>
                <a:srgbClr val="045E51"/>
              </a:buClr>
              <a:buFont typeface="Wingdings" panose="05000000000000000000" pitchFamily="2" charset="2"/>
              <a:buChar char="§"/>
              <a:defRPr/>
            </a:pPr>
            <a:r>
              <a:rPr lang="en-US" b="1">
                <a:solidFill>
                  <a:schemeClr val="tx1"/>
                </a:solidFill>
                <a:cs typeface="Bagoss Standard"/>
              </a:rPr>
              <a:t>Several times a day</a:t>
            </a:r>
          </a:p>
        </p:txBody>
      </p:sp>
      <p:sp>
        <p:nvSpPr>
          <p:cNvPr id="11" name="Rectangle : coins arrondis 10">
            <a:extLst>
              <a:ext uri="{FF2B5EF4-FFF2-40B4-BE49-F238E27FC236}">
                <a16:creationId xmlns:a16="http://schemas.microsoft.com/office/drawing/2014/main" id="{6AF448F5-3CB2-9457-9449-E96F8D85CA3B}"/>
              </a:ext>
            </a:extLst>
          </p:cNvPr>
          <p:cNvSpPr/>
          <p:nvPr/>
        </p:nvSpPr>
        <p:spPr>
          <a:xfrm>
            <a:off x="2192379" y="3035719"/>
            <a:ext cx="6646820" cy="48793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b="1">
                <a:solidFill>
                  <a:schemeClr val="tx1"/>
                </a:solidFill>
                <a:cs typeface="Bagoss Standard"/>
              </a:rPr>
              <a:t>Why didn't you go to Aqua Mundo?</a:t>
            </a:r>
          </a:p>
        </p:txBody>
      </p:sp>
      <p:sp>
        <p:nvSpPr>
          <p:cNvPr id="12" name="Rectangle : coins arrondis 11">
            <a:extLst>
              <a:ext uri="{FF2B5EF4-FFF2-40B4-BE49-F238E27FC236}">
                <a16:creationId xmlns:a16="http://schemas.microsoft.com/office/drawing/2014/main" id="{F5A60783-AC83-04E8-2FF8-A0F07646741B}"/>
              </a:ext>
            </a:extLst>
          </p:cNvPr>
          <p:cNvSpPr/>
          <p:nvPr/>
        </p:nvSpPr>
        <p:spPr>
          <a:xfrm>
            <a:off x="2192379" y="3742538"/>
            <a:ext cx="6646820" cy="90580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b="1">
                <a:solidFill>
                  <a:schemeClr val="tx1"/>
                </a:solidFill>
                <a:cs typeface="Bagoss Standard"/>
              </a:rPr>
              <a:t>You have visited Aqua Mundo :</a:t>
            </a:r>
          </a:p>
          <a:p>
            <a:pPr marL="285750" lvl="0" indent="-285750">
              <a:buClr>
                <a:srgbClr val="045E51"/>
              </a:buClr>
              <a:buFont typeface="Wingdings" panose="05000000000000000000" pitchFamily="2" charset="2"/>
              <a:buChar char="§"/>
              <a:defRPr/>
            </a:pPr>
            <a:r>
              <a:rPr lang="en-US" b="1">
                <a:solidFill>
                  <a:schemeClr val="tx1"/>
                </a:solidFill>
                <a:cs typeface="Bagoss Standard"/>
              </a:rPr>
              <a:t>In group</a:t>
            </a:r>
          </a:p>
          <a:p>
            <a:pPr marL="285750" lvl="0" indent="-285750">
              <a:buClr>
                <a:srgbClr val="045E51"/>
              </a:buClr>
              <a:buFont typeface="Wingdings" panose="05000000000000000000" pitchFamily="2" charset="2"/>
              <a:buChar char="§"/>
              <a:defRPr/>
            </a:pPr>
            <a:r>
              <a:rPr lang="en-US" b="1" err="1">
                <a:solidFill>
                  <a:schemeClr val="tx1"/>
                </a:solidFill>
                <a:cs typeface="Bagoss Standard"/>
              </a:rPr>
              <a:t>Individaully</a:t>
            </a:r>
            <a:endParaRPr lang="en-US" b="1">
              <a:solidFill>
                <a:schemeClr val="tx1"/>
              </a:solidFill>
              <a:cs typeface="Bagoss Standard"/>
            </a:endParaRPr>
          </a:p>
        </p:txBody>
      </p:sp>
      <p:sp>
        <p:nvSpPr>
          <p:cNvPr id="13" name="Rectangle : coins arrondis 12">
            <a:extLst>
              <a:ext uri="{FF2B5EF4-FFF2-40B4-BE49-F238E27FC236}">
                <a16:creationId xmlns:a16="http://schemas.microsoft.com/office/drawing/2014/main" id="{3BB94438-AB37-10F7-D401-33BF4FB8D5C6}"/>
              </a:ext>
            </a:extLst>
          </p:cNvPr>
          <p:cNvSpPr/>
          <p:nvPr/>
        </p:nvSpPr>
        <p:spPr>
          <a:xfrm>
            <a:off x="2192379" y="4862666"/>
            <a:ext cx="6604785" cy="48316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b="1">
                <a:solidFill>
                  <a:schemeClr val="tx1"/>
                </a:solidFill>
                <a:cs typeface="Bagoss Standard"/>
              </a:rPr>
              <a:t>What do you like most about Aqua Mundo?</a:t>
            </a:r>
          </a:p>
        </p:txBody>
      </p:sp>
      <p:sp>
        <p:nvSpPr>
          <p:cNvPr id="14" name="Rectangle : coins arrondis 13">
            <a:extLst>
              <a:ext uri="{FF2B5EF4-FFF2-40B4-BE49-F238E27FC236}">
                <a16:creationId xmlns:a16="http://schemas.microsoft.com/office/drawing/2014/main" id="{CFFE16BE-EDB9-68C8-3CAF-1379D69FC384}"/>
              </a:ext>
            </a:extLst>
          </p:cNvPr>
          <p:cNvSpPr/>
          <p:nvPr/>
        </p:nvSpPr>
        <p:spPr>
          <a:xfrm>
            <a:off x="2192379" y="5564645"/>
            <a:ext cx="7147564" cy="48793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b="1">
                <a:solidFill>
                  <a:schemeClr val="tx1"/>
                </a:solidFill>
                <a:cs typeface="Bagoss Standard"/>
              </a:rPr>
              <a:t>What did you miss or could be improved at Aqua Mundo?</a:t>
            </a:r>
          </a:p>
        </p:txBody>
      </p:sp>
      <p:pic>
        <p:nvPicPr>
          <p:cNvPr id="19" name="Graphique 18" descr="Index pointant vers la droite vu du côté du dos de la main contour">
            <a:extLst>
              <a:ext uri="{FF2B5EF4-FFF2-40B4-BE49-F238E27FC236}">
                <a16:creationId xmlns:a16="http://schemas.microsoft.com/office/drawing/2014/main" id="{2BC61C7B-3B28-2A2F-A760-8AC8EB6115B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1759" y="1325059"/>
            <a:ext cx="522515" cy="522515"/>
          </a:xfrm>
          <a:prstGeom prst="rect">
            <a:avLst/>
          </a:prstGeom>
        </p:spPr>
      </p:pic>
      <p:pic>
        <p:nvPicPr>
          <p:cNvPr id="21" name="Graphique 20" descr="Index pointant vers la droite vu du côté du dos de la main contour">
            <a:extLst>
              <a:ext uri="{FF2B5EF4-FFF2-40B4-BE49-F238E27FC236}">
                <a16:creationId xmlns:a16="http://schemas.microsoft.com/office/drawing/2014/main" id="{BB273D36-70BC-519B-F206-7FA5FB4C0ED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1758" y="3679414"/>
            <a:ext cx="522515" cy="522515"/>
          </a:xfrm>
          <a:prstGeom prst="rect">
            <a:avLst/>
          </a:prstGeom>
        </p:spPr>
      </p:pic>
      <p:pic>
        <p:nvPicPr>
          <p:cNvPr id="22" name="Graphique 21" descr="Index pointant vers la droite vu du côté du dos de la main contour">
            <a:extLst>
              <a:ext uri="{FF2B5EF4-FFF2-40B4-BE49-F238E27FC236}">
                <a16:creationId xmlns:a16="http://schemas.microsoft.com/office/drawing/2014/main" id="{BD0ABDB7-385F-9C22-048F-C5AA26E8FA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1757" y="4855986"/>
            <a:ext cx="522515" cy="522515"/>
          </a:xfrm>
          <a:prstGeom prst="rect">
            <a:avLst/>
          </a:prstGeom>
        </p:spPr>
      </p:pic>
      <p:pic>
        <p:nvPicPr>
          <p:cNvPr id="23" name="Graphique 22" descr="Index pointant vers la droite vu du côté du dos de la main contour">
            <a:extLst>
              <a:ext uri="{FF2B5EF4-FFF2-40B4-BE49-F238E27FC236}">
                <a16:creationId xmlns:a16="http://schemas.microsoft.com/office/drawing/2014/main" id="{41A38CBB-A508-3631-CB0B-827E1F9197A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1757" y="5577415"/>
            <a:ext cx="522515" cy="522515"/>
          </a:xfrm>
          <a:prstGeom prst="rect">
            <a:avLst/>
          </a:prstGeom>
        </p:spPr>
      </p:pic>
      <p:pic>
        <p:nvPicPr>
          <p:cNvPr id="2" name="Graphic 107">
            <a:extLst>
              <a:ext uri="{FF2B5EF4-FFF2-40B4-BE49-F238E27FC236}">
                <a16:creationId xmlns:a16="http://schemas.microsoft.com/office/drawing/2014/main" id="{3FC0206C-D44A-AE29-970E-F708DACE3A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09586" y="2128276"/>
            <a:ext cx="2636808" cy="2695402"/>
          </a:xfrm>
          <a:prstGeom prst="rect">
            <a:avLst/>
          </a:prstGeom>
        </p:spPr>
      </p:pic>
    </p:spTree>
    <p:extLst>
      <p:ext uri="{BB962C8B-B14F-4D97-AF65-F5344CB8AC3E}">
        <p14:creationId xmlns:p14="http://schemas.microsoft.com/office/powerpoint/2010/main" val="2553777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525EB-06FA-9556-4B05-E22093B15511}"/>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013B6F0-8F47-09B1-7EAC-B444DBD47A7D}"/>
              </a:ext>
            </a:extLst>
          </p:cNvPr>
          <p:cNvSpPr>
            <a:spLocks noGrp="1"/>
          </p:cNvSpPr>
          <p:nvPr>
            <p:ph type="sldNum" sz="quarter" idx="12"/>
          </p:nvPr>
        </p:nvSpPr>
        <p:spPr/>
        <p:txBody>
          <a:bodyPr/>
          <a:lstStyle/>
          <a:p>
            <a:fld id="{0D2E6A04-B99A-6C4D-8942-945F97C9E705}" type="slidenum">
              <a:rPr lang="en-US" smtClean="0"/>
              <a:pPr/>
              <a:t>4</a:t>
            </a:fld>
            <a:endParaRPr lang="en-US"/>
          </a:p>
        </p:txBody>
      </p:sp>
      <p:sp>
        <p:nvSpPr>
          <p:cNvPr id="4" name="Espace réservé de la date 3">
            <a:extLst>
              <a:ext uri="{FF2B5EF4-FFF2-40B4-BE49-F238E27FC236}">
                <a16:creationId xmlns:a16="http://schemas.microsoft.com/office/drawing/2014/main" id="{0A041033-14E6-D2AD-6FDB-59376E76D440}"/>
              </a:ext>
            </a:extLst>
          </p:cNvPr>
          <p:cNvSpPr>
            <a:spLocks noGrp="1"/>
          </p:cNvSpPr>
          <p:nvPr>
            <p:ph type="dt" sz="half" idx="10"/>
          </p:nvPr>
        </p:nvSpPr>
        <p:spPr/>
        <p:txBody>
          <a:bodyPr/>
          <a:lstStyle/>
          <a:p>
            <a:fld id="{42628A07-F0D7-471C-A13C-E725AF7B83B4}" type="datetime1">
              <a:rPr lang="fr-FR" smtClean="0"/>
              <a:t>24/07/2026</a:t>
            </a:fld>
            <a:endParaRPr lang="en-US"/>
          </a:p>
        </p:txBody>
      </p:sp>
      <p:sp>
        <p:nvSpPr>
          <p:cNvPr id="6" name="Titre 5">
            <a:extLst>
              <a:ext uri="{FF2B5EF4-FFF2-40B4-BE49-F238E27FC236}">
                <a16:creationId xmlns:a16="http://schemas.microsoft.com/office/drawing/2014/main" id="{23A40D15-D142-3D58-2F1E-18250559A807}"/>
              </a:ext>
            </a:extLst>
          </p:cNvPr>
          <p:cNvSpPr>
            <a:spLocks noGrp="1"/>
          </p:cNvSpPr>
          <p:nvPr>
            <p:ph type="title"/>
          </p:nvPr>
        </p:nvSpPr>
        <p:spPr/>
        <p:txBody>
          <a:bodyPr/>
          <a:lstStyle/>
          <a:p>
            <a:r>
              <a:rPr lang="en-US" dirty="0"/>
              <a:t>General Observations </a:t>
            </a:r>
            <a:endParaRPr lang="fr-FR" dirty="0"/>
          </a:p>
        </p:txBody>
      </p:sp>
      <p:sp>
        <p:nvSpPr>
          <p:cNvPr id="9" name="Tijdelijke aanduiding voor tekst 5">
            <a:extLst>
              <a:ext uri="{FF2B5EF4-FFF2-40B4-BE49-F238E27FC236}">
                <a16:creationId xmlns:a16="http://schemas.microsoft.com/office/drawing/2014/main" id="{41F270C5-2BE8-8289-AC03-9B46EF38CE36}"/>
              </a:ext>
            </a:extLst>
          </p:cNvPr>
          <p:cNvSpPr txBox="1">
            <a:spLocks/>
          </p:cNvSpPr>
          <p:nvPr/>
        </p:nvSpPr>
        <p:spPr>
          <a:xfrm>
            <a:off x="794657" y="1184650"/>
            <a:ext cx="10574162" cy="5025520"/>
          </a:xfrm>
          <a:prstGeom prst="rect">
            <a:avLst/>
          </a:prstGeom>
          <a:solidFill>
            <a:schemeClr val="accent2">
              <a:lumMod val="40000"/>
              <a:lumOff val="60000"/>
            </a:schemeClr>
          </a:solidFill>
        </p:spPr>
        <p:txBody>
          <a:bodyPr vert="horz" lIns="0" tIns="0" rIns="0" bIns="0" rtlCol="0" anchor="t">
            <a:noAutofit/>
          </a:bodyPr>
          <a:lstStyle>
            <a:lvl1pPr marL="266700" indent="-266700" algn="l" defTabSz="914400" rtl="0" eaLnBrk="1" latinLnBrk="0" hangingPunct="1">
              <a:lnSpc>
                <a:spcPct val="90000"/>
              </a:lnSpc>
              <a:spcBef>
                <a:spcPts val="600"/>
              </a:spcBef>
              <a:spcAft>
                <a:spcPts val="600"/>
              </a:spcAft>
              <a:buClr>
                <a:schemeClr val="bg2"/>
              </a:buClr>
              <a:buFontTx/>
              <a:buBlip>
                <a:blip>
                  <a:extLst>
                    <a:ext uri="{96DAC541-7B7A-43D3-8B79-37D633B846F1}">
                      <asvg:svgBlip xmlns:asvg="http://schemas.microsoft.com/office/drawing/2016/SVG/main" r:embed="rId2"/>
                    </a:ext>
                  </a:extLst>
                </a:blip>
              </a:buBlip>
              <a:tabLst/>
              <a:defRPr sz="1600" kern="1200">
                <a:solidFill>
                  <a:schemeClr val="tx2"/>
                </a:solidFill>
                <a:latin typeface="+mn-lt"/>
                <a:ea typeface="+mn-ea"/>
                <a:cs typeface="+mn-cs"/>
              </a:defRPr>
            </a:lvl1pPr>
            <a:lvl2pPr marL="533400" indent="-266700" algn="l" defTabSz="914400" rtl="0" eaLnBrk="1" latinLnBrk="0" hangingPunct="1">
              <a:lnSpc>
                <a:spcPct val="90000"/>
              </a:lnSpc>
              <a:spcBef>
                <a:spcPts val="600"/>
              </a:spcBef>
              <a:spcAft>
                <a:spcPts val="600"/>
              </a:spcAft>
              <a:buFontTx/>
              <a:buBlip>
                <a:blip>
                  <a:extLst>
                    <a:ext uri="{96DAC541-7B7A-43D3-8B79-37D633B846F1}">
                      <asvg:svgBlip xmlns:asvg="http://schemas.microsoft.com/office/drawing/2016/SVG/main" r:embed="rId2"/>
                    </a:ext>
                  </a:extLst>
                </a:blip>
              </a:buBlip>
              <a:tabLst/>
              <a:defRPr sz="1600" kern="1200">
                <a:solidFill>
                  <a:schemeClr val="tx2"/>
                </a:solidFill>
                <a:latin typeface="+mn-lt"/>
                <a:ea typeface="+mn-ea"/>
                <a:cs typeface="+mn-cs"/>
              </a:defRPr>
            </a:lvl2pPr>
            <a:lvl3pPr marL="800100" indent="-266700" algn="l" defTabSz="914400" rtl="0" eaLnBrk="1" latinLnBrk="0" hangingPunct="1">
              <a:lnSpc>
                <a:spcPct val="90000"/>
              </a:lnSpc>
              <a:spcBef>
                <a:spcPts val="600"/>
              </a:spcBef>
              <a:spcAft>
                <a:spcPts val="600"/>
              </a:spcAft>
              <a:buClr>
                <a:schemeClr val="tx2"/>
              </a:buClr>
              <a:buFont typeface="Systeemlettertype regulier"/>
              <a:buChar char="⎼"/>
              <a:tabLst/>
              <a:defRPr sz="14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n-lt"/>
                <a:ea typeface="+mn-ea"/>
                <a:cs typeface="+mn-cs"/>
              </a:defRPr>
            </a:lvl4pPr>
            <a:lvl5pPr marL="7938" indent="0" algn="l" defTabSz="914400" rtl="0" eaLnBrk="1" latinLnBrk="0" hangingPunct="1">
              <a:lnSpc>
                <a:spcPct val="90000"/>
              </a:lnSpc>
              <a:spcBef>
                <a:spcPts val="600"/>
              </a:spcBef>
              <a:spcAft>
                <a:spcPts val="600"/>
              </a:spcAft>
              <a:buFont typeface="Arial" panose="020B0604020202020204" pitchFamily="34" charset="0"/>
              <a:buNone/>
              <a:tabLst/>
              <a:defRPr sz="2400" kern="1200">
                <a:solidFill>
                  <a:schemeClr val="tx2"/>
                </a:solidFill>
                <a:latin typeface="+mj-lt"/>
                <a:ea typeface="+mn-ea"/>
                <a:cs typeface="+mn-cs"/>
              </a:defRPr>
            </a:lvl5pPr>
            <a:lvl6pPr marL="7938"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j-lt"/>
                <a:ea typeface="+mn-ea"/>
                <a:cs typeface="+mn-cs"/>
              </a:defRPr>
            </a:lvl6pPr>
            <a:lvl7pPr marL="355600" indent="-352425" algn="l" defTabSz="914400" rtl="0" eaLnBrk="1" latinLnBrk="0" hangingPunct="1">
              <a:lnSpc>
                <a:spcPct val="90000"/>
              </a:lnSpc>
              <a:spcBef>
                <a:spcPts val="600"/>
              </a:spcBef>
              <a:spcAft>
                <a:spcPts val="600"/>
              </a:spcAft>
              <a:buFont typeface="+mj-lt"/>
              <a:buAutoNum type="arabicPeriod"/>
              <a:tabLst/>
              <a:defRPr sz="1600" kern="1200">
                <a:solidFill>
                  <a:schemeClr val="tx2"/>
                </a:solidFill>
                <a:latin typeface="+mn-lt"/>
                <a:ea typeface="+mn-ea"/>
                <a:cs typeface="+mn-cs"/>
              </a:defRPr>
            </a:lvl7pPr>
            <a:lvl8pPr marL="355600" indent="-352425" algn="l" defTabSz="914400" rtl="0" eaLnBrk="1" latinLnBrk="0" hangingPunct="1">
              <a:lnSpc>
                <a:spcPct val="90000"/>
              </a:lnSpc>
              <a:spcBef>
                <a:spcPts val="600"/>
              </a:spcBef>
              <a:spcAft>
                <a:spcPts val="600"/>
              </a:spcAft>
              <a:buFont typeface="+mj-lt"/>
              <a:buAutoNum type="alphaLcPeriod"/>
              <a:tabLst/>
              <a:defRPr sz="1600" kern="1200">
                <a:solidFill>
                  <a:schemeClr val="tx2"/>
                </a:solidFill>
                <a:latin typeface="+mn-lt"/>
                <a:ea typeface="+mn-ea"/>
                <a:cs typeface="+mn-cs"/>
              </a:defRPr>
            </a:lvl8pPr>
            <a:lvl9pPr marL="3175" indent="0" algn="l" defTabSz="914400" rtl="0" eaLnBrk="1" latinLnBrk="0" hangingPunct="1">
              <a:lnSpc>
                <a:spcPct val="90000"/>
              </a:lnSpc>
              <a:spcBef>
                <a:spcPts val="600"/>
              </a:spcBef>
              <a:spcAft>
                <a:spcPts val="600"/>
              </a:spcAft>
              <a:buFont typeface="Arial" panose="020B0604020202020204" pitchFamily="34" charset="0"/>
              <a:buNone/>
              <a:tabLst/>
              <a:defRPr sz="1200" i="1" kern="1200">
                <a:solidFill>
                  <a:schemeClr val="bg1">
                    <a:lumMod val="65000"/>
                  </a:schemeClr>
                </a:solidFill>
                <a:latin typeface="+mn-lt"/>
                <a:ea typeface="+mn-ea"/>
                <a:cs typeface="+mn-cs"/>
              </a:defRPr>
            </a:lvl9pPr>
          </a:lstStyle>
          <a:p>
            <a:pPr marL="342900" lvl="0" indent="-342900">
              <a:lnSpc>
                <a:spcPct val="150000"/>
              </a:lnSpc>
              <a:buClr>
                <a:srgbClr val="045E51"/>
              </a:buClr>
              <a:buFont typeface="+mj-lt"/>
              <a:buAutoNum type="arabicPeriod"/>
              <a:defRPr/>
            </a:pPr>
            <a:r>
              <a:rPr lang="fr-FR" b="1" dirty="0">
                <a:solidFill>
                  <a:schemeClr val="tx1"/>
                </a:solidFill>
                <a:latin typeface="Aptos Narrow" panose="020B0004020202020204" pitchFamily="34" charset="0"/>
              </a:rPr>
              <a:t>Only 3% of </a:t>
            </a:r>
            <a:r>
              <a:rPr lang="fr-FR" b="1" dirty="0" err="1">
                <a:solidFill>
                  <a:schemeClr val="tx1"/>
                </a:solidFill>
                <a:latin typeface="Aptos Narrow" panose="020B0004020202020204" pitchFamily="34" charset="0"/>
              </a:rPr>
              <a:t>respondents</a:t>
            </a:r>
            <a:r>
              <a:rPr lang="fr-FR" b="1" dirty="0">
                <a:solidFill>
                  <a:schemeClr val="tx1"/>
                </a:solidFill>
                <a:latin typeface="Aptos Narrow" panose="020B0004020202020204" pitchFamily="34" charset="0"/>
              </a:rPr>
              <a:t> do not </a:t>
            </a:r>
            <a:r>
              <a:rPr lang="fr-FR" b="1" dirty="0" err="1">
                <a:solidFill>
                  <a:schemeClr val="tx1"/>
                </a:solidFill>
                <a:latin typeface="Aptos Narrow" panose="020B0004020202020204" pitchFamily="34" charset="0"/>
              </a:rPr>
              <a:t>visit</a:t>
            </a:r>
            <a:r>
              <a:rPr lang="fr-FR" b="1" dirty="0">
                <a:solidFill>
                  <a:schemeClr val="tx1"/>
                </a:solidFill>
                <a:latin typeface="Aptos Narrow" panose="020B0004020202020204" pitchFamily="34" charset="0"/>
              </a:rPr>
              <a:t> the Aqua </a:t>
            </a:r>
            <a:r>
              <a:rPr lang="fr-FR" b="1" dirty="0" err="1">
                <a:solidFill>
                  <a:schemeClr val="tx1"/>
                </a:solidFill>
                <a:latin typeface="Aptos Narrow" panose="020B0004020202020204" pitchFamily="34" charset="0"/>
              </a:rPr>
              <a:t>mundo</a:t>
            </a:r>
            <a:r>
              <a:rPr lang="fr-FR" b="1" dirty="0">
                <a:solidFill>
                  <a:schemeClr val="tx1"/>
                </a:solidFill>
                <a:latin typeface="Aptos Narrow" panose="020B0004020202020204" pitchFamily="34" charset="0"/>
              </a:rPr>
              <a:t> for FR VS 10% BE, 13% NL, 7% DE and 1% DK</a:t>
            </a:r>
          </a:p>
          <a:p>
            <a:pPr marL="342900" lvl="0" indent="-342900">
              <a:lnSpc>
                <a:spcPct val="150000"/>
              </a:lnSpc>
              <a:buClr>
                <a:srgbClr val="045E51"/>
              </a:buClr>
              <a:buFont typeface="+mj-lt"/>
              <a:buAutoNum type="arabicPeriod"/>
              <a:defRPr/>
            </a:pPr>
            <a:r>
              <a:rPr kumimoji="0" lang="fr-FR" b="1" i="0" u="none" strike="noStrike" kern="1200" cap="none" spc="0" normalizeH="0" baseline="0" noProof="0" dirty="0">
                <a:ln>
                  <a:noFill/>
                </a:ln>
                <a:solidFill>
                  <a:schemeClr val="tx1"/>
                </a:solidFill>
                <a:effectLst/>
                <a:uLnTx/>
                <a:uFillTx/>
                <a:latin typeface="Aptos Narrow" panose="020B0004020202020204" pitchFamily="34" charset="0"/>
              </a:rPr>
              <a:t>Senior 75&gt; and Senior active 55-74 have the </a:t>
            </a:r>
            <a:r>
              <a:rPr kumimoji="0" lang="fr-FR" b="1" i="0" u="none" strike="noStrike" kern="1200" cap="none" spc="0" normalizeH="0" baseline="0" noProof="0" dirty="0" err="1">
                <a:ln>
                  <a:noFill/>
                </a:ln>
                <a:solidFill>
                  <a:schemeClr val="tx1"/>
                </a:solidFill>
                <a:effectLst/>
                <a:uLnTx/>
                <a:uFillTx/>
                <a:latin typeface="Aptos Narrow" panose="020B0004020202020204" pitchFamily="34" charset="0"/>
              </a:rPr>
              <a:t>highest</a:t>
            </a:r>
            <a:r>
              <a:rPr kumimoji="0" lang="fr-FR" b="1" i="0" u="none" strike="noStrike" kern="1200" cap="none" spc="0" normalizeH="0" baseline="0" noProof="0" dirty="0">
                <a:ln>
                  <a:noFill/>
                </a:ln>
                <a:solidFill>
                  <a:schemeClr val="tx1"/>
                </a:solidFill>
                <a:effectLst/>
                <a:uLnTx/>
                <a:uFillTx/>
                <a:latin typeface="Aptos Narrow" panose="020B0004020202020204" pitchFamily="34" charset="0"/>
              </a:rPr>
              <a:t> % of </a:t>
            </a:r>
            <a:r>
              <a:rPr kumimoji="0" lang="fr-FR" b="1" i="0" u="none" strike="noStrike" kern="1200" cap="none" spc="0" normalizeH="0" baseline="0" noProof="0" dirty="0" err="1">
                <a:ln>
                  <a:noFill/>
                </a:ln>
                <a:solidFill>
                  <a:schemeClr val="tx1"/>
                </a:solidFill>
                <a:effectLst/>
                <a:uLnTx/>
                <a:uFillTx/>
                <a:latin typeface="Aptos Narrow" panose="020B0004020202020204" pitchFamily="34" charset="0"/>
              </a:rPr>
              <a:t>respondents</a:t>
            </a:r>
            <a:r>
              <a:rPr kumimoji="0" lang="fr-FR" b="1" i="0" u="none" strike="noStrike" kern="1200" cap="none" spc="0" normalizeH="0" baseline="0" noProof="0" dirty="0">
                <a:ln>
                  <a:noFill/>
                </a:ln>
                <a:solidFill>
                  <a:schemeClr val="tx1"/>
                </a:solidFill>
                <a:effectLst/>
                <a:uLnTx/>
                <a:uFillTx/>
                <a:latin typeface="Aptos Narrow" panose="020B0004020202020204" pitchFamily="34" charset="0"/>
              </a:rPr>
              <a:t> </a:t>
            </a:r>
            <a:r>
              <a:rPr kumimoji="0" lang="fr-FR" b="1" i="0" u="none" strike="noStrike" kern="1200" cap="none" spc="0" normalizeH="0" baseline="0" noProof="0" dirty="0" err="1">
                <a:ln>
                  <a:noFill/>
                </a:ln>
                <a:solidFill>
                  <a:schemeClr val="tx1"/>
                </a:solidFill>
                <a:effectLst/>
                <a:uLnTx/>
                <a:uFillTx/>
                <a:latin typeface="Aptos Narrow" panose="020B0004020202020204" pitchFamily="34" charset="0"/>
              </a:rPr>
              <a:t>who</a:t>
            </a:r>
            <a:r>
              <a:rPr kumimoji="0" lang="fr-FR" b="1" i="0" u="none" strike="noStrike" kern="1200" cap="none" spc="0" normalizeH="0" baseline="0" noProof="0" dirty="0">
                <a:ln>
                  <a:noFill/>
                </a:ln>
                <a:solidFill>
                  <a:schemeClr val="tx1"/>
                </a:solidFill>
                <a:effectLst/>
                <a:uLnTx/>
                <a:uFillTx/>
                <a:latin typeface="Aptos Narrow" panose="020B0004020202020204" pitchFamily="34" charset="0"/>
              </a:rPr>
              <a:t> do not </a:t>
            </a:r>
            <a:r>
              <a:rPr kumimoji="0" lang="fr-FR" b="1" i="0" u="none" strike="noStrike" kern="1200" cap="none" spc="0" normalizeH="0" baseline="0" noProof="0" dirty="0" err="1">
                <a:ln>
                  <a:noFill/>
                </a:ln>
                <a:solidFill>
                  <a:schemeClr val="tx1"/>
                </a:solidFill>
                <a:effectLst/>
                <a:uLnTx/>
                <a:uFillTx/>
                <a:latin typeface="Aptos Narrow" panose="020B0004020202020204" pitchFamily="34" charset="0"/>
              </a:rPr>
              <a:t>visit</a:t>
            </a:r>
            <a:r>
              <a:rPr kumimoji="0" lang="fr-FR" b="1" i="0" u="none" strike="noStrike" kern="1200" cap="none" spc="0" normalizeH="0" baseline="0" noProof="0" dirty="0">
                <a:ln>
                  <a:noFill/>
                </a:ln>
                <a:solidFill>
                  <a:schemeClr val="tx1"/>
                </a:solidFill>
                <a:effectLst/>
                <a:uLnTx/>
                <a:uFillTx/>
                <a:latin typeface="Aptos Narrow" panose="020B0004020202020204" pitchFamily="34" charset="0"/>
              </a:rPr>
              <a:t> the Aqua </a:t>
            </a:r>
            <a:r>
              <a:rPr kumimoji="0" lang="fr-FR" b="1" i="0" u="none" strike="noStrike" kern="1200" cap="none" spc="0" normalizeH="0" baseline="0" noProof="0" dirty="0" err="1">
                <a:ln>
                  <a:noFill/>
                </a:ln>
                <a:solidFill>
                  <a:schemeClr val="tx1"/>
                </a:solidFill>
                <a:effectLst/>
                <a:uLnTx/>
                <a:uFillTx/>
                <a:latin typeface="Aptos Narrow" panose="020B0004020202020204" pitchFamily="34" charset="0"/>
              </a:rPr>
              <a:t>mundo</a:t>
            </a:r>
            <a:r>
              <a:rPr kumimoji="0" lang="fr-FR" b="1" i="0" u="none" strike="noStrike" kern="1200" cap="none" spc="0" normalizeH="0" baseline="0" noProof="0" dirty="0">
                <a:ln>
                  <a:noFill/>
                </a:ln>
                <a:solidFill>
                  <a:schemeClr val="tx1"/>
                </a:solidFill>
                <a:effectLst/>
                <a:uLnTx/>
                <a:uFillTx/>
                <a:latin typeface="Aptos Narrow" panose="020B0004020202020204" pitchFamily="34" charset="0"/>
              </a:rPr>
              <a:t> for all BNGFD</a:t>
            </a:r>
          </a:p>
          <a:p>
            <a:pPr marL="342900" indent="-342900">
              <a:lnSpc>
                <a:spcPct val="150000"/>
              </a:lnSpc>
              <a:buClr>
                <a:srgbClr val="045E51"/>
              </a:buClr>
              <a:buFont typeface="+mj-lt"/>
              <a:buAutoNum type="arabicPeriod"/>
              <a:defRPr/>
            </a:pPr>
            <a:r>
              <a:rPr lang="fr-FR" b="1" dirty="0" err="1">
                <a:solidFill>
                  <a:schemeClr val="tx1"/>
                </a:solidFill>
                <a:latin typeface="Aptos Narrow" panose="020B0004020202020204" pitchFamily="34" charset="0"/>
              </a:rPr>
              <a:t>Familes</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with</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Children</a:t>
            </a:r>
            <a:r>
              <a:rPr lang="fr-FR" b="1" dirty="0">
                <a:solidFill>
                  <a:schemeClr val="tx1"/>
                </a:solidFill>
                <a:latin typeface="Aptos Narrow" panose="020B0004020202020204" pitchFamily="34" charset="0"/>
              </a:rPr>
              <a:t> 12-17 and  5-11 </a:t>
            </a:r>
            <a:r>
              <a:rPr lang="fr-FR" b="1" dirty="0" err="1">
                <a:solidFill>
                  <a:schemeClr val="tx1"/>
                </a:solidFill>
                <a:latin typeface="Aptos Narrow" panose="020B0004020202020204" pitchFamily="34" charset="0"/>
              </a:rPr>
              <a:t>visit</a:t>
            </a:r>
            <a:r>
              <a:rPr lang="fr-FR" b="1" dirty="0">
                <a:solidFill>
                  <a:schemeClr val="tx1"/>
                </a:solidFill>
                <a:latin typeface="Aptos Narrow" panose="020B0004020202020204" pitchFamily="34" charset="0"/>
              </a:rPr>
              <a:t> more the aqua </a:t>
            </a:r>
            <a:r>
              <a:rPr lang="fr-FR" b="1" dirty="0" err="1">
                <a:solidFill>
                  <a:schemeClr val="tx1"/>
                </a:solidFill>
                <a:latin typeface="Aptos Narrow" panose="020B0004020202020204" pitchFamily="34" charset="0"/>
              </a:rPr>
              <a:t>mundo</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than</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Familes</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with</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Children</a:t>
            </a:r>
            <a:r>
              <a:rPr lang="fr-FR" b="1" dirty="0">
                <a:solidFill>
                  <a:schemeClr val="tx1"/>
                </a:solidFill>
                <a:latin typeface="Aptos Narrow" panose="020B0004020202020204" pitchFamily="34" charset="0"/>
              </a:rPr>
              <a:t> 0-2 and 3-4, no </a:t>
            </a:r>
            <a:r>
              <a:rPr lang="fr-FR" b="1" dirty="0" err="1">
                <a:solidFill>
                  <a:schemeClr val="tx1"/>
                </a:solidFill>
                <a:latin typeface="Aptos Narrow" panose="020B0004020202020204" pitchFamily="34" charset="0"/>
              </a:rPr>
              <a:t>matter</a:t>
            </a:r>
            <a:r>
              <a:rPr lang="fr-FR" b="1" dirty="0">
                <a:solidFill>
                  <a:schemeClr val="tx1"/>
                </a:solidFill>
                <a:latin typeface="Aptos Narrow" panose="020B0004020202020204" pitchFamily="34" charset="0"/>
              </a:rPr>
              <a:t> how </a:t>
            </a:r>
            <a:r>
              <a:rPr lang="fr-FR" b="1" dirty="0" err="1">
                <a:solidFill>
                  <a:schemeClr val="tx1"/>
                </a:solidFill>
                <a:latin typeface="Aptos Narrow" panose="020B0004020202020204" pitchFamily="34" charset="0"/>
              </a:rPr>
              <a:t>often</a:t>
            </a:r>
            <a:r>
              <a:rPr lang="fr-FR" b="1" dirty="0">
                <a:solidFill>
                  <a:schemeClr val="tx1"/>
                </a:solidFill>
                <a:latin typeface="Aptos Narrow" panose="020B0004020202020204" pitchFamily="34" charset="0"/>
              </a:rPr>
              <a:t> (once </a:t>
            </a:r>
            <a:r>
              <a:rPr lang="fr-FR" b="1" dirty="0" err="1">
                <a:solidFill>
                  <a:schemeClr val="tx1"/>
                </a:solidFill>
                <a:latin typeface="Aptos Narrow" panose="020B0004020202020204" pitchFamily="34" charset="0"/>
              </a:rPr>
              <a:t>during</a:t>
            </a:r>
            <a:r>
              <a:rPr lang="fr-FR" b="1" dirty="0">
                <a:solidFill>
                  <a:schemeClr val="tx1"/>
                </a:solidFill>
                <a:latin typeface="Aptos Narrow" panose="020B0004020202020204" pitchFamily="34" charset="0"/>
              </a:rPr>
              <a:t> the </a:t>
            </a:r>
            <a:r>
              <a:rPr lang="fr-FR" b="1" dirty="0" err="1">
                <a:solidFill>
                  <a:schemeClr val="tx1"/>
                </a:solidFill>
                <a:latin typeface="Aptos Narrow" panose="020B0004020202020204" pitchFamily="34" charset="0"/>
              </a:rPr>
              <a:t>stay</a:t>
            </a:r>
            <a:r>
              <a:rPr lang="fr-FR" b="1" dirty="0">
                <a:solidFill>
                  <a:schemeClr val="tx1"/>
                </a:solidFill>
                <a:latin typeface="Aptos Narrow" panose="020B0004020202020204" pitchFamily="34" charset="0"/>
              </a:rPr>
              <a:t>, once a </a:t>
            </a:r>
            <a:r>
              <a:rPr lang="fr-FR" b="1" dirty="0" err="1">
                <a:solidFill>
                  <a:schemeClr val="tx1"/>
                </a:solidFill>
                <a:latin typeface="Aptos Narrow" panose="020B0004020202020204" pitchFamily="34" charset="0"/>
              </a:rPr>
              <a:t>day</a:t>
            </a:r>
            <a:r>
              <a:rPr lang="fr-FR" b="1" dirty="0">
                <a:solidFill>
                  <a:schemeClr val="tx1"/>
                </a:solidFill>
                <a:latin typeface="Aptos Narrow" panose="020B0004020202020204" pitchFamily="34" charset="0"/>
              </a:rPr>
              <a:t> or </a:t>
            </a:r>
            <a:r>
              <a:rPr lang="fr-FR" b="1" dirty="0" err="1">
                <a:solidFill>
                  <a:schemeClr val="tx1"/>
                </a:solidFill>
                <a:latin typeface="Aptos Narrow" panose="020B0004020202020204" pitchFamily="34" charset="0"/>
              </a:rPr>
              <a:t>several</a:t>
            </a:r>
            <a:r>
              <a:rPr lang="fr-FR" b="1" dirty="0">
                <a:solidFill>
                  <a:schemeClr val="tx1"/>
                </a:solidFill>
                <a:latin typeface="Aptos Narrow" panose="020B0004020202020204" pitchFamily="34" charset="0"/>
              </a:rPr>
              <a:t> times a </a:t>
            </a:r>
            <a:r>
              <a:rPr lang="fr-FR" b="1" dirty="0" err="1">
                <a:solidFill>
                  <a:schemeClr val="tx1"/>
                </a:solidFill>
                <a:latin typeface="Aptos Narrow" panose="020B0004020202020204" pitchFamily="34" charset="0"/>
              </a:rPr>
              <a:t>day</a:t>
            </a:r>
            <a:r>
              <a:rPr lang="fr-FR" b="1" dirty="0">
                <a:solidFill>
                  <a:schemeClr val="tx1"/>
                </a:solidFill>
                <a:latin typeface="Aptos Narrow" panose="020B0004020202020204" pitchFamily="34" charset="0"/>
              </a:rPr>
              <a:t>.)</a:t>
            </a:r>
          </a:p>
          <a:p>
            <a:pPr marL="342900" lvl="0" indent="-342900">
              <a:lnSpc>
                <a:spcPct val="150000"/>
              </a:lnSpc>
              <a:buClr>
                <a:srgbClr val="045E51"/>
              </a:buClr>
              <a:buFont typeface="+mj-lt"/>
              <a:buAutoNum type="arabicPeriod"/>
              <a:defRPr/>
            </a:pPr>
            <a:r>
              <a:rPr lang="fr-FR" b="1" dirty="0" err="1">
                <a:solidFill>
                  <a:schemeClr val="tx1"/>
                </a:solidFill>
                <a:latin typeface="Aptos Narrow" panose="020B0004020202020204" pitchFamily="34" charset="0"/>
              </a:rPr>
              <a:t>Repeaters</a:t>
            </a:r>
            <a:r>
              <a:rPr lang="fr-FR" b="1" dirty="0">
                <a:solidFill>
                  <a:schemeClr val="tx1"/>
                </a:solidFill>
                <a:latin typeface="Aptos Narrow" panose="020B0004020202020204" pitchFamily="34" charset="0"/>
              </a:rPr>
              <a:t> and </a:t>
            </a:r>
            <a:r>
              <a:rPr lang="fr-FR" b="1" dirty="0" err="1">
                <a:solidFill>
                  <a:schemeClr val="tx1"/>
                </a:solidFill>
                <a:latin typeface="Aptos Narrow" panose="020B0004020202020204" pitchFamily="34" charset="0"/>
              </a:rPr>
              <a:t>trialist</a:t>
            </a:r>
            <a:r>
              <a:rPr lang="fr-FR" b="1" dirty="0">
                <a:solidFill>
                  <a:schemeClr val="tx1"/>
                </a:solidFill>
                <a:latin typeface="Aptos Narrow" panose="020B0004020202020204" pitchFamily="34" charset="0"/>
              </a:rPr>
              <a:t> are </a:t>
            </a:r>
            <a:r>
              <a:rPr lang="fr-FR" b="1" dirty="0" err="1">
                <a:solidFill>
                  <a:schemeClr val="tx1"/>
                </a:solidFill>
                <a:latin typeface="Aptos Narrow" panose="020B0004020202020204" pitchFamily="34" charset="0"/>
              </a:rPr>
              <a:t>aligned</a:t>
            </a:r>
            <a:r>
              <a:rPr lang="fr-FR" b="1" dirty="0">
                <a:solidFill>
                  <a:schemeClr val="tx1"/>
                </a:solidFill>
                <a:latin typeface="Aptos Narrow" panose="020B0004020202020204" pitchFamily="34" charset="0"/>
              </a:rPr>
              <a:t> : </a:t>
            </a:r>
            <a:r>
              <a:rPr lang="fr-FR" b="1" dirty="0" err="1">
                <a:solidFill>
                  <a:schemeClr val="tx1"/>
                </a:solidFill>
                <a:latin typeface="Aptos Narrow" panose="020B0004020202020204" pitchFamily="34" charset="0"/>
              </a:rPr>
              <a:t>there’s</a:t>
            </a:r>
            <a:r>
              <a:rPr lang="fr-FR" b="1" dirty="0">
                <a:solidFill>
                  <a:schemeClr val="tx1"/>
                </a:solidFill>
                <a:latin typeface="Aptos Narrow" panose="020B0004020202020204" pitchFamily="34" charset="0"/>
              </a:rPr>
              <a:t> not </a:t>
            </a:r>
            <a:r>
              <a:rPr lang="fr-FR" b="1" dirty="0" err="1">
                <a:solidFill>
                  <a:schemeClr val="tx1"/>
                </a:solidFill>
                <a:latin typeface="Aptos Narrow" panose="020B0004020202020204" pitchFamily="34" charset="0"/>
              </a:rPr>
              <a:t>really</a:t>
            </a:r>
            <a:r>
              <a:rPr lang="fr-FR" b="1" dirty="0">
                <a:solidFill>
                  <a:schemeClr val="tx1"/>
                </a:solidFill>
                <a:latin typeface="Aptos Narrow" panose="020B0004020202020204" pitchFamily="34" charset="0"/>
              </a:rPr>
              <a:t> a big </a:t>
            </a:r>
            <a:r>
              <a:rPr lang="fr-FR" b="1" dirty="0" err="1">
                <a:solidFill>
                  <a:schemeClr val="tx1"/>
                </a:solidFill>
                <a:latin typeface="Aptos Narrow" panose="020B0004020202020204" pitchFamily="34" charset="0"/>
              </a:rPr>
              <a:t>difference</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between</a:t>
            </a:r>
            <a:r>
              <a:rPr lang="fr-FR" b="1" dirty="0">
                <a:solidFill>
                  <a:schemeClr val="tx1"/>
                </a:solidFill>
                <a:latin typeface="Aptos Narrow" panose="020B0004020202020204" pitchFamily="34" charset="0"/>
              </a:rPr>
              <a:t> the </a:t>
            </a:r>
            <a:r>
              <a:rPr lang="fr-FR" b="1" dirty="0" err="1">
                <a:solidFill>
                  <a:schemeClr val="tx1"/>
                </a:solidFill>
                <a:latin typeface="Aptos Narrow" panose="020B0004020202020204" pitchFamily="34" charset="0"/>
              </a:rPr>
              <a:t>frequency</a:t>
            </a:r>
            <a:r>
              <a:rPr lang="fr-FR" b="1" dirty="0">
                <a:solidFill>
                  <a:schemeClr val="tx1"/>
                </a:solidFill>
                <a:latin typeface="Aptos Narrow" panose="020B0004020202020204" pitchFamily="34" charset="0"/>
              </a:rPr>
              <a:t> of </a:t>
            </a:r>
            <a:r>
              <a:rPr lang="fr-FR" b="1" dirty="0" err="1">
                <a:solidFill>
                  <a:schemeClr val="tx1"/>
                </a:solidFill>
                <a:latin typeface="Aptos Narrow" panose="020B0004020202020204" pitchFamily="34" charset="0"/>
              </a:rPr>
              <a:t>visit</a:t>
            </a:r>
            <a:r>
              <a:rPr lang="fr-FR" b="1" dirty="0">
                <a:solidFill>
                  <a:schemeClr val="tx1"/>
                </a:solidFill>
                <a:latin typeface="Aptos Narrow" panose="020B0004020202020204" pitchFamily="34" charset="0"/>
              </a:rPr>
              <a:t> for the </a:t>
            </a:r>
            <a:r>
              <a:rPr lang="fr-FR" b="1" dirty="0" err="1">
                <a:solidFill>
                  <a:schemeClr val="tx1"/>
                </a:solidFill>
                <a:latin typeface="Aptos Narrow" panose="020B0004020202020204" pitchFamily="34" charset="0"/>
              </a:rPr>
              <a:t>two</a:t>
            </a:r>
            <a:r>
              <a:rPr lang="fr-FR" b="1" dirty="0">
                <a:solidFill>
                  <a:schemeClr val="tx1"/>
                </a:solidFill>
                <a:latin typeface="Aptos Narrow" panose="020B0004020202020204" pitchFamily="34" charset="0"/>
              </a:rPr>
              <a:t> (&lt; 5% diff)</a:t>
            </a:r>
          </a:p>
          <a:p>
            <a:pPr marL="342900" lvl="0" indent="-342900">
              <a:lnSpc>
                <a:spcPct val="150000"/>
              </a:lnSpc>
              <a:buClr>
                <a:srgbClr val="045E51"/>
              </a:buClr>
              <a:buFont typeface="+mj-lt"/>
              <a:buAutoNum type="arabicPeriod"/>
              <a:defRPr/>
            </a:pPr>
            <a:r>
              <a:rPr lang="fr-FR" b="1" dirty="0">
                <a:solidFill>
                  <a:schemeClr val="tx1"/>
                </a:solidFill>
                <a:latin typeface="Aptos Narrow" panose="020B0004020202020204" pitchFamily="34" charset="0"/>
              </a:rPr>
              <a:t>FR parcs have the </a:t>
            </a:r>
            <a:r>
              <a:rPr lang="fr-FR" b="1" dirty="0" err="1">
                <a:solidFill>
                  <a:schemeClr val="tx1"/>
                </a:solidFill>
                <a:latin typeface="Aptos Narrow" panose="020B0004020202020204" pitchFamily="34" charset="0"/>
              </a:rPr>
              <a:t>highest</a:t>
            </a:r>
            <a:r>
              <a:rPr lang="fr-FR" b="1" dirty="0">
                <a:solidFill>
                  <a:schemeClr val="tx1"/>
                </a:solidFill>
                <a:latin typeface="Aptos Narrow" panose="020B0004020202020204" pitchFamily="34" charset="0"/>
              </a:rPr>
              <a:t> % of </a:t>
            </a:r>
            <a:r>
              <a:rPr lang="fr-FR" b="1" dirty="0" err="1">
                <a:solidFill>
                  <a:schemeClr val="tx1"/>
                </a:solidFill>
                <a:latin typeface="Aptos Narrow" panose="020B0004020202020204" pitchFamily="34" charset="0"/>
              </a:rPr>
              <a:t>respondents</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who</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visit</a:t>
            </a:r>
            <a:r>
              <a:rPr lang="fr-FR" b="1" dirty="0">
                <a:solidFill>
                  <a:schemeClr val="tx1"/>
                </a:solidFill>
                <a:latin typeface="Aptos Narrow" panose="020B0004020202020204" pitchFamily="34" charset="0"/>
              </a:rPr>
              <a:t> the Aqua Mundo </a:t>
            </a:r>
            <a:r>
              <a:rPr lang="fr-FR" b="1" dirty="0" err="1">
                <a:solidFill>
                  <a:schemeClr val="tx1"/>
                </a:solidFill>
                <a:latin typeface="Aptos Narrow" panose="020B0004020202020204" pitchFamily="34" charset="0"/>
              </a:rPr>
              <a:t>several</a:t>
            </a:r>
            <a:r>
              <a:rPr lang="fr-FR" b="1" dirty="0">
                <a:solidFill>
                  <a:schemeClr val="tx1"/>
                </a:solidFill>
                <a:latin typeface="Aptos Narrow" panose="020B0004020202020204" pitchFamily="34" charset="0"/>
              </a:rPr>
              <a:t> times a </a:t>
            </a:r>
            <a:r>
              <a:rPr lang="fr-FR" b="1" dirty="0" err="1">
                <a:solidFill>
                  <a:schemeClr val="tx1"/>
                </a:solidFill>
                <a:latin typeface="Aptos Narrow" panose="020B0004020202020204" pitchFamily="34" charset="0"/>
              </a:rPr>
              <a:t>day</a:t>
            </a:r>
            <a:r>
              <a:rPr lang="fr-FR" b="1" dirty="0">
                <a:solidFill>
                  <a:schemeClr val="tx1"/>
                </a:solidFill>
                <a:latin typeface="Aptos Narrow" panose="020B0004020202020204" pitchFamily="34" charset="0"/>
              </a:rPr>
              <a:t> no </a:t>
            </a:r>
            <a:r>
              <a:rPr lang="fr-FR" b="1" dirty="0" err="1">
                <a:solidFill>
                  <a:schemeClr val="tx1"/>
                </a:solidFill>
                <a:latin typeface="Aptos Narrow" panose="020B0004020202020204" pitchFamily="34" charset="0"/>
              </a:rPr>
              <a:t>matter</a:t>
            </a:r>
            <a:r>
              <a:rPr lang="fr-FR" b="1" dirty="0">
                <a:solidFill>
                  <a:schemeClr val="tx1"/>
                </a:solidFill>
                <a:latin typeface="Aptos Narrow" panose="020B0004020202020204" pitchFamily="34" charset="0"/>
              </a:rPr>
              <a:t> the </a:t>
            </a:r>
            <a:r>
              <a:rPr lang="fr-FR" b="1" dirty="0" err="1">
                <a:solidFill>
                  <a:schemeClr val="tx1"/>
                </a:solidFill>
                <a:latin typeface="Aptos Narrow" panose="020B0004020202020204" pitchFamily="34" charset="0"/>
              </a:rPr>
              <a:t>family</a:t>
            </a:r>
            <a:r>
              <a:rPr lang="fr-FR" b="1" dirty="0">
                <a:solidFill>
                  <a:schemeClr val="tx1"/>
                </a:solidFill>
                <a:latin typeface="Aptos Narrow" panose="020B0004020202020204" pitchFamily="34" charset="0"/>
              </a:rPr>
              <a:t> structure or if </a:t>
            </a:r>
            <a:r>
              <a:rPr lang="fr-FR" b="1" dirty="0" err="1">
                <a:solidFill>
                  <a:schemeClr val="tx1"/>
                </a:solidFill>
                <a:latin typeface="Aptos Narrow" panose="020B0004020202020204" pitchFamily="34" charset="0"/>
              </a:rPr>
              <a:t>they</a:t>
            </a:r>
            <a:r>
              <a:rPr lang="fr-FR" b="1" dirty="0">
                <a:solidFill>
                  <a:schemeClr val="tx1"/>
                </a:solidFill>
                <a:latin typeface="Aptos Narrow" panose="020B0004020202020204" pitchFamily="34" charset="0"/>
              </a:rPr>
              <a:t> are </a:t>
            </a:r>
            <a:r>
              <a:rPr lang="fr-FR" b="1" dirty="0" err="1">
                <a:solidFill>
                  <a:schemeClr val="tx1"/>
                </a:solidFill>
                <a:latin typeface="Aptos Narrow" panose="020B0004020202020204" pitchFamily="34" charset="0"/>
              </a:rPr>
              <a:t>trialists</a:t>
            </a:r>
            <a:r>
              <a:rPr lang="fr-FR" b="1" dirty="0">
                <a:solidFill>
                  <a:schemeClr val="tx1"/>
                </a:solidFill>
                <a:latin typeface="Aptos Narrow" panose="020B0004020202020204" pitchFamily="34" charset="0"/>
              </a:rPr>
              <a:t> or </a:t>
            </a:r>
            <a:r>
              <a:rPr lang="fr-FR" b="1" dirty="0" err="1">
                <a:solidFill>
                  <a:schemeClr val="tx1"/>
                </a:solidFill>
                <a:latin typeface="Aptos Narrow" panose="020B0004020202020204" pitchFamily="34" charset="0"/>
              </a:rPr>
              <a:t>repeaters</a:t>
            </a:r>
            <a:r>
              <a:rPr lang="fr-FR" b="1" dirty="0">
                <a:solidFill>
                  <a:schemeClr val="tx1"/>
                </a:solidFill>
                <a:latin typeface="Aptos Narrow" panose="020B0004020202020204" pitchFamily="34" charset="0"/>
              </a:rPr>
              <a:t> (33% FR vs 6% DE, 10% BE, 7% NL &amp; 13% DK) </a:t>
            </a:r>
          </a:p>
          <a:p>
            <a:pPr marL="342900" lvl="0" indent="-342900">
              <a:lnSpc>
                <a:spcPct val="150000"/>
              </a:lnSpc>
              <a:buClr>
                <a:srgbClr val="045E51"/>
              </a:buClr>
              <a:buFont typeface="+mj-lt"/>
              <a:buAutoNum type="arabicPeriod"/>
              <a:defRPr/>
            </a:pPr>
            <a:r>
              <a:rPr lang="fr-FR" b="1" dirty="0">
                <a:solidFill>
                  <a:schemeClr val="tx1"/>
                </a:solidFill>
                <a:latin typeface="Aptos Narrow" panose="020B0004020202020204" pitchFamily="34" charset="0"/>
              </a:rPr>
              <a:t>Parc Sandur has the </a:t>
            </a:r>
            <a:r>
              <a:rPr lang="fr-FR" b="1" dirty="0" err="1">
                <a:solidFill>
                  <a:schemeClr val="tx1"/>
                </a:solidFill>
                <a:latin typeface="Aptos Narrow" panose="020B0004020202020204" pitchFamily="34" charset="0"/>
              </a:rPr>
              <a:t>highest</a:t>
            </a:r>
            <a:r>
              <a:rPr lang="fr-FR" b="1" dirty="0">
                <a:solidFill>
                  <a:schemeClr val="tx1"/>
                </a:solidFill>
                <a:latin typeface="Aptos Narrow" panose="020B0004020202020204" pitchFamily="34" charset="0"/>
              </a:rPr>
              <a:t> % of </a:t>
            </a:r>
            <a:r>
              <a:rPr lang="fr-FR" b="1" dirty="0" err="1">
                <a:solidFill>
                  <a:schemeClr val="tx1"/>
                </a:solidFill>
                <a:latin typeface="Aptos Narrow" panose="020B0004020202020204" pitchFamily="34" charset="0"/>
              </a:rPr>
              <a:t>respondents</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who</a:t>
            </a:r>
            <a:r>
              <a:rPr lang="fr-FR" b="1" dirty="0">
                <a:solidFill>
                  <a:schemeClr val="tx1"/>
                </a:solidFill>
                <a:latin typeface="Aptos Narrow" panose="020B0004020202020204" pitchFamily="34" charset="0"/>
              </a:rPr>
              <a:t> do not </a:t>
            </a:r>
            <a:r>
              <a:rPr lang="fr-FR" b="1" dirty="0" err="1">
                <a:solidFill>
                  <a:schemeClr val="tx1"/>
                </a:solidFill>
                <a:latin typeface="Aptos Narrow" panose="020B0004020202020204" pitchFamily="34" charset="0"/>
              </a:rPr>
              <a:t>visit</a:t>
            </a:r>
            <a:r>
              <a:rPr lang="fr-FR" b="1" dirty="0">
                <a:solidFill>
                  <a:schemeClr val="tx1"/>
                </a:solidFill>
                <a:latin typeface="Aptos Narrow" panose="020B0004020202020204" pitchFamily="34" charset="0"/>
              </a:rPr>
              <a:t> the Aqua </a:t>
            </a:r>
            <a:r>
              <a:rPr lang="fr-FR" b="1" dirty="0" err="1">
                <a:solidFill>
                  <a:schemeClr val="tx1"/>
                </a:solidFill>
                <a:latin typeface="Aptos Narrow" panose="020B0004020202020204" pitchFamily="34" charset="0"/>
              </a:rPr>
              <a:t>mundo</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during</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thier</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stay</a:t>
            </a:r>
            <a:r>
              <a:rPr lang="fr-FR" b="1" dirty="0">
                <a:solidFill>
                  <a:schemeClr val="tx1"/>
                </a:solidFill>
                <a:latin typeface="Aptos Narrow" panose="020B0004020202020204" pitchFamily="34" charset="0"/>
              </a:rPr>
              <a:t> (40.2%)</a:t>
            </a:r>
          </a:p>
          <a:p>
            <a:pPr marL="342900" lvl="0" indent="-342900">
              <a:lnSpc>
                <a:spcPct val="150000"/>
              </a:lnSpc>
              <a:buClr>
                <a:srgbClr val="045E51"/>
              </a:buClr>
              <a:buFont typeface="+mj-lt"/>
              <a:buAutoNum type="arabicPeriod"/>
              <a:defRPr/>
            </a:pPr>
            <a:r>
              <a:rPr lang="fr-FR" b="1" dirty="0">
                <a:solidFill>
                  <a:schemeClr val="tx1"/>
                </a:solidFill>
                <a:latin typeface="Aptos Narrow" panose="020B0004020202020204" pitchFamily="34" charset="0"/>
              </a:rPr>
              <a:t>The </a:t>
            </a:r>
            <a:r>
              <a:rPr lang="fr-FR" b="1" dirty="0" err="1">
                <a:solidFill>
                  <a:schemeClr val="tx1"/>
                </a:solidFill>
                <a:latin typeface="Aptos Narrow" panose="020B0004020202020204" pitchFamily="34" charset="0"/>
              </a:rPr>
              <a:t>higher</a:t>
            </a:r>
            <a:r>
              <a:rPr lang="fr-FR" b="1" dirty="0">
                <a:solidFill>
                  <a:schemeClr val="tx1"/>
                </a:solidFill>
                <a:latin typeface="Aptos Narrow" panose="020B0004020202020204" pitchFamily="34" charset="0"/>
              </a:rPr>
              <a:t> the </a:t>
            </a:r>
            <a:r>
              <a:rPr lang="fr-FR" b="1" dirty="0" err="1">
                <a:solidFill>
                  <a:schemeClr val="tx1"/>
                </a:solidFill>
                <a:latin typeface="Aptos Narrow" panose="020B0004020202020204" pitchFamily="34" charset="0"/>
              </a:rPr>
              <a:t>offer</a:t>
            </a:r>
            <a:r>
              <a:rPr lang="fr-FR" b="1" dirty="0">
                <a:solidFill>
                  <a:schemeClr val="tx1"/>
                </a:solidFill>
                <a:latin typeface="Aptos Narrow" panose="020B0004020202020204" pitchFamily="34" charset="0"/>
              </a:rPr>
              <a:t> on the </a:t>
            </a:r>
            <a:r>
              <a:rPr lang="fr-FR" b="1" dirty="0" err="1">
                <a:solidFill>
                  <a:schemeClr val="tx1"/>
                </a:solidFill>
                <a:latin typeface="Aptos Narrow" panose="020B0004020202020204" pitchFamily="34" charset="0"/>
              </a:rPr>
              <a:t>parc’s</a:t>
            </a:r>
            <a:r>
              <a:rPr lang="fr-FR" b="1" dirty="0">
                <a:solidFill>
                  <a:schemeClr val="tx1"/>
                </a:solidFill>
                <a:latin typeface="Aptos Narrow" panose="020B0004020202020204" pitchFamily="34" charset="0"/>
              </a:rPr>
              <a:t> aqua </a:t>
            </a:r>
            <a:r>
              <a:rPr lang="fr-FR" b="1" dirty="0" err="1">
                <a:solidFill>
                  <a:schemeClr val="tx1"/>
                </a:solidFill>
                <a:latin typeface="Aptos Narrow" panose="020B0004020202020204" pitchFamily="34" charset="0"/>
              </a:rPr>
              <a:t>mundo</a:t>
            </a:r>
            <a:r>
              <a:rPr lang="fr-FR" b="1" dirty="0">
                <a:solidFill>
                  <a:schemeClr val="tx1"/>
                </a:solidFill>
                <a:latin typeface="Aptos Narrow" panose="020B0004020202020204" pitchFamily="34" charset="0"/>
              </a:rPr>
              <a:t>, the more the aqua </a:t>
            </a:r>
            <a:r>
              <a:rPr lang="fr-FR" b="1" dirty="0" err="1">
                <a:solidFill>
                  <a:schemeClr val="tx1"/>
                </a:solidFill>
                <a:latin typeface="Aptos Narrow" panose="020B0004020202020204" pitchFamily="34" charset="0"/>
              </a:rPr>
              <a:t>mundo</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is</a:t>
            </a:r>
            <a:r>
              <a:rPr lang="fr-FR" b="1" dirty="0">
                <a:solidFill>
                  <a:schemeClr val="tx1"/>
                </a:solidFill>
                <a:latin typeface="Aptos Narrow" panose="020B0004020202020204" pitchFamily="34" charset="0"/>
              </a:rPr>
              <a:t> </a:t>
            </a:r>
            <a:r>
              <a:rPr lang="fr-FR" b="1" dirty="0" err="1">
                <a:solidFill>
                  <a:schemeClr val="tx1"/>
                </a:solidFill>
                <a:latin typeface="Aptos Narrow" panose="020B0004020202020204" pitchFamily="34" charset="0"/>
              </a:rPr>
              <a:t>visited</a:t>
            </a:r>
            <a:r>
              <a:rPr lang="fr-FR" b="1" dirty="0">
                <a:solidFill>
                  <a:schemeClr val="tx1"/>
                </a:solidFill>
                <a:latin typeface="Aptos Narrow" panose="020B0004020202020204" pitchFamily="34" charset="0"/>
              </a:rPr>
              <a:t> </a:t>
            </a:r>
            <a:endParaRPr lang="fr-FR" b="1" dirty="0">
              <a:solidFill>
                <a:schemeClr val="tx1"/>
              </a:solidFill>
              <a:latin typeface="+mj-lt"/>
            </a:endParaRPr>
          </a:p>
          <a:p>
            <a:pPr marL="342900" lvl="0" indent="-342900">
              <a:lnSpc>
                <a:spcPct val="150000"/>
              </a:lnSpc>
              <a:buClr>
                <a:srgbClr val="045E51"/>
              </a:buClr>
              <a:buFont typeface="+mj-lt"/>
              <a:buAutoNum type="arabicPeriod"/>
              <a:defRPr/>
            </a:pPr>
            <a:endParaRPr lang="fr-FR" b="1" dirty="0">
              <a:solidFill>
                <a:schemeClr val="tx1"/>
              </a:solidFill>
              <a:latin typeface="+mj-lt"/>
            </a:endParaRPr>
          </a:p>
          <a:p>
            <a:pPr marL="342900" lvl="0" indent="-342900">
              <a:lnSpc>
                <a:spcPct val="150000"/>
              </a:lnSpc>
              <a:buClr>
                <a:srgbClr val="045E51"/>
              </a:buClr>
              <a:buFont typeface="+mj-lt"/>
              <a:buAutoNum type="arabicPeriod"/>
              <a:defRPr/>
            </a:pPr>
            <a:endParaRPr lang="fr-FR" b="1" dirty="0">
              <a:solidFill>
                <a:schemeClr val="tx1"/>
              </a:solidFill>
              <a:cs typeface="Bagoss Standard"/>
            </a:endParaRPr>
          </a:p>
          <a:p>
            <a:pPr marL="0" marR="0" lvl="0" indent="0" algn="l" defTabSz="914400" rtl="0" eaLnBrk="1" fontAlgn="auto" latinLnBrk="0" hangingPunct="1">
              <a:lnSpc>
                <a:spcPct val="150000"/>
              </a:lnSpc>
              <a:spcBef>
                <a:spcPts val="600"/>
              </a:spcBef>
              <a:spcAft>
                <a:spcPts val="600"/>
              </a:spcAft>
              <a:buClr>
                <a:srgbClr val="045E51"/>
              </a:buClr>
              <a:buSzTx/>
              <a:buNone/>
              <a:tabLst/>
              <a:defRPr/>
            </a:pPr>
            <a:endParaRPr kumimoji="0" lang="fr-FR" b="1" i="0" u="none" strike="noStrike" kern="1200" cap="none" spc="0" normalizeH="0" baseline="0" noProof="0" dirty="0">
              <a:ln>
                <a:noFill/>
              </a:ln>
              <a:solidFill>
                <a:schemeClr val="tx1"/>
              </a:solidFill>
              <a:effectLst/>
              <a:uLnTx/>
              <a:uFillTx/>
              <a:latin typeface="+mj-lt"/>
              <a:ea typeface="+mn-ea"/>
              <a:cs typeface="Bagoss Standard"/>
            </a:endParaRPr>
          </a:p>
          <a:p>
            <a:pPr marL="0" marR="0" lvl="0" indent="0" algn="l" defTabSz="914400" rtl="0" eaLnBrk="1" fontAlgn="auto" latinLnBrk="0" hangingPunct="1">
              <a:lnSpc>
                <a:spcPct val="150000"/>
              </a:lnSpc>
              <a:spcBef>
                <a:spcPts val="600"/>
              </a:spcBef>
              <a:spcAft>
                <a:spcPts val="600"/>
              </a:spcAft>
              <a:buClr>
                <a:srgbClr val="045E51"/>
              </a:buClr>
              <a:buSzTx/>
              <a:buNone/>
              <a:tabLst/>
              <a:defRPr/>
            </a:pPr>
            <a:endParaRPr kumimoji="0" lang="fr-FR" b="1" i="0" u="none" strike="noStrike" kern="1200" cap="none" spc="0" normalizeH="0" baseline="0" noProof="0" dirty="0">
              <a:ln>
                <a:noFill/>
              </a:ln>
              <a:solidFill>
                <a:schemeClr val="tx1"/>
              </a:solidFill>
              <a:effectLst/>
              <a:uLnTx/>
              <a:uFillTx/>
              <a:latin typeface="Bagoss Standard"/>
              <a:ea typeface="+mn-ea"/>
              <a:cs typeface="Bagoss Standard"/>
            </a:endParaRPr>
          </a:p>
          <a:p>
            <a:pPr marL="0" marR="0" lvl="0" indent="0" algn="l" defTabSz="914400" rtl="0" eaLnBrk="1" fontAlgn="auto" latinLnBrk="0" hangingPunct="1">
              <a:lnSpc>
                <a:spcPct val="150000"/>
              </a:lnSpc>
              <a:spcBef>
                <a:spcPts val="600"/>
              </a:spcBef>
              <a:spcAft>
                <a:spcPts val="600"/>
              </a:spcAft>
              <a:buClr>
                <a:srgbClr val="045E51"/>
              </a:buClr>
              <a:buSzTx/>
              <a:buNone/>
              <a:tabLst/>
              <a:defRPr/>
            </a:pPr>
            <a:endParaRPr kumimoji="0" lang="fr-FR" b="1" i="0" u="none" strike="noStrike" kern="1200" cap="none" spc="0" normalizeH="0" baseline="0" noProof="0" dirty="0">
              <a:ln>
                <a:noFill/>
              </a:ln>
              <a:solidFill>
                <a:schemeClr val="tx1"/>
              </a:solidFill>
              <a:effectLst/>
              <a:uLnTx/>
              <a:uFillTx/>
              <a:latin typeface="Bagoss Standard"/>
              <a:ea typeface="+mn-ea"/>
              <a:cs typeface="Bagoss Standard"/>
            </a:endParaRPr>
          </a:p>
        </p:txBody>
      </p:sp>
      <p:pic>
        <p:nvPicPr>
          <p:cNvPr id="5" name="Graphique 4" descr="Loupe avec un remplissage uni">
            <a:extLst>
              <a:ext uri="{FF2B5EF4-FFF2-40B4-BE49-F238E27FC236}">
                <a16:creationId xmlns:a16="http://schemas.microsoft.com/office/drawing/2014/main" id="{1CBC9782-C7D8-C611-06AF-6DAB0C44BF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02698" y="5538133"/>
            <a:ext cx="1066121" cy="1066121"/>
          </a:xfrm>
          <a:prstGeom prst="rect">
            <a:avLst/>
          </a:prstGeom>
        </p:spPr>
      </p:pic>
    </p:spTree>
    <p:extLst>
      <p:ext uri="{BB962C8B-B14F-4D97-AF65-F5344CB8AC3E}">
        <p14:creationId xmlns:p14="http://schemas.microsoft.com/office/powerpoint/2010/main" val="679865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Espace réservé pour une image  16">
            <a:extLst>
              <a:ext uri="{FF2B5EF4-FFF2-40B4-BE49-F238E27FC236}">
                <a16:creationId xmlns:a16="http://schemas.microsoft.com/office/drawing/2014/main" id="{3A56BA77-D930-ABAE-2484-4CC05B427FF1}"/>
              </a:ext>
            </a:extLst>
          </p:cNvPr>
          <p:cNvPicPr>
            <a:picLocks noGrp="1" noChangeAspect="1"/>
          </p:cNvPicPr>
          <p:nvPr>
            <p:ph type="pic" sz="quarter" idx="24"/>
          </p:nvPr>
        </p:nvPicPr>
        <p:blipFill>
          <a:blip r:embed="rId2">
            <a:extLst>
              <a:ext uri="{28A0092B-C50C-407E-A947-70E740481C1C}">
                <a14:useLocalDpi xmlns:a14="http://schemas.microsoft.com/office/drawing/2010/main" val="0"/>
              </a:ext>
            </a:extLst>
          </a:blip>
          <a:srcRect l="15719" r="15719"/>
          <a:stretch/>
        </p:blipFill>
        <p:spPr>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rgbClr val="B1EDA6"/>
          </a:solidFill>
        </p:spPr>
      </p:pic>
      <p:sp>
        <p:nvSpPr>
          <p:cNvPr id="3" name="Espace réservé du numéro de diapositive 2">
            <a:extLst>
              <a:ext uri="{FF2B5EF4-FFF2-40B4-BE49-F238E27FC236}">
                <a16:creationId xmlns:a16="http://schemas.microsoft.com/office/drawing/2014/main" id="{069635AE-298F-AB7F-B692-B8A9023DA711}"/>
              </a:ext>
            </a:extLst>
          </p:cNvPr>
          <p:cNvSpPr>
            <a:spLocks noGrp="1"/>
          </p:cNvSpPr>
          <p:nvPr>
            <p:ph type="sldNum" sz="quarter" idx="12"/>
          </p:nvPr>
        </p:nvSpPr>
        <p:spPr/>
        <p:txBody>
          <a:bodyPr/>
          <a:lstStyle/>
          <a:p>
            <a:fld id="{0D2E6A04-B99A-6C4D-8942-945F97C9E705}" type="slidenum">
              <a:rPr lang="en-US" smtClean="0"/>
              <a:pPr/>
              <a:t>5</a:t>
            </a:fld>
            <a:endParaRPr lang="en-US"/>
          </a:p>
        </p:txBody>
      </p:sp>
      <p:sp>
        <p:nvSpPr>
          <p:cNvPr id="4" name="Espace réservé de la date 3">
            <a:extLst>
              <a:ext uri="{FF2B5EF4-FFF2-40B4-BE49-F238E27FC236}">
                <a16:creationId xmlns:a16="http://schemas.microsoft.com/office/drawing/2014/main" id="{43122575-FF4D-4693-0193-429237754402}"/>
              </a:ext>
            </a:extLst>
          </p:cNvPr>
          <p:cNvSpPr>
            <a:spLocks noGrp="1"/>
          </p:cNvSpPr>
          <p:nvPr>
            <p:ph type="dt" sz="half" idx="10"/>
          </p:nvPr>
        </p:nvSpPr>
        <p:spPr/>
        <p:txBody>
          <a:bodyPr/>
          <a:lstStyle/>
          <a:p>
            <a:fld id="{42628A07-F0D7-471C-A13C-E725AF7B83B4}" type="datetime1">
              <a:rPr lang="fr-FR" smtClean="0"/>
              <a:t>24/07/2026</a:t>
            </a:fld>
            <a:endParaRPr lang="en-US"/>
          </a:p>
        </p:txBody>
      </p:sp>
      <p:sp>
        <p:nvSpPr>
          <p:cNvPr id="6" name="Titre 5">
            <a:extLst>
              <a:ext uri="{FF2B5EF4-FFF2-40B4-BE49-F238E27FC236}">
                <a16:creationId xmlns:a16="http://schemas.microsoft.com/office/drawing/2014/main" id="{059045DE-54FE-37D5-BB8D-A3439F675D32}"/>
              </a:ext>
            </a:extLst>
          </p:cNvPr>
          <p:cNvSpPr>
            <a:spLocks noGrp="1"/>
          </p:cNvSpPr>
          <p:nvPr>
            <p:ph type="title"/>
          </p:nvPr>
        </p:nvSpPr>
        <p:spPr/>
        <p:txBody>
          <a:bodyPr/>
          <a:lstStyle/>
          <a:p>
            <a:r>
              <a:rPr lang="en-US"/>
              <a:t>Frequency of visits and central role of the Aqua Mundo</a:t>
            </a:r>
            <a:endParaRPr lang="fr-FR"/>
          </a:p>
        </p:txBody>
      </p:sp>
      <p:sp>
        <p:nvSpPr>
          <p:cNvPr id="9" name="Tijdelijke aanduiding voor tekst 5">
            <a:extLst>
              <a:ext uri="{FF2B5EF4-FFF2-40B4-BE49-F238E27FC236}">
                <a16:creationId xmlns:a16="http://schemas.microsoft.com/office/drawing/2014/main" id="{DEDB0EA1-8877-09A8-8584-B83955F53CEE}"/>
              </a:ext>
            </a:extLst>
          </p:cNvPr>
          <p:cNvSpPr txBox="1">
            <a:spLocks/>
          </p:cNvSpPr>
          <p:nvPr/>
        </p:nvSpPr>
        <p:spPr>
          <a:xfrm>
            <a:off x="799899" y="1351278"/>
            <a:ext cx="5296101" cy="4811981"/>
          </a:xfrm>
          <a:prstGeom prst="rect">
            <a:avLst/>
          </a:prstGeom>
        </p:spPr>
        <p:txBody>
          <a:bodyPr vert="horz" lIns="0" tIns="0" rIns="0" bIns="0" rtlCol="0" anchor="t">
            <a:noAutofit/>
          </a:bodyPr>
          <a:lstStyle>
            <a:lvl1pPr marL="266700" indent="-266700" algn="l" defTabSz="914400" rtl="0" eaLnBrk="1" latinLnBrk="0" hangingPunct="1">
              <a:lnSpc>
                <a:spcPct val="90000"/>
              </a:lnSpc>
              <a:spcBef>
                <a:spcPts val="600"/>
              </a:spcBef>
              <a:spcAft>
                <a:spcPts val="600"/>
              </a:spcAft>
              <a:buClr>
                <a:schemeClr val="bg2"/>
              </a:buClr>
              <a:buFontTx/>
              <a:buBlip>
                <a:blip>
                  <a:extLst>
                    <a:ext uri="{96DAC541-7B7A-43D3-8B79-37D633B846F1}">
                      <asvg:svgBlip xmlns:asvg="http://schemas.microsoft.com/office/drawing/2016/SVG/main" r:embed="rId3"/>
                    </a:ext>
                  </a:extLst>
                </a:blip>
              </a:buBlip>
              <a:tabLst/>
              <a:defRPr sz="1600" kern="1200">
                <a:solidFill>
                  <a:schemeClr val="tx2"/>
                </a:solidFill>
                <a:latin typeface="+mn-lt"/>
                <a:ea typeface="+mn-ea"/>
                <a:cs typeface="+mn-cs"/>
              </a:defRPr>
            </a:lvl1pPr>
            <a:lvl2pPr marL="533400" indent="-266700" algn="l" defTabSz="914400" rtl="0" eaLnBrk="1" latinLnBrk="0" hangingPunct="1">
              <a:lnSpc>
                <a:spcPct val="90000"/>
              </a:lnSpc>
              <a:spcBef>
                <a:spcPts val="600"/>
              </a:spcBef>
              <a:spcAft>
                <a:spcPts val="600"/>
              </a:spcAft>
              <a:buFontTx/>
              <a:buBlip>
                <a:blip>
                  <a:extLst>
                    <a:ext uri="{96DAC541-7B7A-43D3-8B79-37D633B846F1}">
                      <asvg:svgBlip xmlns:asvg="http://schemas.microsoft.com/office/drawing/2016/SVG/main" r:embed="rId3"/>
                    </a:ext>
                  </a:extLst>
                </a:blip>
              </a:buBlip>
              <a:tabLst/>
              <a:defRPr sz="1600" kern="1200">
                <a:solidFill>
                  <a:schemeClr val="tx2"/>
                </a:solidFill>
                <a:latin typeface="+mn-lt"/>
                <a:ea typeface="+mn-ea"/>
                <a:cs typeface="+mn-cs"/>
              </a:defRPr>
            </a:lvl2pPr>
            <a:lvl3pPr marL="800100" indent="-266700" algn="l" defTabSz="914400" rtl="0" eaLnBrk="1" latinLnBrk="0" hangingPunct="1">
              <a:lnSpc>
                <a:spcPct val="90000"/>
              </a:lnSpc>
              <a:spcBef>
                <a:spcPts val="600"/>
              </a:spcBef>
              <a:spcAft>
                <a:spcPts val="600"/>
              </a:spcAft>
              <a:buClr>
                <a:schemeClr val="tx2"/>
              </a:buClr>
              <a:buFont typeface="Systeemlettertype regulier"/>
              <a:buChar char="⎼"/>
              <a:tabLst/>
              <a:defRPr sz="14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n-lt"/>
                <a:ea typeface="+mn-ea"/>
                <a:cs typeface="+mn-cs"/>
              </a:defRPr>
            </a:lvl4pPr>
            <a:lvl5pPr marL="7938" indent="0" algn="l" defTabSz="914400" rtl="0" eaLnBrk="1" latinLnBrk="0" hangingPunct="1">
              <a:lnSpc>
                <a:spcPct val="90000"/>
              </a:lnSpc>
              <a:spcBef>
                <a:spcPts val="600"/>
              </a:spcBef>
              <a:spcAft>
                <a:spcPts val="600"/>
              </a:spcAft>
              <a:buFont typeface="Arial" panose="020B0604020202020204" pitchFamily="34" charset="0"/>
              <a:buNone/>
              <a:tabLst/>
              <a:defRPr sz="2400" kern="1200">
                <a:solidFill>
                  <a:schemeClr val="tx2"/>
                </a:solidFill>
                <a:latin typeface="+mj-lt"/>
                <a:ea typeface="+mn-ea"/>
                <a:cs typeface="+mn-cs"/>
              </a:defRPr>
            </a:lvl5pPr>
            <a:lvl6pPr marL="7938"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j-lt"/>
                <a:ea typeface="+mn-ea"/>
                <a:cs typeface="+mn-cs"/>
              </a:defRPr>
            </a:lvl6pPr>
            <a:lvl7pPr marL="355600" indent="-352425" algn="l" defTabSz="914400" rtl="0" eaLnBrk="1" latinLnBrk="0" hangingPunct="1">
              <a:lnSpc>
                <a:spcPct val="90000"/>
              </a:lnSpc>
              <a:spcBef>
                <a:spcPts val="600"/>
              </a:spcBef>
              <a:spcAft>
                <a:spcPts val="600"/>
              </a:spcAft>
              <a:buFont typeface="+mj-lt"/>
              <a:buAutoNum type="arabicPeriod"/>
              <a:tabLst/>
              <a:defRPr sz="1600" kern="1200">
                <a:solidFill>
                  <a:schemeClr val="tx2"/>
                </a:solidFill>
                <a:latin typeface="+mn-lt"/>
                <a:ea typeface="+mn-ea"/>
                <a:cs typeface="+mn-cs"/>
              </a:defRPr>
            </a:lvl7pPr>
            <a:lvl8pPr marL="355600" indent="-352425" algn="l" defTabSz="914400" rtl="0" eaLnBrk="1" latinLnBrk="0" hangingPunct="1">
              <a:lnSpc>
                <a:spcPct val="90000"/>
              </a:lnSpc>
              <a:spcBef>
                <a:spcPts val="600"/>
              </a:spcBef>
              <a:spcAft>
                <a:spcPts val="600"/>
              </a:spcAft>
              <a:buFont typeface="+mj-lt"/>
              <a:buAutoNum type="alphaLcPeriod"/>
              <a:tabLst/>
              <a:defRPr sz="1600" kern="1200">
                <a:solidFill>
                  <a:schemeClr val="tx2"/>
                </a:solidFill>
                <a:latin typeface="+mn-lt"/>
                <a:ea typeface="+mn-ea"/>
                <a:cs typeface="+mn-cs"/>
              </a:defRPr>
            </a:lvl8pPr>
            <a:lvl9pPr marL="3175" indent="0" algn="l" defTabSz="914400" rtl="0" eaLnBrk="1" latinLnBrk="0" hangingPunct="1">
              <a:lnSpc>
                <a:spcPct val="90000"/>
              </a:lnSpc>
              <a:spcBef>
                <a:spcPts val="600"/>
              </a:spcBef>
              <a:spcAft>
                <a:spcPts val="600"/>
              </a:spcAft>
              <a:buFont typeface="Arial" panose="020B0604020202020204" pitchFamily="34" charset="0"/>
              <a:buNone/>
              <a:tabLst/>
              <a:defRPr sz="1200" i="1" kern="1200">
                <a:solidFill>
                  <a:schemeClr val="bg1">
                    <a:lumMod val="65000"/>
                  </a:schemeClr>
                </a:solidFill>
                <a:latin typeface="+mn-lt"/>
                <a:ea typeface="+mn-ea"/>
                <a:cs typeface="+mn-cs"/>
              </a:defRPr>
            </a:lvl9pPr>
          </a:lstStyle>
          <a:p>
            <a:pPr marL="0" lvl="0" indent="0">
              <a:buClr>
                <a:srgbClr val="045E51"/>
              </a:buClr>
              <a:buNone/>
              <a:defRPr/>
            </a:pPr>
            <a:r>
              <a:rPr lang="fr-FR" b="1" dirty="0">
                <a:solidFill>
                  <a:schemeClr val="tx1"/>
                </a:solidFill>
                <a:latin typeface="+mj-lt"/>
              </a:rPr>
              <a:t>Frequency of </a:t>
            </a:r>
            <a:r>
              <a:rPr lang="fr-FR" b="1" dirty="0" err="1">
                <a:solidFill>
                  <a:schemeClr val="tx1"/>
                </a:solidFill>
                <a:latin typeface="+mj-lt"/>
              </a:rPr>
              <a:t>visits</a:t>
            </a:r>
            <a:endParaRPr kumimoji="0" lang="fr-FR" sz="1600" b="1" i="0" u="none" strike="noStrike" kern="1200" cap="none" spc="0" normalizeH="0" baseline="0" noProof="0" dirty="0">
              <a:ln>
                <a:noFill/>
              </a:ln>
              <a:solidFill>
                <a:schemeClr val="tx1"/>
              </a:solidFill>
              <a:effectLst/>
              <a:uLnTx/>
              <a:uFillTx/>
              <a:latin typeface="+mj-lt"/>
              <a:ea typeface="+mn-ea"/>
              <a:cs typeface="Bagoss Standard"/>
            </a:endParaRPr>
          </a:p>
          <a:p>
            <a:pPr lvl="0">
              <a:buClr>
                <a:srgbClr val="045E51"/>
              </a:buClr>
              <a:defRPr/>
            </a:pPr>
            <a:r>
              <a:rPr lang="en-US" dirty="0">
                <a:solidFill>
                  <a:schemeClr val="tx1"/>
                </a:solidFill>
                <a:latin typeface="+mj-lt"/>
                <a:cs typeface="Bagoss Standard"/>
              </a:rPr>
              <a:t>73.2% visit Aqua Mundo every day or </a:t>
            </a:r>
            <a:r>
              <a:rPr kumimoji="0" lang="fr-FR" sz="1600" i="0" u="none" strike="noStrike" kern="1200" cap="none" spc="0" normalizeH="0" baseline="0" noProof="0" dirty="0">
                <a:ln>
                  <a:noFill/>
                </a:ln>
                <a:solidFill>
                  <a:schemeClr val="tx1"/>
                </a:solidFill>
                <a:effectLst/>
                <a:uLnTx/>
                <a:uFillTx/>
                <a:latin typeface="+mj-lt"/>
                <a:ea typeface="+mn-ea"/>
                <a:cs typeface="Bagoss Standard"/>
              </a:rPr>
              <a:t>+</a:t>
            </a:r>
          </a:p>
          <a:p>
            <a:pPr lvl="1">
              <a:buClr>
                <a:srgbClr val="045E51"/>
              </a:buClr>
              <a:buFont typeface="Arial" panose="020B0604020202020204" pitchFamily="34" charset="0"/>
              <a:buChar char="•"/>
              <a:defRPr/>
            </a:pPr>
            <a:r>
              <a:rPr lang="en-US" dirty="0">
                <a:solidFill>
                  <a:schemeClr val="tx1"/>
                </a:solidFill>
                <a:latin typeface="+mj-lt"/>
                <a:cs typeface="Bagoss Standard"/>
              </a:rPr>
              <a:t>59.5%: visit 1 time/day
13.7%: visit several times a day</a:t>
            </a:r>
            <a:r>
              <a:rPr lang="fr-FR" dirty="0">
                <a:solidFill>
                  <a:schemeClr val="tx1"/>
                </a:solidFill>
                <a:latin typeface="+mj-lt"/>
                <a:cs typeface="Bagoss Standard"/>
              </a:rPr>
              <a:t> </a:t>
            </a:r>
          </a:p>
          <a:p>
            <a:pPr lvl="0">
              <a:buClr>
                <a:srgbClr val="045E51"/>
              </a:buClr>
              <a:defRPr/>
            </a:pPr>
            <a:r>
              <a:rPr lang="en-US" dirty="0">
                <a:solidFill>
                  <a:schemeClr val="tx1"/>
                </a:solidFill>
                <a:latin typeface="+mj-lt"/>
                <a:cs typeface="Bagoss Standard"/>
              </a:rPr>
              <a:t>18.6%: visit 1 time during the stay
8.2%: do not visit Aqua Mundo</a:t>
            </a:r>
            <a:r>
              <a:rPr kumimoji="0" lang="fr-FR" sz="1600" i="0" u="none" strike="noStrike" kern="1200" cap="none" spc="0" normalizeH="0" baseline="0" noProof="0" dirty="0">
                <a:ln>
                  <a:noFill/>
                </a:ln>
                <a:solidFill>
                  <a:schemeClr val="tx1"/>
                </a:solidFill>
                <a:effectLst/>
                <a:uLnTx/>
                <a:uFillTx/>
                <a:latin typeface="+mj-lt"/>
                <a:ea typeface="+mn-ea"/>
                <a:cs typeface="Bagoss Standard"/>
              </a:rPr>
              <a:t> </a:t>
            </a: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lang="fr-FR" dirty="0">
              <a:solidFill>
                <a:schemeClr val="tx1"/>
              </a:solidFill>
              <a:latin typeface="+mj-lt"/>
              <a:cs typeface="Bagoss Standard"/>
            </a:endParaRPr>
          </a:p>
          <a:p>
            <a:pPr marL="0" lvl="0" indent="0">
              <a:buClr>
                <a:srgbClr val="045E51"/>
              </a:buClr>
              <a:buNone/>
              <a:defRPr/>
            </a:pPr>
            <a:r>
              <a:rPr lang="fr-FR" b="1" dirty="0">
                <a:solidFill>
                  <a:schemeClr val="tx1"/>
                </a:solidFill>
                <a:latin typeface="+mj-lt"/>
                <a:cs typeface="Bagoss Standard"/>
              </a:rPr>
              <a:t>Mode of </a:t>
            </a:r>
            <a:r>
              <a:rPr lang="fr-FR" b="1" dirty="0" err="1">
                <a:solidFill>
                  <a:schemeClr val="tx1"/>
                </a:solidFill>
                <a:latin typeface="+mj-lt"/>
                <a:cs typeface="Bagoss Standard"/>
              </a:rPr>
              <a:t>visit</a:t>
            </a:r>
            <a:endParaRPr kumimoji="0" lang="fr-FR" sz="1600" b="1" i="0" u="none" strike="noStrike" kern="1200" cap="none" spc="0" normalizeH="0" baseline="0" noProof="0" dirty="0">
              <a:ln>
                <a:noFill/>
              </a:ln>
              <a:solidFill>
                <a:schemeClr val="tx1"/>
              </a:solidFill>
              <a:effectLst/>
              <a:uLnTx/>
              <a:uFillTx/>
              <a:latin typeface="+mj-lt"/>
              <a:ea typeface="+mn-ea"/>
              <a:cs typeface="Bagoss Standard"/>
            </a:endParaRPr>
          </a:p>
          <a:p>
            <a:pPr lvl="0">
              <a:buClr>
                <a:srgbClr val="045E51"/>
              </a:buClr>
              <a:defRPr/>
            </a:pPr>
            <a:r>
              <a:rPr lang="en-US" dirty="0">
                <a:solidFill>
                  <a:schemeClr val="tx1"/>
                </a:solidFill>
                <a:latin typeface="+mj-lt"/>
                <a:cs typeface="Bagoss Standard"/>
              </a:rPr>
              <a:t>81.6% in groups (mostly family)
18.4% alone</a:t>
            </a:r>
            <a:r>
              <a:rPr kumimoji="0" lang="fr-FR" sz="1600" i="0" u="none" strike="noStrike" kern="1200" cap="none" spc="0" normalizeH="0" baseline="0" noProof="0" dirty="0">
                <a:ln>
                  <a:noFill/>
                </a:ln>
                <a:solidFill>
                  <a:schemeClr val="tx1"/>
                </a:solidFill>
                <a:effectLst/>
                <a:uLnTx/>
                <a:uFillTx/>
                <a:latin typeface="+mj-lt"/>
                <a:ea typeface="+mn-ea"/>
                <a:cs typeface="Bagoss Standard"/>
              </a:rPr>
              <a:t> </a:t>
            </a:r>
          </a:p>
          <a:p>
            <a:pPr marL="266700" marR="0" lvl="0" indent="-266700" algn="l" defTabSz="914400" rtl="0" eaLnBrk="1" fontAlgn="auto" latinLnBrk="0" hangingPunct="1">
              <a:lnSpc>
                <a:spcPct val="90000"/>
              </a:lnSpc>
              <a:spcBef>
                <a:spcPts val="600"/>
              </a:spcBef>
              <a:spcAft>
                <a:spcPts val="600"/>
              </a:spcAft>
              <a:buClr>
                <a:srgbClr val="045E51"/>
              </a:buClr>
              <a:buSzTx/>
              <a:buFontTx/>
              <a:buBlip>
                <a:blip>
                  <a:extLst>
                    <a:ext uri="{96DAC541-7B7A-43D3-8B79-37D633B846F1}">
                      <asvg:svgBlip xmlns:asvg="http://schemas.microsoft.com/office/drawing/2016/SVG/main" r:embed="rId3"/>
                    </a:ext>
                  </a:extLst>
                </a:blip>
              </a:buBlip>
              <a:tabLst/>
              <a:defRPr/>
            </a:pPr>
            <a:endParaRPr lang="fr-FR" dirty="0">
              <a:solidFill>
                <a:schemeClr val="tx1"/>
              </a:solidFill>
              <a:latin typeface="+mj-lt"/>
              <a:cs typeface="Bagoss Standard"/>
            </a:endParaRPr>
          </a:p>
          <a:p>
            <a:pPr marL="0" lvl="0" indent="0">
              <a:buClr>
                <a:srgbClr val="045E51"/>
              </a:buClr>
              <a:buNone/>
              <a:defRPr/>
            </a:pPr>
            <a:r>
              <a:rPr kumimoji="0" lang="fr-FR" sz="1600" b="1" i="0" u="none" strike="noStrike" kern="1200" cap="none" spc="0" normalizeH="0" baseline="0" noProof="0" dirty="0">
                <a:ln>
                  <a:noFill/>
                </a:ln>
                <a:solidFill>
                  <a:schemeClr val="tx1"/>
                </a:solidFill>
                <a:effectLst/>
                <a:uLnTx/>
                <a:uFillTx/>
                <a:latin typeface="+mj-lt"/>
                <a:ea typeface="+mn-ea"/>
                <a:cs typeface="Bagoss Standard"/>
              </a:rPr>
              <a:t>Key Insights </a:t>
            </a:r>
            <a:r>
              <a:rPr kumimoji="0" lang="fr-FR" sz="1600" i="0" u="none" strike="noStrike" kern="1200" cap="none" spc="0" normalizeH="0" baseline="0" noProof="0" dirty="0">
                <a:ln>
                  <a:noFill/>
                </a:ln>
                <a:solidFill>
                  <a:schemeClr val="tx1"/>
                </a:solidFill>
                <a:effectLst/>
                <a:uLnTx/>
                <a:uFillTx/>
                <a:latin typeface="+mj-lt"/>
                <a:ea typeface="+mn-ea"/>
                <a:cs typeface="Bagoss Standard"/>
              </a:rPr>
              <a:t>: </a:t>
            </a:r>
            <a:r>
              <a:rPr lang="en-US" dirty="0">
                <a:solidFill>
                  <a:schemeClr val="tx1"/>
                </a:solidFill>
                <a:latin typeface="+mj-lt"/>
                <a:cs typeface="Bagoss Standard"/>
              </a:rPr>
              <a:t>The Aqua Mundo is a pillar of the Center Parcs experience        91.8 % visit the aqua </a:t>
            </a:r>
            <a:r>
              <a:rPr lang="en-US" dirty="0" err="1">
                <a:solidFill>
                  <a:schemeClr val="tx1"/>
                </a:solidFill>
                <a:latin typeface="+mj-lt"/>
                <a:cs typeface="Bagoss Standard"/>
              </a:rPr>
              <a:t>mundo</a:t>
            </a:r>
            <a:r>
              <a:rPr lang="en-US" dirty="0">
                <a:solidFill>
                  <a:schemeClr val="tx1"/>
                </a:solidFill>
                <a:latin typeface="+mj-lt"/>
                <a:cs typeface="Bagoss Standard"/>
              </a:rPr>
              <a:t> </a:t>
            </a:r>
            <a:r>
              <a:rPr lang="en-US" dirty="0" err="1">
                <a:solidFill>
                  <a:schemeClr val="tx1"/>
                </a:solidFill>
                <a:latin typeface="+mj-lt"/>
                <a:cs typeface="Bagoss Standard"/>
              </a:rPr>
              <a:t>atleast</a:t>
            </a:r>
            <a:r>
              <a:rPr lang="en-US" dirty="0">
                <a:solidFill>
                  <a:schemeClr val="tx1"/>
                </a:solidFill>
                <a:latin typeface="+mj-lt"/>
                <a:cs typeface="Bagoss Standard"/>
              </a:rPr>
              <a:t> once during the stay</a:t>
            </a:r>
            <a:endParaRPr kumimoji="0" lang="fr-FR" sz="1600" i="0" u="none" strike="noStrike" kern="1200" cap="none" spc="0" normalizeH="0" baseline="0" noProof="0" dirty="0">
              <a:ln>
                <a:noFill/>
              </a:ln>
              <a:solidFill>
                <a:schemeClr val="tx1"/>
              </a:solidFill>
              <a:effectLst/>
              <a:uLnTx/>
              <a:uFillTx/>
              <a:latin typeface="+mj-lt"/>
              <a:ea typeface="+mn-ea"/>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600" i="0" u="none" strike="noStrike" kern="1200" cap="none" spc="0" normalizeH="0" baseline="0" noProof="0" dirty="0">
              <a:ln>
                <a:noFill/>
              </a:ln>
              <a:solidFill>
                <a:schemeClr val="tx1"/>
              </a:solidFill>
              <a:effectLst/>
              <a:uLnTx/>
              <a:uFillTx/>
              <a:latin typeface="Bagoss Standard"/>
              <a:ea typeface="+mn-ea"/>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600" i="0" u="none" strike="noStrike" kern="1200" cap="none" spc="0" normalizeH="0" baseline="0" noProof="0" dirty="0">
              <a:ln>
                <a:noFill/>
              </a:ln>
              <a:solidFill>
                <a:schemeClr val="tx1"/>
              </a:solidFill>
              <a:effectLst/>
              <a:uLnTx/>
              <a:uFillTx/>
              <a:latin typeface="Bagoss Standard"/>
              <a:ea typeface="+mn-ea"/>
              <a:cs typeface="Bagoss Standard"/>
            </a:endParaRPr>
          </a:p>
        </p:txBody>
      </p:sp>
      <p:cxnSp>
        <p:nvCxnSpPr>
          <p:cNvPr id="20" name="Connecteur droit avec flèche 19">
            <a:extLst>
              <a:ext uri="{FF2B5EF4-FFF2-40B4-BE49-F238E27FC236}">
                <a16:creationId xmlns:a16="http://schemas.microsoft.com/office/drawing/2014/main" id="{1173592B-90CC-87E4-27DD-3035C8A908EB}"/>
              </a:ext>
            </a:extLst>
          </p:cNvPr>
          <p:cNvCxnSpPr/>
          <p:nvPr/>
        </p:nvCxnSpPr>
        <p:spPr>
          <a:xfrm>
            <a:off x="2383971" y="5780314"/>
            <a:ext cx="3483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9890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9D24A-2DFC-CB2E-05B4-6EFF00E5B188}"/>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EDC99F8-8A3F-43E7-82AC-44914945387F}"/>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6</a:t>
            </a:fld>
            <a:endParaRPr lang="en-US"/>
          </a:p>
        </p:txBody>
      </p:sp>
      <p:sp>
        <p:nvSpPr>
          <p:cNvPr id="4" name="Espace réservé de la date 3">
            <a:extLst>
              <a:ext uri="{FF2B5EF4-FFF2-40B4-BE49-F238E27FC236}">
                <a16:creationId xmlns:a16="http://schemas.microsoft.com/office/drawing/2014/main" id="{2E52F939-9720-B8C5-A595-21628D454D83}"/>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C39F9CA1-AA23-6414-D38E-5859D7F473A6}"/>
              </a:ext>
            </a:extLst>
          </p:cNvPr>
          <p:cNvSpPr>
            <a:spLocks noGrp="1"/>
          </p:cNvSpPr>
          <p:nvPr>
            <p:ph type="title"/>
          </p:nvPr>
        </p:nvSpPr>
        <p:spPr>
          <a:xfrm>
            <a:off x="334963" y="303238"/>
            <a:ext cx="10277583" cy="487938"/>
          </a:xfrm>
        </p:spPr>
        <p:txBody>
          <a:bodyPr lIns="0" tIns="0" rIns="0" bIns="0" anchor="ctr" anchorCtr="0">
            <a:normAutofit/>
          </a:bodyPr>
          <a:lstStyle/>
          <a:p>
            <a:r>
              <a:rPr lang="en-US"/>
              <a:t>Frequency of visits (Country analysis)</a:t>
            </a:r>
            <a:endParaRPr lang="fr-FR"/>
          </a:p>
        </p:txBody>
      </p:sp>
      <p:sp>
        <p:nvSpPr>
          <p:cNvPr id="10" name="Rectangle : coins arrondis 9">
            <a:extLst>
              <a:ext uri="{FF2B5EF4-FFF2-40B4-BE49-F238E27FC236}">
                <a16:creationId xmlns:a16="http://schemas.microsoft.com/office/drawing/2014/main" id="{24AC0C6B-EA2B-49FB-64F4-A68E20569623}"/>
              </a:ext>
            </a:extLst>
          </p:cNvPr>
          <p:cNvSpPr/>
          <p:nvPr/>
        </p:nvSpPr>
        <p:spPr>
          <a:xfrm>
            <a:off x="334962" y="1298888"/>
            <a:ext cx="4632963" cy="744717"/>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400" b="1"/>
              <a:t>92% </a:t>
            </a:r>
            <a:r>
              <a:rPr lang="fr-FR" sz="1400"/>
              <a:t>(19% + 60% + 14%) </a:t>
            </a:r>
            <a:r>
              <a:rPr lang="fr-FR" sz="1400" err="1"/>
              <a:t>visit</a:t>
            </a:r>
            <a:r>
              <a:rPr lang="fr-FR" sz="1400"/>
              <a:t> the </a:t>
            </a:r>
            <a:r>
              <a:rPr lang="fr-FR" sz="1400" err="1"/>
              <a:t>the</a:t>
            </a:r>
            <a:r>
              <a:rPr lang="fr-FR" sz="1400"/>
              <a:t> Aqua Mundo </a:t>
            </a:r>
            <a:r>
              <a:rPr lang="fr-FR" sz="1400" err="1"/>
              <a:t>atleast</a:t>
            </a:r>
            <a:r>
              <a:rPr lang="fr-FR" sz="1400"/>
              <a:t> once </a:t>
            </a:r>
            <a:r>
              <a:rPr lang="fr-FR" sz="1400" err="1"/>
              <a:t>during</a:t>
            </a:r>
            <a:r>
              <a:rPr lang="fr-FR" sz="1400"/>
              <a:t> the </a:t>
            </a:r>
            <a:r>
              <a:rPr lang="fr-FR" sz="1400" err="1"/>
              <a:t>stay</a:t>
            </a:r>
            <a:endParaRPr lang="fr-FR" sz="1400"/>
          </a:p>
        </p:txBody>
      </p:sp>
      <p:sp>
        <p:nvSpPr>
          <p:cNvPr id="12" name="Rectangle : coins arrondis 11">
            <a:extLst>
              <a:ext uri="{FF2B5EF4-FFF2-40B4-BE49-F238E27FC236}">
                <a16:creationId xmlns:a16="http://schemas.microsoft.com/office/drawing/2014/main" id="{1065871B-B68D-B371-DA2D-67932F7671E4}"/>
              </a:ext>
            </a:extLst>
          </p:cNvPr>
          <p:cNvSpPr/>
          <p:nvPr/>
        </p:nvSpPr>
        <p:spPr>
          <a:xfrm>
            <a:off x="334960" y="2498280"/>
            <a:ext cx="4632963" cy="744717"/>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bg1"/>
                </a:solidFill>
                <a:cs typeface="Bagoss Standard"/>
              </a:rPr>
              <a:t>FR </a:t>
            </a:r>
            <a:r>
              <a:rPr lang="en-US" sz="1400">
                <a:solidFill>
                  <a:schemeClr val="bg1"/>
                </a:solidFill>
                <a:cs typeface="Bagoss Standard"/>
              </a:rPr>
              <a:t>has the highest % of guests who visit the aqua mundo several times a day </a:t>
            </a:r>
            <a:r>
              <a:rPr lang="en-US" sz="1400" b="1">
                <a:solidFill>
                  <a:schemeClr val="bg1"/>
                </a:solidFill>
                <a:cs typeface="Bagoss Standard"/>
              </a:rPr>
              <a:t>(33%)</a:t>
            </a:r>
          </a:p>
        </p:txBody>
      </p:sp>
      <p:sp>
        <p:nvSpPr>
          <p:cNvPr id="13" name="Rectangle : coins arrondis 12">
            <a:extLst>
              <a:ext uri="{FF2B5EF4-FFF2-40B4-BE49-F238E27FC236}">
                <a16:creationId xmlns:a16="http://schemas.microsoft.com/office/drawing/2014/main" id="{EDA104C7-1652-B5F8-B12E-A6A06FC853A5}"/>
              </a:ext>
            </a:extLst>
          </p:cNvPr>
          <p:cNvSpPr/>
          <p:nvPr/>
        </p:nvSpPr>
        <p:spPr>
          <a:xfrm>
            <a:off x="334960" y="3739369"/>
            <a:ext cx="4632963" cy="998279"/>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bg1"/>
                </a:solidFill>
                <a:cs typeface="Bagoss Standard"/>
              </a:rPr>
              <a:t>NL </a:t>
            </a:r>
            <a:r>
              <a:rPr lang="en-US" sz="1400">
                <a:solidFill>
                  <a:schemeClr val="bg1"/>
                </a:solidFill>
                <a:cs typeface="Bagoss Standard"/>
              </a:rPr>
              <a:t>has the highest % of guests who do not visit the aqua mundo during their stay </a:t>
            </a:r>
            <a:r>
              <a:rPr lang="en-US" sz="1400" b="1">
                <a:solidFill>
                  <a:schemeClr val="bg1"/>
                </a:solidFill>
                <a:cs typeface="Bagoss Standard"/>
              </a:rPr>
              <a:t>(13%)</a:t>
            </a:r>
          </a:p>
        </p:txBody>
      </p:sp>
      <p:sp>
        <p:nvSpPr>
          <p:cNvPr id="14" name="Flèche : bas 13">
            <a:extLst>
              <a:ext uri="{FF2B5EF4-FFF2-40B4-BE49-F238E27FC236}">
                <a16:creationId xmlns:a16="http://schemas.microsoft.com/office/drawing/2014/main" id="{D494F136-9283-65EA-D45E-EC0229D75758}"/>
              </a:ext>
            </a:extLst>
          </p:cNvPr>
          <p:cNvSpPr/>
          <p:nvPr/>
        </p:nvSpPr>
        <p:spPr>
          <a:xfrm>
            <a:off x="2448765" y="2098678"/>
            <a:ext cx="407558" cy="344529"/>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 bas 15">
            <a:extLst>
              <a:ext uri="{FF2B5EF4-FFF2-40B4-BE49-F238E27FC236}">
                <a16:creationId xmlns:a16="http://schemas.microsoft.com/office/drawing/2014/main" id="{B34151A8-2BB1-DE45-0478-2F1CEC998F90}"/>
              </a:ext>
            </a:extLst>
          </p:cNvPr>
          <p:cNvSpPr/>
          <p:nvPr/>
        </p:nvSpPr>
        <p:spPr>
          <a:xfrm>
            <a:off x="2446559" y="3298070"/>
            <a:ext cx="407558" cy="386499"/>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ABB86735-D2DA-48D1-30FB-5C9E8478AFA2}"/>
              </a:ext>
            </a:extLst>
          </p:cNvPr>
          <p:cNvSpPr/>
          <p:nvPr/>
        </p:nvSpPr>
        <p:spPr>
          <a:xfrm>
            <a:off x="333856" y="5234020"/>
            <a:ext cx="4632963" cy="84729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bg1"/>
                </a:solidFill>
                <a:cs typeface="Bagoss Standard"/>
              </a:rPr>
              <a:t>NL </a:t>
            </a:r>
            <a:r>
              <a:rPr lang="en-US" sz="1400">
                <a:solidFill>
                  <a:schemeClr val="bg1"/>
                </a:solidFill>
                <a:cs typeface="Bagoss Standard"/>
              </a:rPr>
              <a:t>has the highest number of respondents </a:t>
            </a:r>
          </a:p>
        </p:txBody>
      </p:sp>
      <p:sp>
        <p:nvSpPr>
          <p:cNvPr id="21" name="Flèche : bas 20">
            <a:extLst>
              <a:ext uri="{FF2B5EF4-FFF2-40B4-BE49-F238E27FC236}">
                <a16:creationId xmlns:a16="http://schemas.microsoft.com/office/drawing/2014/main" id="{97D84B46-2D52-8FD9-1707-14CA258E599F}"/>
              </a:ext>
            </a:extLst>
          </p:cNvPr>
          <p:cNvSpPr/>
          <p:nvPr/>
        </p:nvSpPr>
        <p:spPr>
          <a:xfrm>
            <a:off x="2446559" y="4792448"/>
            <a:ext cx="407558" cy="338702"/>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 name="Tableau 1">
            <a:extLst>
              <a:ext uri="{FF2B5EF4-FFF2-40B4-BE49-F238E27FC236}">
                <a16:creationId xmlns:a16="http://schemas.microsoft.com/office/drawing/2014/main" id="{82ED433D-CD98-0999-7445-5246EE00BEAA}"/>
              </a:ext>
            </a:extLst>
          </p:cNvPr>
          <p:cNvGraphicFramePr>
            <a:graphicFrameLocks noGrp="1"/>
          </p:cNvGraphicFramePr>
          <p:nvPr>
            <p:extLst>
              <p:ext uri="{D42A27DB-BD31-4B8C-83A1-F6EECF244321}">
                <p14:modId xmlns:p14="http://schemas.microsoft.com/office/powerpoint/2010/main" val="65648046"/>
              </p:ext>
            </p:extLst>
          </p:nvPr>
        </p:nvGraphicFramePr>
        <p:xfrm>
          <a:off x="6096000" y="2098678"/>
          <a:ext cx="5488896" cy="2869168"/>
        </p:xfrm>
        <a:graphic>
          <a:graphicData uri="http://schemas.openxmlformats.org/drawingml/2006/table">
            <a:tbl>
              <a:tblPr firstRow="1" bandRow="1">
                <a:tableStyleId>{5C22544A-7EE6-4342-B048-85BDC9FD1C3A}</a:tableStyleId>
              </a:tblPr>
              <a:tblGrid>
                <a:gridCol w="1124883">
                  <a:extLst>
                    <a:ext uri="{9D8B030D-6E8A-4147-A177-3AD203B41FA5}">
                      <a16:colId xmlns:a16="http://schemas.microsoft.com/office/drawing/2014/main" val="3763469931"/>
                    </a:ext>
                  </a:extLst>
                </a:gridCol>
                <a:gridCol w="783771">
                  <a:extLst>
                    <a:ext uri="{9D8B030D-6E8A-4147-A177-3AD203B41FA5}">
                      <a16:colId xmlns:a16="http://schemas.microsoft.com/office/drawing/2014/main" val="3758245972"/>
                    </a:ext>
                  </a:extLst>
                </a:gridCol>
                <a:gridCol w="947057">
                  <a:extLst>
                    <a:ext uri="{9D8B030D-6E8A-4147-A177-3AD203B41FA5}">
                      <a16:colId xmlns:a16="http://schemas.microsoft.com/office/drawing/2014/main" val="1380783332"/>
                    </a:ext>
                  </a:extLst>
                </a:gridCol>
                <a:gridCol w="803553">
                  <a:extLst>
                    <a:ext uri="{9D8B030D-6E8A-4147-A177-3AD203B41FA5}">
                      <a16:colId xmlns:a16="http://schemas.microsoft.com/office/drawing/2014/main" val="3373274109"/>
                    </a:ext>
                  </a:extLst>
                </a:gridCol>
                <a:gridCol w="914816">
                  <a:extLst>
                    <a:ext uri="{9D8B030D-6E8A-4147-A177-3AD203B41FA5}">
                      <a16:colId xmlns:a16="http://schemas.microsoft.com/office/drawing/2014/main" val="1588676888"/>
                    </a:ext>
                  </a:extLst>
                </a:gridCol>
                <a:gridCol w="914816">
                  <a:extLst>
                    <a:ext uri="{9D8B030D-6E8A-4147-A177-3AD203B41FA5}">
                      <a16:colId xmlns:a16="http://schemas.microsoft.com/office/drawing/2014/main" val="604865266"/>
                    </a:ext>
                  </a:extLst>
                </a:gridCol>
              </a:tblGrid>
              <a:tr h="847972">
                <a:tc>
                  <a:txBody>
                    <a:bodyPr/>
                    <a:lstStyle/>
                    <a:p>
                      <a:pPr algn="l" fontAlgn="b">
                        <a:buNone/>
                      </a:pPr>
                      <a:r>
                        <a:rPr lang="fr-FR" sz="1400" u="none" strike="noStrike">
                          <a:effectLst/>
                          <a:latin typeface="Aptos Narrow" panose="020B0004020202020204" pitchFamily="34" charset="0"/>
                        </a:rPr>
                        <a:t>Country CP</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I haven't visited it</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Once </a:t>
                      </a:r>
                      <a:r>
                        <a:rPr lang="fr-FR" sz="1400" u="none" strike="noStrike" err="1">
                          <a:effectLst/>
                          <a:latin typeface="Aptos Narrow" panose="020B0004020202020204" pitchFamily="34" charset="0"/>
                        </a:rPr>
                        <a:t>during</a:t>
                      </a:r>
                      <a:r>
                        <a:rPr lang="fr-FR" sz="1400" u="none" strike="noStrike">
                          <a:effectLst/>
                          <a:latin typeface="Aptos Narrow" panose="020B0004020202020204" pitchFamily="34" charset="0"/>
                        </a:rPr>
                        <a:t> the </a:t>
                      </a:r>
                      <a:r>
                        <a:rPr lang="fr-FR" sz="1400" u="none" strike="noStrike" err="1">
                          <a:effectLst/>
                          <a:latin typeface="Aptos Narrow" panose="020B0004020202020204" pitchFamily="34" charset="0"/>
                        </a:rPr>
                        <a:t>stay</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Once a day</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Several times a day</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Total</a:t>
                      </a:r>
                      <a:endParaRPr lang="fr-FR"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55262055"/>
                  </a:ext>
                </a:extLst>
              </a:tr>
              <a:tr h="336866">
                <a:tc>
                  <a:txBody>
                    <a:bodyPr/>
                    <a:lstStyle/>
                    <a:p>
                      <a:pPr algn="l" fontAlgn="b">
                        <a:buNone/>
                      </a:pPr>
                      <a:r>
                        <a:rPr lang="fr-FR" sz="1400" u="none" strike="noStrike">
                          <a:solidFill>
                            <a:schemeClr val="bg1">
                              <a:lumMod val="10000"/>
                            </a:schemeClr>
                          </a:solidFill>
                          <a:effectLst/>
                          <a:latin typeface="Aptos Narrow" panose="020B0004020202020204" pitchFamily="34" charset="0"/>
                        </a:rPr>
                        <a:t>Belgium</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19%</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1842</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94954137"/>
                  </a:ext>
                </a:extLst>
              </a:tr>
              <a:tr h="336866">
                <a:tc>
                  <a:txBody>
                    <a:bodyPr/>
                    <a:lstStyle/>
                    <a:p>
                      <a:pPr algn="l" fontAlgn="b">
                        <a:buNone/>
                      </a:pPr>
                      <a:r>
                        <a:rPr lang="fr-FR" sz="1400" u="none" strike="noStrike">
                          <a:solidFill>
                            <a:schemeClr val="bg1">
                              <a:lumMod val="10000"/>
                            </a:schemeClr>
                          </a:solidFill>
                          <a:effectLst/>
                          <a:latin typeface="Aptos Narrow" panose="020B0004020202020204" pitchFamily="34" charset="0"/>
                        </a:rPr>
                        <a:t>Denmark</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18%</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68%</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171</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99931475"/>
                  </a:ext>
                </a:extLst>
              </a:tr>
              <a:tr h="336866">
                <a:tc>
                  <a:txBody>
                    <a:bodyPr/>
                    <a:lstStyle/>
                    <a:p>
                      <a:pPr algn="l" fontAlgn="b">
                        <a:buNone/>
                      </a:pPr>
                      <a:r>
                        <a:rPr lang="fr-FR" sz="1400" u="none" strike="noStrike">
                          <a:solidFill>
                            <a:schemeClr val="bg1">
                              <a:lumMod val="10000"/>
                            </a:schemeClr>
                          </a:solidFill>
                          <a:effectLst/>
                          <a:latin typeface="Aptos Narrow" panose="020B0004020202020204" pitchFamily="34" charset="0"/>
                        </a:rPr>
                        <a:t>France</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54%</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2584</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614614173"/>
                  </a:ext>
                </a:extLst>
              </a:tr>
              <a:tr h="336866">
                <a:tc>
                  <a:txBody>
                    <a:bodyPr/>
                    <a:lstStyle/>
                    <a:p>
                      <a:pPr algn="l" fontAlgn="b">
                        <a:buNone/>
                      </a:pPr>
                      <a:r>
                        <a:rPr lang="fr-FR" sz="1400" u="none" strike="noStrike">
                          <a:solidFill>
                            <a:schemeClr val="bg1">
                              <a:lumMod val="10000"/>
                            </a:schemeClr>
                          </a:solidFill>
                          <a:effectLst/>
                          <a:latin typeface="Aptos Narrow" panose="020B0004020202020204" pitchFamily="34" charset="0"/>
                        </a:rPr>
                        <a:t>Netherlands</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58%</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3085</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853917271"/>
                  </a:ext>
                </a:extLst>
              </a:tr>
              <a:tr h="336866">
                <a:tc>
                  <a:txBody>
                    <a:bodyPr/>
                    <a:lstStyle/>
                    <a:p>
                      <a:pPr algn="l" fontAlgn="b">
                        <a:buNone/>
                      </a:pPr>
                      <a:r>
                        <a:rPr lang="fr-FR" sz="1400" u="none" strike="noStrike">
                          <a:solidFill>
                            <a:schemeClr val="bg1">
                              <a:lumMod val="10000"/>
                            </a:schemeClr>
                          </a:solidFill>
                          <a:effectLst/>
                          <a:latin typeface="Aptos Narrow" panose="020B0004020202020204" pitchFamily="34" charset="0"/>
                        </a:rPr>
                        <a:t>Germany</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64%</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2833</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58002589"/>
                  </a:ext>
                </a:extLst>
              </a:tr>
              <a:tr h="336866">
                <a:tc>
                  <a:txBody>
                    <a:bodyPr/>
                    <a:lstStyle/>
                    <a:p>
                      <a:pPr algn="l" fontAlgn="b">
                        <a:buNone/>
                      </a:pPr>
                      <a:r>
                        <a:rPr lang="fr-FR" sz="1400" u="none" strike="noStrike">
                          <a:solidFill>
                            <a:schemeClr val="bg1">
                              <a:lumMod val="10000"/>
                            </a:schemeClr>
                          </a:solidFill>
                          <a:effectLst/>
                          <a:latin typeface="Aptos Narrow" panose="020B0004020202020204" pitchFamily="34" charset="0"/>
                        </a:rPr>
                        <a:t>Total</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8%</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19%</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60%</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14%</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10515</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004983952"/>
                  </a:ext>
                </a:extLst>
              </a:tr>
            </a:tbl>
          </a:graphicData>
        </a:graphic>
      </p:graphicFrame>
    </p:spTree>
    <p:extLst>
      <p:ext uri="{BB962C8B-B14F-4D97-AF65-F5344CB8AC3E}">
        <p14:creationId xmlns:p14="http://schemas.microsoft.com/office/powerpoint/2010/main" val="3238072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1452-9F51-0A10-EBEB-ADD64E30FC06}"/>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D3C75215-FBC6-7D21-6CFE-29522C755E70}"/>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7</a:t>
            </a:fld>
            <a:endParaRPr lang="en-US"/>
          </a:p>
        </p:txBody>
      </p:sp>
      <p:sp>
        <p:nvSpPr>
          <p:cNvPr id="4" name="Espace réservé de la date 3">
            <a:extLst>
              <a:ext uri="{FF2B5EF4-FFF2-40B4-BE49-F238E27FC236}">
                <a16:creationId xmlns:a16="http://schemas.microsoft.com/office/drawing/2014/main" id="{F5111481-419C-D3C5-C0BD-1FBD8FB6FA8D}"/>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709EDA7A-E3A6-A6E3-1328-B65CD8C19194}"/>
              </a:ext>
            </a:extLst>
          </p:cNvPr>
          <p:cNvSpPr>
            <a:spLocks noGrp="1"/>
          </p:cNvSpPr>
          <p:nvPr>
            <p:ph type="title"/>
          </p:nvPr>
        </p:nvSpPr>
        <p:spPr>
          <a:xfrm>
            <a:off x="334963" y="303238"/>
            <a:ext cx="10277583" cy="487938"/>
          </a:xfrm>
        </p:spPr>
        <p:txBody>
          <a:bodyPr lIns="0" tIns="0" rIns="0" bIns="0" anchor="ctr" anchorCtr="0">
            <a:normAutofit/>
          </a:bodyPr>
          <a:lstStyle/>
          <a:p>
            <a:r>
              <a:rPr lang="en-US"/>
              <a:t>Frequency of visits (Parcs Analysis)</a:t>
            </a:r>
            <a:endParaRPr lang="fr-FR"/>
          </a:p>
        </p:txBody>
      </p:sp>
      <p:graphicFrame>
        <p:nvGraphicFramePr>
          <p:cNvPr id="7" name="Tableau 6">
            <a:extLst>
              <a:ext uri="{FF2B5EF4-FFF2-40B4-BE49-F238E27FC236}">
                <a16:creationId xmlns:a16="http://schemas.microsoft.com/office/drawing/2014/main" id="{ED8DB1E7-803F-C8D7-6502-8FCC0C2D6C4B}"/>
              </a:ext>
            </a:extLst>
          </p:cNvPr>
          <p:cNvGraphicFramePr>
            <a:graphicFrameLocks noGrp="1"/>
          </p:cNvGraphicFramePr>
          <p:nvPr>
            <p:extLst>
              <p:ext uri="{D42A27DB-BD31-4B8C-83A1-F6EECF244321}">
                <p14:modId xmlns:p14="http://schemas.microsoft.com/office/powerpoint/2010/main" val="285024478"/>
              </p:ext>
            </p:extLst>
          </p:nvPr>
        </p:nvGraphicFramePr>
        <p:xfrm>
          <a:off x="5820697" y="946082"/>
          <a:ext cx="5633881" cy="5732249"/>
        </p:xfrm>
        <a:graphic>
          <a:graphicData uri="http://schemas.openxmlformats.org/drawingml/2006/table">
            <a:tbl>
              <a:tblPr firstRow="1" bandRow="1">
                <a:tableStyleId>{5C22544A-7EE6-4342-B048-85BDC9FD1C3A}</a:tableStyleId>
              </a:tblPr>
              <a:tblGrid>
                <a:gridCol w="1572918">
                  <a:extLst>
                    <a:ext uri="{9D8B030D-6E8A-4147-A177-3AD203B41FA5}">
                      <a16:colId xmlns:a16="http://schemas.microsoft.com/office/drawing/2014/main" val="2916164795"/>
                    </a:ext>
                  </a:extLst>
                </a:gridCol>
                <a:gridCol w="810618">
                  <a:extLst>
                    <a:ext uri="{9D8B030D-6E8A-4147-A177-3AD203B41FA5}">
                      <a16:colId xmlns:a16="http://schemas.microsoft.com/office/drawing/2014/main" val="3270622274"/>
                    </a:ext>
                  </a:extLst>
                </a:gridCol>
                <a:gridCol w="959432">
                  <a:extLst>
                    <a:ext uri="{9D8B030D-6E8A-4147-A177-3AD203B41FA5}">
                      <a16:colId xmlns:a16="http://schemas.microsoft.com/office/drawing/2014/main" val="154074278"/>
                    </a:ext>
                  </a:extLst>
                </a:gridCol>
                <a:gridCol w="869968">
                  <a:extLst>
                    <a:ext uri="{9D8B030D-6E8A-4147-A177-3AD203B41FA5}">
                      <a16:colId xmlns:a16="http://schemas.microsoft.com/office/drawing/2014/main" val="2845278311"/>
                    </a:ext>
                  </a:extLst>
                </a:gridCol>
                <a:gridCol w="830407">
                  <a:extLst>
                    <a:ext uri="{9D8B030D-6E8A-4147-A177-3AD203B41FA5}">
                      <a16:colId xmlns:a16="http://schemas.microsoft.com/office/drawing/2014/main" val="3400807869"/>
                    </a:ext>
                  </a:extLst>
                </a:gridCol>
                <a:gridCol w="590538">
                  <a:extLst>
                    <a:ext uri="{9D8B030D-6E8A-4147-A177-3AD203B41FA5}">
                      <a16:colId xmlns:a16="http://schemas.microsoft.com/office/drawing/2014/main" val="636793927"/>
                    </a:ext>
                  </a:extLst>
                </a:gridCol>
              </a:tblGrid>
              <a:tr h="317782">
                <a:tc>
                  <a:txBody>
                    <a:bodyPr/>
                    <a:lstStyle/>
                    <a:p>
                      <a:pPr algn="l" fontAlgn="b">
                        <a:buNone/>
                      </a:pPr>
                      <a:r>
                        <a:rPr lang="fr-FR" sz="1100" u="none" strike="noStrike">
                          <a:effectLst/>
                          <a:latin typeface="Aptos Narrow" panose="020B0004020202020204" pitchFamily="34" charset="0"/>
                        </a:rPr>
                        <a:t>Site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l" fontAlgn="b">
                        <a:buNone/>
                      </a:pPr>
                      <a:r>
                        <a:rPr lang="fr-FR" sz="1100" u="none" strike="noStrike">
                          <a:effectLst/>
                          <a:latin typeface="Aptos Narrow" panose="020B0004020202020204" pitchFamily="34" charset="0"/>
                        </a:rPr>
                        <a:t> I </a:t>
                      </a:r>
                      <a:r>
                        <a:rPr lang="fr-FR" sz="1100" u="none" strike="noStrike" err="1">
                          <a:effectLst/>
                          <a:latin typeface="Aptos Narrow" panose="020B0004020202020204" pitchFamily="34" charset="0"/>
                        </a:rPr>
                        <a:t>haven't</a:t>
                      </a:r>
                      <a:r>
                        <a:rPr lang="fr-FR" sz="1100" u="none" strike="noStrike">
                          <a:effectLst/>
                          <a:latin typeface="Aptos Narrow" panose="020B0004020202020204" pitchFamily="34" charset="0"/>
                        </a:rPr>
                        <a:t> </a:t>
                      </a:r>
                      <a:r>
                        <a:rPr lang="fr-FR" sz="1100" u="none" strike="noStrike" err="1">
                          <a:effectLst/>
                          <a:latin typeface="Aptos Narrow" panose="020B0004020202020204" pitchFamily="34" charset="0"/>
                        </a:rPr>
                        <a:t>visited</a:t>
                      </a:r>
                      <a:r>
                        <a:rPr lang="fr-FR" sz="1100" u="none" strike="noStrike">
                          <a:effectLst/>
                          <a:latin typeface="Aptos Narrow" panose="020B0004020202020204" pitchFamily="34" charset="0"/>
                        </a:rPr>
                        <a:t> </a:t>
                      </a:r>
                      <a:r>
                        <a:rPr lang="fr-FR" sz="1100" u="none" strike="noStrike" err="1">
                          <a:effectLst/>
                          <a:latin typeface="Aptos Narrow" panose="020B0004020202020204" pitchFamily="34" charset="0"/>
                        </a:rPr>
                        <a:t>it</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l" fontAlgn="b">
                        <a:buNone/>
                      </a:pPr>
                      <a:r>
                        <a:rPr lang="fr-FR" sz="1100" u="none" strike="noStrike">
                          <a:effectLst/>
                          <a:latin typeface="Aptos Narrow" panose="020B0004020202020204" pitchFamily="34" charset="0"/>
                        </a:rPr>
                        <a:t>Once </a:t>
                      </a:r>
                      <a:r>
                        <a:rPr lang="fr-FR" sz="1100" u="none" strike="noStrike" err="1">
                          <a:effectLst/>
                          <a:latin typeface="Aptos Narrow" panose="020B0004020202020204" pitchFamily="34" charset="0"/>
                        </a:rPr>
                        <a:t>during</a:t>
                      </a:r>
                      <a:r>
                        <a:rPr lang="fr-FR" sz="1100" u="none" strike="noStrike">
                          <a:effectLst/>
                          <a:latin typeface="Aptos Narrow" panose="020B0004020202020204" pitchFamily="34" charset="0"/>
                        </a:rPr>
                        <a:t> the </a:t>
                      </a:r>
                      <a:r>
                        <a:rPr lang="fr-FR" sz="1100" u="none" strike="noStrike" err="1">
                          <a:effectLst/>
                          <a:latin typeface="Aptos Narrow" panose="020B0004020202020204" pitchFamily="34" charset="0"/>
                        </a:rPr>
                        <a:t>stay</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l" fontAlgn="b">
                        <a:buNone/>
                      </a:pPr>
                      <a:r>
                        <a:rPr lang="fr-FR" sz="1100" u="none" strike="noStrike">
                          <a:effectLst/>
                          <a:latin typeface="Aptos Narrow" panose="020B0004020202020204" pitchFamily="34" charset="0"/>
                        </a:rPr>
                        <a:t>Once a </a:t>
                      </a:r>
                      <a:r>
                        <a:rPr lang="fr-FR" sz="1100" u="none" strike="noStrike" err="1">
                          <a:effectLst/>
                          <a:latin typeface="Aptos Narrow" panose="020B0004020202020204" pitchFamily="34" charset="0"/>
                        </a:rPr>
                        <a:t>day</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l" fontAlgn="b">
                        <a:buNone/>
                      </a:pPr>
                      <a:r>
                        <a:rPr lang="fr-FR" sz="1100" u="none" strike="noStrike">
                          <a:effectLst/>
                          <a:latin typeface="Aptos Narrow" panose="020B0004020202020204" pitchFamily="34" charset="0"/>
                        </a:rPr>
                        <a:t> </a:t>
                      </a:r>
                      <a:r>
                        <a:rPr lang="fr-FR" sz="1100" u="none" strike="noStrike" err="1">
                          <a:effectLst/>
                          <a:latin typeface="Aptos Narrow" panose="020B0004020202020204" pitchFamily="34" charset="0"/>
                        </a:rPr>
                        <a:t>Several</a:t>
                      </a:r>
                      <a:r>
                        <a:rPr lang="fr-FR" sz="1100" u="none" strike="noStrike">
                          <a:effectLst/>
                          <a:latin typeface="Aptos Narrow" panose="020B0004020202020204" pitchFamily="34" charset="0"/>
                        </a:rPr>
                        <a:t> times a </a:t>
                      </a:r>
                      <a:r>
                        <a:rPr lang="fr-FR" sz="1100" u="none" strike="noStrike" err="1">
                          <a:effectLst/>
                          <a:latin typeface="Aptos Narrow" panose="020B0004020202020204" pitchFamily="34" charset="0"/>
                        </a:rPr>
                        <a:t>day</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756860010"/>
                  </a:ext>
                </a:extLst>
              </a:tr>
              <a:tr h="163313">
                <a:tc>
                  <a:txBody>
                    <a:bodyPr/>
                    <a:lstStyle/>
                    <a:p>
                      <a:pPr algn="l" fontAlgn="b">
                        <a:buNone/>
                      </a:pPr>
                      <a:r>
                        <a:rPr lang="fr-FR" sz="1100" u="none" strike="noStrike" err="1">
                          <a:effectLst/>
                          <a:latin typeface="Aptos Narrow" panose="020B0004020202020204" pitchFamily="34" charset="0"/>
                        </a:rPr>
                        <a:t>Bispinger</a:t>
                      </a:r>
                      <a:r>
                        <a:rPr lang="fr-FR" sz="1100" u="none" strike="noStrike">
                          <a:effectLst/>
                          <a:latin typeface="Aptos Narrow" panose="020B0004020202020204" pitchFamily="34" charset="0"/>
                        </a:rPr>
                        <a:t> </a:t>
                      </a:r>
                      <a:r>
                        <a:rPr lang="fr-FR" sz="1100" u="none" strike="noStrike" err="1">
                          <a:effectLst/>
                          <a:latin typeface="Aptos Narrow" panose="020B0004020202020204" pitchFamily="34" charset="0"/>
                        </a:rPr>
                        <a:t>Heide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6,7%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68,4%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6,8%</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586</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929041695"/>
                  </a:ext>
                </a:extLst>
              </a:tr>
              <a:tr h="163313">
                <a:tc>
                  <a:txBody>
                    <a:bodyPr/>
                    <a:lstStyle/>
                    <a:p>
                      <a:pPr algn="l" fontAlgn="b">
                        <a:buNone/>
                      </a:pPr>
                      <a:r>
                        <a:rPr lang="fr-FR" sz="1100" u="none" strike="noStrike">
                          <a:effectLst/>
                          <a:latin typeface="Aptos Narrow" panose="020B0004020202020204" pitchFamily="34" charset="0"/>
                        </a:rPr>
                        <a:t>De </a:t>
                      </a:r>
                      <a:r>
                        <a:rPr lang="fr-FR" sz="1100" u="none" strike="noStrike" err="1">
                          <a:effectLst/>
                          <a:latin typeface="Aptos Narrow" panose="020B0004020202020204" pitchFamily="34" charset="0"/>
                        </a:rPr>
                        <a:t>Eemhof</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8,2%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62,9%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11,8%</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364</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585065657"/>
                  </a:ext>
                </a:extLst>
              </a:tr>
              <a:tr h="163313">
                <a:tc>
                  <a:txBody>
                    <a:bodyPr/>
                    <a:lstStyle/>
                    <a:p>
                      <a:pPr algn="l" fontAlgn="b">
                        <a:buNone/>
                      </a:pPr>
                      <a:r>
                        <a:rPr lang="fr-FR" sz="1100" u="none" strike="noStrike">
                          <a:effectLst/>
                          <a:latin typeface="Aptos Narrow" panose="020B0004020202020204" pitchFamily="34" charset="0"/>
                        </a:rPr>
                        <a:t>De </a:t>
                      </a:r>
                      <a:r>
                        <a:rPr lang="fr-FR" sz="1100" u="none" strike="noStrike" err="1">
                          <a:effectLst/>
                          <a:latin typeface="Aptos Narrow" panose="020B0004020202020204" pitchFamily="34" charset="0"/>
                        </a:rPr>
                        <a:t>Huttenheugte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9,3%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62,5%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8,6%</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421</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2585244835"/>
                  </a:ext>
                </a:extLst>
              </a:tr>
              <a:tr h="163313">
                <a:tc>
                  <a:txBody>
                    <a:bodyPr/>
                    <a:lstStyle/>
                    <a:p>
                      <a:pPr algn="l" fontAlgn="b">
                        <a:buNone/>
                      </a:pPr>
                      <a:r>
                        <a:rPr lang="fr-FR" sz="1100" u="none" strike="noStrike">
                          <a:effectLst/>
                          <a:latin typeface="Aptos Narrow" panose="020B0004020202020204" pitchFamily="34" charset="0"/>
                        </a:rPr>
                        <a:t>De </a:t>
                      </a:r>
                      <a:r>
                        <a:rPr lang="fr-FR" sz="1100" u="none" strike="noStrike" err="1">
                          <a:effectLst/>
                          <a:latin typeface="Aptos Narrow" panose="020B0004020202020204" pitchFamily="34" charset="0"/>
                        </a:rPr>
                        <a:t>Kempervennen</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10,2%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64,8%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7,1%</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420</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3965558016"/>
                  </a:ext>
                </a:extLst>
              </a:tr>
              <a:tr h="163313">
                <a:tc>
                  <a:txBody>
                    <a:bodyPr/>
                    <a:lstStyle/>
                    <a:p>
                      <a:pPr algn="l" fontAlgn="b">
                        <a:buNone/>
                      </a:pPr>
                      <a:r>
                        <a:rPr lang="fr-FR" sz="1100" u="none" strike="noStrike">
                          <a:effectLst/>
                          <a:latin typeface="Aptos Narrow" panose="020B0004020202020204" pitchFamily="34" charset="0"/>
                        </a:rPr>
                        <a:t>De Vossemeren</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6,0%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67,8%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13,4%</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367</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1319081351"/>
                  </a:ext>
                </a:extLst>
              </a:tr>
              <a:tr h="163313">
                <a:tc>
                  <a:txBody>
                    <a:bodyPr/>
                    <a:lstStyle/>
                    <a:p>
                      <a:pPr algn="l" fontAlgn="b">
                        <a:buNone/>
                      </a:pPr>
                      <a:r>
                        <a:rPr lang="fr-FR" sz="1100" u="none" strike="noStrike" err="1">
                          <a:effectLst/>
                          <a:latin typeface="Aptos Narrow" panose="020B0004020202020204" pitchFamily="34" charset="0"/>
                        </a:rPr>
                        <a:t>Erperheide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5,8%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70,1%</a:t>
                      </a:r>
                    </a:p>
                  </a:txBody>
                  <a:tcPr marL="6350" marR="6350" marT="6350" marB="0" anchor="b">
                    <a:solidFill>
                      <a:schemeClr val="accent6">
                        <a:lumMod val="60000"/>
                        <a:lumOff val="40000"/>
                      </a:schemeClr>
                    </a:solidFill>
                  </a:tcPr>
                </a:tc>
                <a:tc>
                  <a:txBody>
                    <a:bodyPr/>
                    <a:lstStyle/>
                    <a:p>
                      <a:pPr algn="r" fontAlgn="b">
                        <a:buNone/>
                      </a:pPr>
                      <a:r>
                        <a:rPr lang="fr-FR" sz="1100" b="0" i="0" u="none" strike="noStrike">
                          <a:solidFill>
                            <a:srgbClr val="000000"/>
                          </a:solidFill>
                          <a:effectLst/>
                          <a:latin typeface="Aptos Narrow" panose="020B0004020202020204" pitchFamily="34" charset="0"/>
                        </a:rPr>
                        <a:t>11,1%</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395</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967640652"/>
                  </a:ext>
                </a:extLst>
              </a:tr>
              <a:tr h="163313">
                <a:tc>
                  <a:txBody>
                    <a:bodyPr/>
                    <a:lstStyle/>
                    <a:p>
                      <a:pPr algn="l" fontAlgn="b">
                        <a:buNone/>
                      </a:pPr>
                      <a:r>
                        <a:rPr lang="fr-FR" sz="1100" u="none" strike="noStrike">
                          <a:effectLst/>
                          <a:latin typeface="Aptos Narrow" panose="020B0004020202020204" pitchFamily="34" charset="0"/>
                        </a:rPr>
                        <a:t>Het Heijderbos</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6,0%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67,5%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7,3%</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465</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1497555809"/>
                  </a:ext>
                </a:extLst>
              </a:tr>
              <a:tr h="163313">
                <a:tc>
                  <a:txBody>
                    <a:bodyPr/>
                    <a:lstStyle/>
                    <a:p>
                      <a:pPr algn="l" fontAlgn="b">
                        <a:buNone/>
                      </a:pPr>
                      <a:r>
                        <a:rPr lang="fr-FR" sz="1100" u="none" strike="noStrike">
                          <a:effectLst/>
                          <a:latin typeface="Aptos Narrow" panose="020B0004020202020204" pitchFamily="34" charset="0"/>
                        </a:rPr>
                        <a:t>Het </a:t>
                      </a:r>
                      <a:r>
                        <a:rPr lang="fr-FR" sz="1100" u="none" strike="noStrike" err="1">
                          <a:effectLst/>
                          <a:latin typeface="Aptos Narrow" panose="020B0004020202020204" pitchFamily="34" charset="0"/>
                        </a:rPr>
                        <a:t>Meerdal</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13,6%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57,5%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6,3%</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367</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2210961046"/>
                  </a:ext>
                </a:extLst>
              </a:tr>
              <a:tr h="163313">
                <a:tc>
                  <a:txBody>
                    <a:bodyPr/>
                    <a:lstStyle/>
                    <a:p>
                      <a:pPr algn="l" fontAlgn="b">
                        <a:buNone/>
                      </a:pPr>
                      <a:r>
                        <a:rPr lang="fr-FR" sz="1100" u="none" strike="noStrike">
                          <a:effectLst/>
                          <a:latin typeface="Aptos Narrow" panose="020B0004020202020204" pitchFamily="34" charset="0"/>
                        </a:rPr>
                        <a:t>Kempense Meren</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5,5%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16,9%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62,3%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15,3%</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183</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1265878077"/>
                  </a:ext>
                </a:extLst>
              </a:tr>
              <a:tr h="163313">
                <a:tc>
                  <a:txBody>
                    <a:bodyPr/>
                    <a:lstStyle/>
                    <a:p>
                      <a:pPr algn="l" fontAlgn="b">
                        <a:buNone/>
                      </a:pPr>
                      <a:r>
                        <a:rPr lang="fr-FR" sz="1100" u="none" strike="noStrike">
                          <a:effectLst/>
                          <a:latin typeface="Aptos Narrow" panose="020B0004020202020204" pitchFamily="34" charset="0"/>
                        </a:rPr>
                        <a:t>Le Bois aux Daims</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47,5%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46,1%</a:t>
                      </a:r>
                    </a:p>
                  </a:txBody>
                  <a:tcPr marL="6350" marR="6350" marT="6350" marB="0" anchor="b">
                    <a:solidFill>
                      <a:schemeClr val="accent6">
                        <a:lumMod val="60000"/>
                        <a:lumOff val="40000"/>
                      </a:schemeClr>
                    </a:solidFill>
                  </a:tcPr>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436</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3274904457"/>
                  </a:ext>
                </a:extLst>
              </a:tr>
              <a:tr h="163313">
                <a:tc>
                  <a:txBody>
                    <a:bodyPr/>
                    <a:lstStyle/>
                    <a:p>
                      <a:pPr algn="l" fontAlgn="b">
                        <a:buNone/>
                      </a:pPr>
                      <a:r>
                        <a:rPr lang="fr-FR" sz="1100" u="none" strike="noStrike">
                          <a:effectLst/>
                          <a:latin typeface="Aptos Narrow" panose="020B0004020202020204" pitchFamily="34" charset="0"/>
                        </a:rPr>
                        <a:t>Le Lac d'Ailette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2,7%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60,3%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28,8%</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330</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1350810513"/>
                  </a:ext>
                </a:extLst>
              </a:tr>
              <a:tr h="163313">
                <a:tc>
                  <a:txBody>
                    <a:bodyPr/>
                    <a:lstStyle/>
                    <a:p>
                      <a:pPr algn="l" fontAlgn="b">
                        <a:buNone/>
                      </a:pPr>
                      <a:r>
                        <a:rPr lang="fr-FR" sz="1100" u="none" strike="noStrike">
                          <a:effectLst/>
                          <a:latin typeface="Aptos Narrow" panose="020B0004020202020204" pitchFamily="34" charset="0"/>
                        </a:rPr>
                        <a:t>Les Ardennes</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5,5%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27,2%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60,4%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6,9%</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217</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629058657"/>
                  </a:ext>
                </a:extLst>
              </a:tr>
              <a:tr h="163313">
                <a:tc>
                  <a:txBody>
                    <a:bodyPr/>
                    <a:lstStyle/>
                    <a:p>
                      <a:pPr algn="l" fontAlgn="b">
                        <a:buNone/>
                      </a:pPr>
                      <a:r>
                        <a:rPr lang="fr-FR" sz="1100" u="none" strike="noStrike">
                          <a:effectLst/>
                          <a:latin typeface="Aptos Narrow" panose="020B0004020202020204" pitchFamily="34" charset="0"/>
                        </a:rPr>
                        <a:t>Les Bois-Francs</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2,0%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49,7%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40,8%</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441</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253061727"/>
                  </a:ext>
                </a:extLst>
              </a:tr>
              <a:tr h="163313">
                <a:tc>
                  <a:txBody>
                    <a:bodyPr/>
                    <a:lstStyle/>
                    <a:p>
                      <a:pPr algn="l" fontAlgn="b">
                        <a:buNone/>
                      </a:pPr>
                      <a:r>
                        <a:rPr lang="fr-FR" sz="1100" u="none" strike="noStrike">
                          <a:effectLst/>
                          <a:latin typeface="Aptos Narrow" panose="020B0004020202020204" pitchFamily="34" charset="0"/>
                        </a:rPr>
                        <a:t>Les Hauts de Bruyères</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2,6%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53,1%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35,8%</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388</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4018715015"/>
                  </a:ext>
                </a:extLst>
              </a:tr>
              <a:tr h="163313">
                <a:tc>
                  <a:txBody>
                    <a:bodyPr/>
                    <a:lstStyle/>
                    <a:p>
                      <a:pPr algn="l" fontAlgn="b">
                        <a:buNone/>
                      </a:pPr>
                      <a:r>
                        <a:rPr lang="fr-FR" sz="1100" u="none" strike="noStrike">
                          <a:effectLst/>
                          <a:latin typeface="Aptos Narrow" panose="020B0004020202020204" pitchFamily="34" charset="0"/>
                        </a:rPr>
                        <a:t>Les Landes de Gascogne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51,9%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37,9%</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235</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4260746467"/>
                  </a:ext>
                </a:extLst>
              </a:tr>
              <a:tr h="163313">
                <a:tc>
                  <a:txBody>
                    <a:bodyPr/>
                    <a:lstStyle/>
                    <a:p>
                      <a:pPr algn="l" fontAlgn="b">
                        <a:buNone/>
                      </a:pPr>
                      <a:r>
                        <a:rPr lang="fr-FR" sz="1100" u="none" strike="noStrike">
                          <a:effectLst/>
                          <a:latin typeface="Aptos Narrow" panose="020B0004020202020204" pitchFamily="34" charset="0"/>
                        </a:rPr>
                        <a:t>Les Trois Forêts</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3,4%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14,9%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63,0%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18,7%</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443</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3479957560"/>
                  </a:ext>
                </a:extLst>
              </a:tr>
              <a:tr h="163313">
                <a:tc>
                  <a:txBody>
                    <a:bodyPr/>
                    <a:lstStyle/>
                    <a:p>
                      <a:pPr algn="l" fontAlgn="b">
                        <a:buNone/>
                      </a:pPr>
                      <a:r>
                        <a:rPr lang="fr-FR" sz="1100" u="none" strike="noStrike" err="1">
                          <a:effectLst/>
                          <a:latin typeface="Aptos Narrow" panose="020B0004020202020204" pitchFamily="34" charset="0"/>
                        </a:rPr>
                        <a:t>Limburgse</a:t>
                      </a:r>
                      <a:r>
                        <a:rPr lang="fr-FR" sz="1100" u="none" strike="noStrike">
                          <a:effectLst/>
                          <a:latin typeface="Aptos Narrow" panose="020B0004020202020204" pitchFamily="34" charset="0"/>
                        </a:rPr>
                        <a:t> Peel</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16,0%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30,7%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49,5%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3,8%</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212</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2809223559"/>
                  </a:ext>
                </a:extLst>
              </a:tr>
              <a:tr h="163313">
                <a:tc>
                  <a:txBody>
                    <a:bodyPr/>
                    <a:lstStyle/>
                    <a:p>
                      <a:pPr algn="l" fontAlgn="b">
                        <a:buNone/>
                      </a:pPr>
                      <a:r>
                        <a:rPr lang="fr-FR" sz="1100" u="none" strike="noStrike">
                          <a:effectLst/>
                          <a:latin typeface="Aptos Narrow" panose="020B0004020202020204" pitchFamily="34" charset="0"/>
                        </a:rPr>
                        <a:t>Nordborg Resort</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68,4%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12,9%</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171</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4152838292"/>
                  </a:ext>
                </a:extLst>
              </a:tr>
              <a:tr h="163313">
                <a:tc>
                  <a:txBody>
                    <a:bodyPr/>
                    <a:lstStyle/>
                    <a:p>
                      <a:pPr algn="l" fontAlgn="b">
                        <a:buNone/>
                      </a:pPr>
                      <a:r>
                        <a:rPr lang="fr-FR" sz="1100" u="none" strike="noStrike" err="1">
                          <a:effectLst/>
                          <a:latin typeface="Aptos Narrow" panose="020B0004020202020204" pitchFamily="34" charset="0"/>
                        </a:rPr>
                        <a:t>Oostduinkerke</a:t>
                      </a:r>
                      <a:r>
                        <a:rPr lang="fr-FR" sz="1100" u="none" strike="noStrike">
                          <a:effectLst/>
                          <a:latin typeface="Aptos Narrow" panose="020B0004020202020204" pitchFamily="34" charset="0"/>
                        </a:rPr>
                        <a:t> </a:t>
                      </a:r>
                      <a:r>
                        <a:rPr lang="fr-FR" sz="1100" u="none" strike="noStrike" err="1">
                          <a:effectLst/>
                          <a:latin typeface="Aptos Narrow" panose="020B0004020202020204" pitchFamily="34" charset="0"/>
                        </a:rPr>
                        <a:t>aan</a:t>
                      </a:r>
                      <a:r>
                        <a:rPr lang="fr-FR" sz="1100" u="none" strike="noStrike">
                          <a:effectLst/>
                          <a:latin typeface="Aptos Narrow" panose="020B0004020202020204" pitchFamily="34" charset="0"/>
                        </a:rPr>
                        <a:t> </a:t>
                      </a:r>
                      <a:r>
                        <a:rPr lang="fr-FR" sz="1100" u="none" strike="noStrike" err="1">
                          <a:effectLst/>
                          <a:latin typeface="Aptos Narrow" panose="020B0004020202020204" pitchFamily="34" charset="0"/>
                        </a:rPr>
                        <a:t>zee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14,9%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21,4%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53,2%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10,4%</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154</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1330684285"/>
                  </a:ext>
                </a:extLst>
              </a:tr>
              <a:tr h="163313">
                <a:tc>
                  <a:txBody>
                    <a:bodyPr/>
                    <a:lstStyle/>
                    <a:p>
                      <a:pPr algn="l" fontAlgn="b">
                        <a:buNone/>
                      </a:pPr>
                      <a:r>
                        <a:rPr lang="fr-FR" sz="1100" u="none" strike="noStrike">
                          <a:effectLst/>
                          <a:latin typeface="Aptos Narrow" panose="020B0004020202020204" pitchFamily="34" charset="0"/>
                        </a:rPr>
                        <a:t>Parc Sandur</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40,2%</a:t>
                      </a:r>
                    </a:p>
                  </a:txBody>
                  <a:tcPr marL="6350" marR="6350" marT="6350" marB="0" anchor="b">
                    <a:solidFill>
                      <a:schemeClr val="accent6">
                        <a:lumMod val="60000"/>
                        <a:lumOff val="40000"/>
                      </a:schemeClr>
                    </a:solidFill>
                  </a:tcPr>
                </a:tc>
                <a:tc>
                  <a:txBody>
                    <a:bodyPr/>
                    <a:lstStyle/>
                    <a:p>
                      <a:pPr algn="r" fontAlgn="b">
                        <a:buNone/>
                      </a:pPr>
                      <a:r>
                        <a:rPr lang="fr-FR" sz="1100" b="0" i="0" u="none" strike="noStrike">
                          <a:solidFill>
                            <a:srgbClr val="000000"/>
                          </a:solidFill>
                          <a:effectLst/>
                          <a:latin typeface="Aptos Narrow" panose="020B0004020202020204" pitchFamily="34" charset="0"/>
                        </a:rPr>
                        <a:t>38,5%</a:t>
                      </a:r>
                    </a:p>
                  </a:txBody>
                  <a:tcPr marL="6350" marR="6350" marT="6350" marB="0" anchor="b">
                    <a:solidFill>
                      <a:schemeClr val="accent6">
                        <a:lumMod val="60000"/>
                        <a:lumOff val="40000"/>
                      </a:schemeClr>
                    </a:solidFill>
                  </a:tcPr>
                </a:tc>
                <a:tc>
                  <a:txBody>
                    <a:bodyPr/>
                    <a:lstStyle/>
                    <a:p>
                      <a:pPr algn="r" fontAlgn="b">
                        <a:buNone/>
                      </a:pPr>
                      <a:r>
                        <a:rPr lang="fr-FR" sz="1100" b="0" i="0" u="none" strike="noStrike">
                          <a:solidFill>
                            <a:srgbClr val="000000"/>
                          </a:solidFill>
                          <a:effectLst/>
                          <a:latin typeface="Aptos Narrow" panose="020B0004020202020204" pitchFamily="34" charset="0"/>
                        </a:rPr>
                        <a:t>20,5%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0,9%</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117</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504019667"/>
                  </a:ext>
                </a:extLst>
              </a:tr>
              <a:tr h="163313">
                <a:tc>
                  <a:txBody>
                    <a:bodyPr/>
                    <a:lstStyle/>
                    <a:p>
                      <a:pPr algn="l" fontAlgn="b">
                        <a:buNone/>
                      </a:pPr>
                      <a:r>
                        <a:rPr lang="fr-FR" sz="1100" u="none" strike="noStrike">
                          <a:effectLst/>
                          <a:latin typeface="Aptos Narrow" panose="020B0004020202020204" pitchFamily="34" charset="0"/>
                        </a:rPr>
                        <a:t>Park </a:t>
                      </a:r>
                      <a:r>
                        <a:rPr lang="fr-FR" sz="1100" u="none" strike="noStrike" err="1">
                          <a:effectLst/>
                          <a:latin typeface="Aptos Narrow" panose="020B0004020202020204" pitchFamily="34" charset="0"/>
                        </a:rPr>
                        <a:t>Allgäu</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4,9%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69,1%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7,4%</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834</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3905561779"/>
                  </a:ext>
                </a:extLst>
              </a:tr>
              <a:tr h="163313">
                <a:tc>
                  <a:txBody>
                    <a:bodyPr/>
                    <a:lstStyle/>
                    <a:p>
                      <a:pPr algn="l" fontAlgn="b">
                        <a:buNone/>
                      </a:pPr>
                      <a:r>
                        <a:rPr lang="fr-FR" sz="1100" u="none" strike="noStrike">
                          <a:effectLst/>
                          <a:latin typeface="Aptos Narrow" panose="020B0004020202020204" pitchFamily="34" charset="0"/>
                        </a:rPr>
                        <a:t>Park </a:t>
                      </a:r>
                      <a:r>
                        <a:rPr lang="fr-FR" sz="1100" u="none" strike="noStrike" err="1">
                          <a:effectLst/>
                          <a:latin typeface="Aptos Narrow" panose="020B0004020202020204" pitchFamily="34" charset="0"/>
                        </a:rPr>
                        <a:t>Bostalsee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9,2%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63,7%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9,5%</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325</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189806632"/>
                  </a:ext>
                </a:extLst>
              </a:tr>
              <a:tr h="163313">
                <a:tc>
                  <a:txBody>
                    <a:bodyPr/>
                    <a:lstStyle/>
                    <a:p>
                      <a:pPr algn="l" fontAlgn="b">
                        <a:buNone/>
                      </a:pPr>
                      <a:r>
                        <a:rPr lang="fr-FR" sz="1100" u="none" strike="noStrike">
                          <a:effectLst/>
                          <a:latin typeface="Aptos Narrow" panose="020B0004020202020204" pitchFamily="34" charset="0"/>
                        </a:rPr>
                        <a:t>Park De Haan</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12,0%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59,4%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10,3%</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350</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3780293122"/>
                  </a:ext>
                </a:extLst>
              </a:tr>
              <a:tr h="163313">
                <a:tc>
                  <a:txBody>
                    <a:bodyPr/>
                    <a:lstStyle/>
                    <a:p>
                      <a:pPr algn="l" fontAlgn="b">
                        <a:buNone/>
                      </a:pPr>
                      <a:r>
                        <a:rPr lang="fr-FR" sz="1100" u="none" strike="noStrike">
                          <a:effectLst/>
                          <a:latin typeface="Aptos Narrow" panose="020B0004020202020204" pitchFamily="34" charset="0"/>
                        </a:rPr>
                        <a:t>Park Eifel</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9,8%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36,9%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50,0%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336</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182503866"/>
                  </a:ext>
                </a:extLst>
              </a:tr>
              <a:tr h="163313">
                <a:tc>
                  <a:txBody>
                    <a:bodyPr/>
                    <a:lstStyle/>
                    <a:p>
                      <a:pPr algn="l" fontAlgn="b">
                        <a:buNone/>
                      </a:pPr>
                      <a:r>
                        <a:rPr lang="fr-FR" sz="1100" u="none" strike="noStrike">
                          <a:effectLst/>
                          <a:latin typeface="Aptos Narrow" panose="020B0004020202020204" pitchFamily="34" charset="0"/>
                        </a:rPr>
                        <a:t>Park </a:t>
                      </a:r>
                      <a:r>
                        <a:rPr lang="fr-FR" sz="1100" u="none" strike="noStrike" err="1">
                          <a:effectLst/>
                          <a:latin typeface="Aptos Narrow" panose="020B0004020202020204" pitchFamily="34" charset="0"/>
                        </a:rPr>
                        <a:t>Hochsauerland</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7,0%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24,5%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66,0%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2,5%</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473</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2027455257"/>
                  </a:ext>
                </a:extLst>
              </a:tr>
              <a:tr h="163313">
                <a:tc>
                  <a:txBody>
                    <a:bodyPr/>
                    <a:lstStyle/>
                    <a:p>
                      <a:pPr algn="l" fontAlgn="b">
                        <a:buNone/>
                      </a:pPr>
                      <a:r>
                        <a:rPr lang="fr-FR" sz="1100" u="none" strike="noStrike">
                          <a:effectLst/>
                          <a:latin typeface="Aptos Narrow" panose="020B0004020202020204" pitchFamily="34" charset="0"/>
                        </a:rPr>
                        <a:t>Park </a:t>
                      </a:r>
                      <a:r>
                        <a:rPr lang="fr-FR" sz="1100" u="none" strike="noStrike" err="1">
                          <a:effectLst/>
                          <a:latin typeface="Aptos Narrow" panose="020B0004020202020204" pitchFamily="34" charset="0"/>
                        </a:rPr>
                        <a:t>Nordseeküste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9,3%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26,5%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58,1%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6,1%</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279</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476749245"/>
                  </a:ext>
                </a:extLst>
              </a:tr>
              <a:tr h="163313">
                <a:tc>
                  <a:txBody>
                    <a:bodyPr/>
                    <a:lstStyle/>
                    <a:p>
                      <a:pPr algn="l" fontAlgn="b">
                        <a:buNone/>
                      </a:pPr>
                      <a:r>
                        <a:rPr lang="fr-FR" sz="1100" u="none" strike="noStrike">
                          <a:effectLst/>
                          <a:latin typeface="Aptos Narrow" panose="020B0004020202020204" pitchFamily="34" charset="0"/>
                        </a:rPr>
                        <a:t>Park </a:t>
                      </a:r>
                      <a:r>
                        <a:rPr lang="fr-FR" sz="1100" u="none" strike="noStrike" err="1">
                          <a:effectLst/>
                          <a:latin typeface="Aptos Narrow" panose="020B0004020202020204" pitchFamily="34" charset="0"/>
                        </a:rPr>
                        <a:t>Zandvoort</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24,7%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27,7%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44,6%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336</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2615424459"/>
                  </a:ext>
                </a:extLst>
              </a:tr>
              <a:tr h="163313">
                <a:tc>
                  <a:txBody>
                    <a:bodyPr/>
                    <a:lstStyle/>
                    <a:p>
                      <a:pPr algn="l" fontAlgn="b">
                        <a:buNone/>
                      </a:pPr>
                      <a:r>
                        <a:rPr lang="fr-FR" sz="1100" u="none" strike="noStrike">
                          <a:effectLst/>
                          <a:latin typeface="Aptos Narrow" panose="020B0004020202020204" pitchFamily="34" charset="0"/>
                        </a:rPr>
                        <a:t>Port Zélande</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13,6%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21,1%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59,5%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5,7%</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383</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2840509716"/>
                  </a:ext>
                </a:extLst>
              </a:tr>
              <a:tr h="163313">
                <a:tc>
                  <a:txBody>
                    <a:bodyPr/>
                    <a:lstStyle/>
                    <a:p>
                      <a:pPr algn="l" fontAlgn="b">
                        <a:buNone/>
                      </a:pPr>
                      <a:r>
                        <a:rPr lang="fr-FR" sz="1100" u="none" strike="noStrike" err="1">
                          <a:effectLst/>
                          <a:latin typeface="Aptos Narrow" panose="020B0004020202020204" pitchFamily="34" charset="0"/>
                        </a:rPr>
                        <a:t>Terhills</a:t>
                      </a:r>
                      <a:r>
                        <a:rPr lang="fr-FR" sz="1100" u="none" strike="noStrike">
                          <a:effectLst/>
                          <a:latin typeface="Aptos Narrow" panose="020B0004020202020204" pitchFamily="34" charset="0"/>
                        </a:rPr>
                        <a:t> </a:t>
                      </a:r>
                      <a:r>
                        <a:rPr lang="fr-FR" sz="1100" u="none" strike="noStrike" err="1">
                          <a:effectLst/>
                          <a:latin typeface="Aptos Narrow" panose="020B0004020202020204" pitchFamily="34" charset="0"/>
                        </a:rPr>
                        <a:t>Resort</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26,7%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31,8%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39,2%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2,3%</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176</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2998663402"/>
                  </a:ext>
                </a:extLst>
              </a:tr>
              <a:tr h="163313">
                <a:tc>
                  <a:txBody>
                    <a:bodyPr/>
                    <a:lstStyle/>
                    <a:p>
                      <a:pPr algn="l" fontAlgn="b">
                        <a:buNone/>
                      </a:pPr>
                      <a:r>
                        <a:rPr lang="fr-FR" sz="1100" u="none" strike="noStrike">
                          <a:effectLst/>
                          <a:latin typeface="Aptos Narrow" panose="020B0004020202020204" pitchFamily="34" charset="0"/>
                        </a:rPr>
                        <a:t>Villages Nature Paris</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5,5%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25,4%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51,4%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17,7%</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311</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3303663928"/>
                  </a:ext>
                </a:extLst>
              </a:tr>
              <a:tr h="163313">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3279" marR="3279" marT="3279" marB="0" anchor="b"/>
                </a:tc>
                <a:tc>
                  <a:txBody>
                    <a:bodyPr/>
                    <a:lstStyle/>
                    <a:p>
                      <a:pPr algn="r" fontAlgn="b">
                        <a:buNone/>
                      </a:pPr>
                      <a:r>
                        <a:rPr lang="fr-FR" sz="1100" b="0" i="0" u="none" strike="noStrike">
                          <a:solidFill>
                            <a:srgbClr val="000000"/>
                          </a:solidFill>
                          <a:effectLst/>
                          <a:latin typeface="Aptos Narrow" panose="020B0004020202020204" pitchFamily="34" charset="0"/>
                        </a:rPr>
                        <a:t>8,2%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59,5%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13,7%</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10515</a:t>
                      </a:r>
                      <a:endParaRPr lang="fr-FR" sz="1100" b="0" i="0" u="none" strike="noStrike">
                        <a:solidFill>
                          <a:schemeClr val="bg1">
                            <a:lumMod val="10000"/>
                          </a:schemeClr>
                        </a:solidFill>
                        <a:effectLst/>
                        <a:latin typeface="Aptos Narrow" panose="020B0004020202020204" pitchFamily="34" charset="0"/>
                      </a:endParaRPr>
                    </a:p>
                  </a:txBody>
                  <a:tcPr marL="3279" marR="3279" marT="3279" marB="0" anchor="b"/>
                </a:tc>
                <a:extLst>
                  <a:ext uri="{0D108BD9-81ED-4DB2-BD59-A6C34878D82A}">
                    <a16:rowId xmlns:a16="http://schemas.microsoft.com/office/drawing/2014/main" val="869080048"/>
                  </a:ext>
                </a:extLst>
              </a:tr>
            </a:tbl>
          </a:graphicData>
        </a:graphic>
      </p:graphicFrame>
      <p:sp>
        <p:nvSpPr>
          <p:cNvPr id="10" name="Rectangle : coins arrondis 9">
            <a:extLst>
              <a:ext uri="{FF2B5EF4-FFF2-40B4-BE49-F238E27FC236}">
                <a16:creationId xmlns:a16="http://schemas.microsoft.com/office/drawing/2014/main" id="{E0A1DECD-5C87-59A1-82C4-B6EFA8B00539}"/>
              </a:ext>
            </a:extLst>
          </p:cNvPr>
          <p:cNvSpPr/>
          <p:nvPr/>
        </p:nvSpPr>
        <p:spPr>
          <a:xfrm>
            <a:off x="334962" y="1298888"/>
            <a:ext cx="4632963" cy="744717"/>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cs typeface="Bagoss Standard"/>
              </a:rPr>
              <a:t>Majority of guests visit the aqua mundo once a day (6261 </a:t>
            </a:r>
            <a:r>
              <a:rPr lang="en-US" sz="1400" err="1">
                <a:solidFill>
                  <a:schemeClr val="bg1"/>
                </a:solidFill>
                <a:cs typeface="Bagoss Standard"/>
              </a:rPr>
              <a:t>repondents</a:t>
            </a:r>
            <a:r>
              <a:rPr lang="en-US" sz="1400">
                <a:solidFill>
                  <a:schemeClr val="bg1"/>
                </a:solidFill>
                <a:cs typeface="Bagoss Standard"/>
              </a:rPr>
              <a:t> which represents </a:t>
            </a:r>
            <a:r>
              <a:rPr lang="en-US" sz="1400" b="1">
                <a:solidFill>
                  <a:schemeClr val="bg1"/>
                </a:solidFill>
                <a:cs typeface="Bagoss Standard"/>
              </a:rPr>
              <a:t>59,54 % </a:t>
            </a:r>
            <a:r>
              <a:rPr lang="en-US" sz="1400">
                <a:solidFill>
                  <a:schemeClr val="bg1"/>
                </a:solidFill>
                <a:cs typeface="Bagoss Standard"/>
              </a:rPr>
              <a:t>of total respondents)</a:t>
            </a:r>
            <a:endParaRPr lang="fr-FR" sz="1400"/>
          </a:p>
        </p:txBody>
      </p:sp>
      <p:sp>
        <p:nvSpPr>
          <p:cNvPr id="12" name="Rectangle : coins arrondis 11">
            <a:extLst>
              <a:ext uri="{FF2B5EF4-FFF2-40B4-BE49-F238E27FC236}">
                <a16:creationId xmlns:a16="http://schemas.microsoft.com/office/drawing/2014/main" id="{643A90F7-44FE-63FC-B515-5170FF37952A}"/>
              </a:ext>
            </a:extLst>
          </p:cNvPr>
          <p:cNvSpPr/>
          <p:nvPr/>
        </p:nvSpPr>
        <p:spPr>
          <a:xfrm>
            <a:off x="334960" y="2498280"/>
            <a:ext cx="4632963" cy="744717"/>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b="1">
                <a:solidFill>
                  <a:schemeClr val="bg1"/>
                </a:solidFill>
                <a:cs typeface="Tahoma"/>
              </a:rPr>
              <a:t>EP </a:t>
            </a:r>
            <a:r>
              <a:rPr lang="en-US" sz="1400">
                <a:solidFill>
                  <a:schemeClr val="bg1"/>
                </a:solidFill>
                <a:cs typeface="Tahoma"/>
              </a:rPr>
              <a:t>has the highest % of respondents who visit the aqua </a:t>
            </a:r>
            <a:r>
              <a:rPr lang="en-US" sz="1400" err="1">
                <a:solidFill>
                  <a:schemeClr val="bg1"/>
                </a:solidFill>
                <a:cs typeface="Tahoma"/>
              </a:rPr>
              <a:t>mundo</a:t>
            </a:r>
            <a:r>
              <a:rPr lang="en-US" sz="1400">
                <a:solidFill>
                  <a:schemeClr val="bg1"/>
                </a:solidFill>
                <a:cs typeface="Tahoma"/>
              </a:rPr>
              <a:t> once a day </a:t>
            </a:r>
            <a:r>
              <a:rPr lang="en-US" sz="1400" b="1">
                <a:solidFill>
                  <a:schemeClr val="bg1"/>
                </a:solidFill>
                <a:cs typeface="Tahoma"/>
              </a:rPr>
              <a:t>(70.1)</a:t>
            </a:r>
            <a:endParaRPr lang="en-US" b="1">
              <a:solidFill>
                <a:schemeClr val="bg1"/>
              </a:solidFill>
              <a:cs typeface="Tahoma"/>
            </a:endParaRPr>
          </a:p>
        </p:txBody>
      </p:sp>
      <p:sp>
        <p:nvSpPr>
          <p:cNvPr id="13" name="Rectangle : coins arrondis 12">
            <a:extLst>
              <a:ext uri="{FF2B5EF4-FFF2-40B4-BE49-F238E27FC236}">
                <a16:creationId xmlns:a16="http://schemas.microsoft.com/office/drawing/2014/main" id="{71525EFF-AD11-C668-5349-E2E6D7217B88}"/>
              </a:ext>
            </a:extLst>
          </p:cNvPr>
          <p:cNvSpPr/>
          <p:nvPr/>
        </p:nvSpPr>
        <p:spPr>
          <a:xfrm>
            <a:off x="334960" y="3739369"/>
            <a:ext cx="4632963" cy="998279"/>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bg1"/>
                </a:solidFill>
                <a:cs typeface="Bagoss Standard"/>
              </a:rPr>
              <a:t>BD</a:t>
            </a:r>
            <a:r>
              <a:rPr lang="en-US" sz="1400">
                <a:solidFill>
                  <a:schemeClr val="bg1"/>
                </a:solidFill>
                <a:cs typeface="Bagoss Standard"/>
              </a:rPr>
              <a:t> receives the highest % of respondents who visit the Aqua Mundo several times a day (46.1%) </a:t>
            </a:r>
          </a:p>
          <a:p>
            <a:pPr lvl="0">
              <a:buClr>
                <a:srgbClr val="045E51"/>
              </a:buClr>
              <a:defRPr/>
            </a:pPr>
            <a:r>
              <a:rPr lang="en-US" sz="1400">
                <a:solidFill>
                  <a:schemeClr val="bg1"/>
                </a:solidFill>
                <a:cs typeface="Bagoss Standard"/>
              </a:rPr>
              <a:t>BD’s Aqua Mundo experience is very appreciated</a:t>
            </a:r>
            <a:endParaRPr lang="fr-FR" sz="1400">
              <a:solidFill>
                <a:schemeClr val="bg1"/>
              </a:solidFill>
              <a:cs typeface="Bagoss Standard"/>
            </a:endParaRPr>
          </a:p>
        </p:txBody>
      </p:sp>
      <p:sp>
        <p:nvSpPr>
          <p:cNvPr id="14" name="Flèche : bas 13">
            <a:extLst>
              <a:ext uri="{FF2B5EF4-FFF2-40B4-BE49-F238E27FC236}">
                <a16:creationId xmlns:a16="http://schemas.microsoft.com/office/drawing/2014/main" id="{2A8AA84E-22CC-3E70-901D-A80064A83C34}"/>
              </a:ext>
            </a:extLst>
          </p:cNvPr>
          <p:cNvSpPr/>
          <p:nvPr/>
        </p:nvSpPr>
        <p:spPr>
          <a:xfrm>
            <a:off x="2448765" y="2098678"/>
            <a:ext cx="407558" cy="344529"/>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Flèche : bas 15">
            <a:extLst>
              <a:ext uri="{FF2B5EF4-FFF2-40B4-BE49-F238E27FC236}">
                <a16:creationId xmlns:a16="http://schemas.microsoft.com/office/drawing/2014/main" id="{B39BE5AF-2EAB-AAC9-B998-59CD2B717CCF}"/>
              </a:ext>
            </a:extLst>
          </p:cNvPr>
          <p:cNvSpPr/>
          <p:nvPr/>
        </p:nvSpPr>
        <p:spPr>
          <a:xfrm>
            <a:off x="2446559" y="3298070"/>
            <a:ext cx="407558" cy="386499"/>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8" name="Connecteur droit avec flèche 17">
            <a:extLst>
              <a:ext uri="{FF2B5EF4-FFF2-40B4-BE49-F238E27FC236}">
                <a16:creationId xmlns:a16="http://schemas.microsoft.com/office/drawing/2014/main" id="{D1B4E851-7393-D586-AD17-EB02DC3A8C02}"/>
              </a:ext>
            </a:extLst>
          </p:cNvPr>
          <p:cNvCxnSpPr>
            <a:cxnSpLocks/>
          </p:cNvCxnSpPr>
          <p:nvPr/>
        </p:nvCxnSpPr>
        <p:spPr>
          <a:xfrm>
            <a:off x="4465088" y="4238508"/>
            <a:ext cx="270329"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 coins arrondis 19">
            <a:extLst>
              <a:ext uri="{FF2B5EF4-FFF2-40B4-BE49-F238E27FC236}">
                <a16:creationId xmlns:a16="http://schemas.microsoft.com/office/drawing/2014/main" id="{189B965A-4538-5978-6A60-733995F21EC5}"/>
              </a:ext>
            </a:extLst>
          </p:cNvPr>
          <p:cNvSpPr/>
          <p:nvPr/>
        </p:nvSpPr>
        <p:spPr>
          <a:xfrm>
            <a:off x="333856" y="5234020"/>
            <a:ext cx="4632963" cy="847291"/>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bg1"/>
                </a:solidFill>
                <a:cs typeface="Bagoss Standard"/>
              </a:rPr>
              <a:t>SR</a:t>
            </a:r>
            <a:r>
              <a:rPr lang="en-US" sz="1400">
                <a:solidFill>
                  <a:schemeClr val="bg1"/>
                </a:solidFill>
                <a:cs typeface="Bagoss Standard"/>
              </a:rPr>
              <a:t> receives the highest % of respondents who did not visit the Aqua Mundo (40.2%)</a:t>
            </a:r>
            <a:endParaRPr lang="fr-FR" sz="1400">
              <a:solidFill>
                <a:schemeClr val="bg1"/>
              </a:solidFill>
              <a:cs typeface="Bagoss Standard"/>
            </a:endParaRPr>
          </a:p>
        </p:txBody>
      </p:sp>
      <p:sp>
        <p:nvSpPr>
          <p:cNvPr id="21" name="Flèche : bas 20">
            <a:extLst>
              <a:ext uri="{FF2B5EF4-FFF2-40B4-BE49-F238E27FC236}">
                <a16:creationId xmlns:a16="http://schemas.microsoft.com/office/drawing/2014/main" id="{FEB3DA18-4694-3262-6F8D-D80C7ED8391E}"/>
              </a:ext>
            </a:extLst>
          </p:cNvPr>
          <p:cNvSpPr/>
          <p:nvPr/>
        </p:nvSpPr>
        <p:spPr>
          <a:xfrm>
            <a:off x="2446559" y="4792448"/>
            <a:ext cx="407558" cy="338702"/>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38898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55806-CC73-5E76-E3C8-E1CEA64707D6}"/>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C0F3E74-8D64-25C6-5DF7-94E660DC673F}"/>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8</a:t>
            </a:fld>
            <a:endParaRPr lang="en-US"/>
          </a:p>
        </p:txBody>
      </p:sp>
      <p:sp>
        <p:nvSpPr>
          <p:cNvPr id="4" name="Espace réservé de la date 3">
            <a:extLst>
              <a:ext uri="{FF2B5EF4-FFF2-40B4-BE49-F238E27FC236}">
                <a16:creationId xmlns:a16="http://schemas.microsoft.com/office/drawing/2014/main" id="{0F4C1995-F98B-D318-6821-0B6C5042440E}"/>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7B8E0907-CC85-14AD-E8AB-866EC021B98C}"/>
              </a:ext>
            </a:extLst>
          </p:cNvPr>
          <p:cNvSpPr>
            <a:spLocks noGrp="1"/>
          </p:cNvSpPr>
          <p:nvPr>
            <p:ph type="title"/>
          </p:nvPr>
        </p:nvSpPr>
        <p:spPr>
          <a:xfrm>
            <a:off x="334963" y="303238"/>
            <a:ext cx="10277583" cy="487938"/>
          </a:xfrm>
        </p:spPr>
        <p:txBody>
          <a:bodyPr lIns="0" tIns="0" rIns="0" bIns="0" anchor="ctr" anchorCtr="0">
            <a:normAutofit/>
          </a:bodyPr>
          <a:lstStyle/>
          <a:p>
            <a:r>
              <a:rPr lang="en-US"/>
              <a:t>Frequency of visits (Household Structure (01/03/2026 – 30/04/2026))</a:t>
            </a:r>
            <a:endParaRPr lang="fr-FR"/>
          </a:p>
        </p:txBody>
      </p:sp>
      <p:sp>
        <p:nvSpPr>
          <p:cNvPr id="10" name="Rectangle : coins arrondis 9">
            <a:extLst>
              <a:ext uri="{FF2B5EF4-FFF2-40B4-BE49-F238E27FC236}">
                <a16:creationId xmlns:a16="http://schemas.microsoft.com/office/drawing/2014/main" id="{1125A019-6E8E-EFB9-F4AE-2E5E083E37A8}"/>
              </a:ext>
            </a:extLst>
          </p:cNvPr>
          <p:cNvSpPr/>
          <p:nvPr/>
        </p:nvSpPr>
        <p:spPr>
          <a:xfrm>
            <a:off x="334963" y="1187879"/>
            <a:ext cx="4632963" cy="67189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cs typeface="Bagoss Standard"/>
              </a:rPr>
              <a:t>Majority of guests visit the aqua mundo once a day (1415 </a:t>
            </a:r>
            <a:r>
              <a:rPr lang="en-US" sz="1400" err="1">
                <a:solidFill>
                  <a:schemeClr val="bg1"/>
                </a:solidFill>
                <a:cs typeface="Bagoss Standard"/>
              </a:rPr>
              <a:t>repondents</a:t>
            </a:r>
            <a:r>
              <a:rPr lang="en-US" sz="1400">
                <a:solidFill>
                  <a:schemeClr val="bg1"/>
                </a:solidFill>
                <a:cs typeface="Bagoss Standard"/>
              </a:rPr>
              <a:t> which represents </a:t>
            </a:r>
            <a:r>
              <a:rPr lang="en-US" sz="1400" b="1">
                <a:solidFill>
                  <a:schemeClr val="bg1"/>
                </a:solidFill>
                <a:cs typeface="Bagoss Standard"/>
              </a:rPr>
              <a:t>61.1 % </a:t>
            </a:r>
            <a:r>
              <a:rPr lang="en-US" sz="1400">
                <a:solidFill>
                  <a:schemeClr val="bg1"/>
                </a:solidFill>
                <a:cs typeface="Bagoss Standard"/>
              </a:rPr>
              <a:t>of total respondents)</a:t>
            </a:r>
            <a:endParaRPr lang="fr-FR" sz="1400"/>
          </a:p>
        </p:txBody>
      </p:sp>
      <p:sp>
        <p:nvSpPr>
          <p:cNvPr id="12" name="Rectangle : coins arrondis 11">
            <a:extLst>
              <a:ext uri="{FF2B5EF4-FFF2-40B4-BE49-F238E27FC236}">
                <a16:creationId xmlns:a16="http://schemas.microsoft.com/office/drawing/2014/main" id="{4CD49494-BF7F-E640-DB71-952A6627D476}"/>
              </a:ext>
            </a:extLst>
          </p:cNvPr>
          <p:cNvSpPr/>
          <p:nvPr/>
        </p:nvSpPr>
        <p:spPr>
          <a:xfrm>
            <a:off x="334962" y="2178072"/>
            <a:ext cx="4632963" cy="67189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bg1"/>
                </a:solidFill>
                <a:cs typeface="Bagoss Standard"/>
              </a:rPr>
              <a:t>Seniors &gt;75 have the highest number of respondents who do not visit the Aqua Mundo (</a:t>
            </a:r>
            <a:r>
              <a:rPr lang="en-US" sz="1400" b="1">
                <a:solidFill>
                  <a:schemeClr val="bg1"/>
                </a:solidFill>
                <a:cs typeface="Bagoss Standard"/>
              </a:rPr>
              <a:t>31%)</a:t>
            </a:r>
          </a:p>
        </p:txBody>
      </p:sp>
      <p:sp>
        <p:nvSpPr>
          <p:cNvPr id="13" name="Rectangle : coins arrondis 12">
            <a:extLst>
              <a:ext uri="{FF2B5EF4-FFF2-40B4-BE49-F238E27FC236}">
                <a16:creationId xmlns:a16="http://schemas.microsoft.com/office/drawing/2014/main" id="{150986A6-1277-1643-58A4-C8DDD0DF0529}"/>
              </a:ext>
            </a:extLst>
          </p:cNvPr>
          <p:cNvSpPr/>
          <p:nvPr/>
        </p:nvSpPr>
        <p:spPr>
          <a:xfrm>
            <a:off x="334961" y="3230718"/>
            <a:ext cx="4632963" cy="668467"/>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bg1"/>
                </a:solidFill>
                <a:cs typeface="Bagoss Standard"/>
              </a:rPr>
              <a:t>Young adults 18-34 have the highest % of respondents who visit the Aqua Mundo once during the stay </a:t>
            </a:r>
            <a:r>
              <a:rPr lang="en-US" sz="1400" b="1">
                <a:solidFill>
                  <a:schemeClr val="bg1"/>
                </a:solidFill>
                <a:cs typeface="Bagoss Standard"/>
              </a:rPr>
              <a:t>(37.5%)</a:t>
            </a:r>
          </a:p>
        </p:txBody>
      </p:sp>
      <p:sp>
        <p:nvSpPr>
          <p:cNvPr id="14" name="Flèche : bas 13">
            <a:extLst>
              <a:ext uri="{FF2B5EF4-FFF2-40B4-BE49-F238E27FC236}">
                <a16:creationId xmlns:a16="http://schemas.microsoft.com/office/drawing/2014/main" id="{60E33494-B7E0-8B7F-7374-29A452AD9191}"/>
              </a:ext>
            </a:extLst>
          </p:cNvPr>
          <p:cNvSpPr/>
          <p:nvPr/>
        </p:nvSpPr>
        <p:spPr>
          <a:xfrm>
            <a:off x="2453481" y="1885303"/>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5" name="Tableau 4">
            <a:extLst>
              <a:ext uri="{FF2B5EF4-FFF2-40B4-BE49-F238E27FC236}">
                <a16:creationId xmlns:a16="http://schemas.microsoft.com/office/drawing/2014/main" id="{98AE6B60-883E-32CB-0A66-D2B282135B5E}"/>
              </a:ext>
            </a:extLst>
          </p:cNvPr>
          <p:cNvGraphicFramePr>
            <a:graphicFrameLocks noGrp="1"/>
          </p:cNvGraphicFramePr>
          <p:nvPr>
            <p:extLst>
              <p:ext uri="{D42A27DB-BD31-4B8C-83A1-F6EECF244321}">
                <p14:modId xmlns:p14="http://schemas.microsoft.com/office/powerpoint/2010/main" val="885056674"/>
              </p:ext>
            </p:extLst>
          </p:nvPr>
        </p:nvGraphicFramePr>
        <p:xfrm>
          <a:off x="5397107" y="1644977"/>
          <a:ext cx="6207288" cy="3881400"/>
        </p:xfrm>
        <a:graphic>
          <a:graphicData uri="http://schemas.openxmlformats.org/drawingml/2006/table">
            <a:tbl>
              <a:tblPr firstRow="1" bandRow="1">
                <a:tableStyleId>{5C22544A-7EE6-4342-B048-85BDC9FD1C3A}</a:tableStyleId>
              </a:tblPr>
              <a:tblGrid>
                <a:gridCol w="2016236">
                  <a:extLst>
                    <a:ext uri="{9D8B030D-6E8A-4147-A177-3AD203B41FA5}">
                      <a16:colId xmlns:a16="http://schemas.microsoft.com/office/drawing/2014/main" val="432358987"/>
                    </a:ext>
                  </a:extLst>
                </a:gridCol>
                <a:gridCol w="863391">
                  <a:extLst>
                    <a:ext uri="{9D8B030D-6E8A-4147-A177-3AD203B41FA5}">
                      <a16:colId xmlns:a16="http://schemas.microsoft.com/office/drawing/2014/main" val="3868450274"/>
                    </a:ext>
                  </a:extLst>
                </a:gridCol>
                <a:gridCol w="848412">
                  <a:extLst>
                    <a:ext uri="{9D8B030D-6E8A-4147-A177-3AD203B41FA5}">
                      <a16:colId xmlns:a16="http://schemas.microsoft.com/office/drawing/2014/main" val="1194626215"/>
                    </a:ext>
                  </a:extLst>
                </a:gridCol>
                <a:gridCol w="802828">
                  <a:extLst>
                    <a:ext uri="{9D8B030D-6E8A-4147-A177-3AD203B41FA5}">
                      <a16:colId xmlns:a16="http://schemas.microsoft.com/office/drawing/2014/main" val="4164815720"/>
                    </a:ext>
                  </a:extLst>
                </a:gridCol>
                <a:gridCol w="828009">
                  <a:extLst>
                    <a:ext uri="{9D8B030D-6E8A-4147-A177-3AD203B41FA5}">
                      <a16:colId xmlns:a16="http://schemas.microsoft.com/office/drawing/2014/main" val="2724225156"/>
                    </a:ext>
                  </a:extLst>
                </a:gridCol>
                <a:gridCol w="848412">
                  <a:extLst>
                    <a:ext uri="{9D8B030D-6E8A-4147-A177-3AD203B41FA5}">
                      <a16:colId xmlns:a16="http://schemas.microsoft.com/office/drawing/2014/main" val="3607237520"/>
                    </a:ext>
                  </a:extLst>
                </a:gridCol>
              </a:tblGrid>
              <a:tr h="781090">
                <a:tc>
                  <a:txBody>
                    <a:bodyPr/>
                    <a:lstStyle/>
                    <a:p>
                      <a:pPr algn="l" fontAlgn="b">
                        <a:buNone/>
                      </a:pPr>
                      <a:r>
                        <a:rPr lang="fr-FR" sz="1400" u="none" strike="noStrike" err="1">
                          <a:effectLst/>
                        </a:rPr>
                        <a:t>Household</a:t>
                      </a:r>
                      <a:r>
                        <a:rPr lang="fr-FR" sz="1400" u="none" strike="noStrike">
                          <a:effectLst/>
                        </a:rPr>
                        <a:t> structure</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rPr>
                        <a:t>I </a:t>
                      </a:r>
                      <a:r>
                        <a:rPr lang="fr-FR" sz="1400" u="none" strike="noStrike" err="1">
                          <a:effectLst/>
                        </a:rPr>
                        <a:t>haven't</a:t>
                      </a:r>
                      <a:r>
                        <a:rPr lang="fr-FR" sz="1400" u="none" strike="noStrike">
                          <a:effectLst/>
                        </a:rPr>
                        <a:t> </a:t>
                      </a:r>
                      <a:r>
                        <a:rPr lang="fr-FR" sz="1400" u="none" strike="noStrike" err="1">
                          <a:effectLst/>
                        </a:rPr>
                        <a:t>visited</a:t>
                      </a:r>
                      <a:r>
                        <a:rPr lang="fr-FR" sz="1400" u="none" strike="noStrike">
                          <a:effectLst/>
                        </a:rPr>
                        <a:t> </a:t>
                      </a:r>
                      <a:r>
                        <a:rPr lang="fr-FR" sz="1400" u="none" strike="noStrike" err="1">
                          <a:effectLst/>
                        </a:rPr>
                        <a:t>it</a:t>
                      </a:r>
                      <a:endParaRPr lang="fr-FR" sz="1400" b="0" i="0" u="none" strike="noStrike">
                        <a:solidFill>
                          <a:srgbClr val="000000"/>
                        </a:solidFill>
                        <a:effectLst/>
                        <a:latin typeface="Segoe UI" panose="020B0502040204020203" pitchFamily="34" charset="0"/>
                      </a:endParaRPr>
                    </a:p>
                  </a:txBody>
                  <a:tcPr marL="6350" marR="6350" marT="6350" marB="0" anchor="b"/>
                </a:tc>
                <a:tc>
                  <a:txBody>
                    <a:bodyPr/>
                    <a:lstStyle/>
                    <a:p>
                      <a:pPr algn="l" fontAlgn="b">
                        <a:buNone/>
                      </a:pPr>
                      <a:r>
                        <a:rPr lang="fr-FR" sz="1400" u="none" strike="noStrike">
                          <a:effectLst/>
                        </a:rPr>
                        <a:t>Once </a:t>
                      </a:r>
                      <a:r>
                        <a:rPr lang="fr-FR" sz="1400" u="none" strike="noStrike" err="1">
                          <a:effectLst/>
                        </a:rPr>
                        <a:t>during</a:t>
                      </a:r>
                      <a:r>
                        <a:rPr lang="fr-FR" sz="1400" u="none" strike="noStrike">
                          <a:effectLst/>
                        </a:rPr>
                        <a:t> the </a:t>
                      </a:r>
                      <a:r>
                        <a:rPr lang="fr-FR" sz="1400" u="none" strike="noStrike" err="1">
                          <a:effectLst/>
                        </a:rPr>
                        <a:t>stay</a:t>
                      </a:r>
                      <a:endParaRPr lang="fr-FR" sz="1400" b="0" i="0" u="none" strike="noStrike">
                        <a:solidFill>
                          <a:srgbClr val="000000"/>
                        </a:solidFill>
                        <a:effectLst/>
                        <a:latin typeface="Segoe UI" panose="020B0502040204020203" pitchFamily="34" charset="0"/>
                      </a:endParaRPr>
                    </a:p>
                  </a:txBody>
                  <a:tcPr marL="6350" marR="6350" marT="6350" marB="0" anchor="b"/>
                </a:tc>
                <a:tc>
                  <a:txBody>
                    <a:bodyPr/>
                    <a:lstStyle/>
                    <a:p>
                      <a:pPr algn="l" fontAlgn="b">
                        <a:buNone/>
                      </a:pPr>
                      <a:r>
                        <a:rPr lang="fr-FR" sz="1400" u="none" strike="noStrike">
                          <a:effectLst/>
                        </a:rPr>
                        <a:t>Once a </a:t>
                      </a:r>
                      <a:r>
                        <a:rPr lang="fr-FR" sz="1400" u="none" strike="noStrike" err="1">
                          <a:effectLst/>
                        </a:rPr>
                        <a:t>day</a:t>
                      </a:r>
                      <a:endParaRPr lang="fr-FR" sz="1400" b="0" i="0" u="none" strike="noStrike">
                        <a:solidFill>
                          <a:srgbClr val="000000"/>
                        </a:solidFill>
                        <a:effectLst/>
                        <a:latin typeface="Segoe UI" panose="020B0502040204020203" pitchFamily="34" charset="0"/>
                      </a:endParaRPr>
                    </a:p>
                  </a:txBody>
                  <a:tcPr marL="6350" marR="6350" marT="6350" marB="0" anchor="b"/>
                </a:tc>
                <a:tc>
                  <a:txBody>
                    <a:bodyPr/>
                    <a:lstStyle/>
                    <a:p>
                      <a:pPr algn="l" fontAlgn="b">
                        <a:buNone/>
                      </a:pPr>
                      <a:r>
                        <a:rPr lang="fr-FR" sz="1400" u="none" strike="noStrike" err="1">
                          <a:effectLst/>
                        </a:rPr>
                        <a:t>Several</a:t>
                      </a:r>
                      <a:r>
                        <a:rPr lang="fr-FR" sz="1400" u="none" strike="noStrike">
                          <a:effectLst/>
                        </a:rPr>
                        <a:t> times a </a:t>
                      </a:r>
                      <a:r>
                        <a:rPr lang="fr-FR" sz="1400" u="none" strike="noStrike" err="1">
                          <a:effectLst/>
                        </a:rPr>
                        <a:t>day</a:t>
                      </a:r>
                      <a:endParaRPr lang="fr-FR" sz="1400" b="0" i="0" u="none" strike="noStrike">
                        <a:solidFill>
                          <a:srgbClr val="000000"/>
                        </a:solidFill>
                        <a:effectLst/>
                        <a:latin typeface="Segoe UI" panose="020B0502040204020203" pitchFamily="34" charset="0"/>
                      </a:endParaRPr>
                    </a:p>
                  </a:txBody>
                  <a:tcPr marL="6350" marR="6350" marT="6350" marB="0" anchor="b"/>
                </a:tc>
                <a:tc>
                  <a:txBody>
                    <a:bodyPr/>
                    <a:lstStyle/>
                    <a:p>
                      <a:pPr algn="l" fontAlgn="b">
                        <a:buNone/>
                      </a:pPr>
                      <a:r>
                        <a:rPr lang="fr-FR" sz="1400" u="none" strike="noStrike">
                          <a:effectLst/>
                        </a:rPr>
                        <a:t>Total</a:t>
                      </a:r>
                      <a:endParaRPr lang="fr-FR"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870942698"/>
                  </a:ext>
                </a:extLst>
              </a:tr>
              <a:tr h="296360">
                <a:tc>
                  <a:txBody>
                    <a:bodyPr/>
                    <a:lstStyle/>
                    <a:p>
                      <a:pPr algn="l" fontAlgn="b">
                        <a:buNone/>
                      </a:pPr>
                      <a:r>
                        <a:rPr lang="fr-FR" sz="1400" u="none" strike="noStrike" err="1">
                          <a:solidFill>
                            <a:srgbClr val="00192E"/>
                          </a:solidFill>
                          <a:effectLst/>
                        </a:rPr>
                        <a:t>Adults</a:t>
                      </a:r>
                      <a:r>
                        <a:rPr lang="fr-FR" sz="1400" u="none" strike="noStrike">
                          <a:solidFill>
                            <a:srgbClr val="00192E"/>
                          </a:solidFill>
                          <a:effectLst/>
                        </a:rPr>
                        <a:t> 35-54</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15,9%</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25,9%</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47,1%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11,2%</a:t>
                      </a:r>
                    </a:p>
                  </a:txBody>
                  <a:tcPr marL="6350" marR="6350" marT="6350" marB="0" anchor="b"/>
                </a:tc>
                <a:tc>
                  <a:txBody>
                    <a:bodyPr/>
                    <a:lstStyle/>
                    <a:p>
                      <a:pPr algn="r" fontAlgn="b">
                        <a:buNone/>
                      </a:pPr>
                      <a:r>
                        <a:rPr lang="fr-FR" sz="1400" b="0" i="0" u="none" strike="noStrike">
                          <a:solidFill>
                            <a:srgbClr val="00192E"/>
                          </a:solidFill>
                          <a:effectLst/>
                          <a:latin typeface="Aptos Narrow" panose="020B0004020202020204" pitchFamily="34" charset="0"/>
                        </a:rPr>
                        <a:t>170</a:t>
                      </a:r>
                    </a:p>
                  </a:txBody>
                  <a:tcPr marL="6350" marR="6350" marT="6350" marB="0" anchor="b"/>
                </a:tc>
                <a:extLst>
                  <a:ext uri="{0D108BD9-81ED-4DB2-BD59-A6C34878D82A}">
                    <a16:rowId xmlns:a16="http://schemas.microsoft.com/office/drawing/2014/main" val="150293949"/>
                  </a:ext>
                </a:extLst>
              </a:tr>
              <a:tr h="296360">
                <a:tc>
                  <a:txBody>
                    <a:bodyPr/>
                    <a:lstStyle/>
                    <a:p>
                      <a:pPr algn="l" fontAlgn="b">
                        <a:buNone/>
                      </a:pPr>
                      <a:r>
                        <a:rPr lang="fr-FR" sz="1400" u="none" strike="noStrike">
                          <a:solidFill>
                            <a:srgbClr val="00192E"/>
                          </a:solidFill>
                          <a:effectLst/>
                        </a:rPr>
                        <a:t>Family </a:t>
                      </a:r>
                      <a:r>
                        <a:rPr lang="fr-FR" sz="1400" u="none" strike="noStrike" err="1">
                          <a:solidFill>
                            <a:srgbClr val="00192E"/>
                          </a:solidFill>
                          <a:effectLst/>
                        </a:rPr>
                        <a:t>with</a:t>
                      </a:r>
                      <a:r>
                        <a:rPr lang="fr-FR" sz="1400" u="none" strike="noStrike">
                          <a:solidFill>
                            <a:srgbClr val="00192E"/>
                          </a:solidFill>
                          <a:effectLst/>
                        </a:rPr>
                        <a:t> </a:t>
                      </a:r>
                      <a:r>
                        <a:rPr lang="fr-FR" sz="1400" u="none" strike="noStrike" err="1">
                          <a:solidFill>
                            <a:srgbClr val="00192E"/>
                          </a:solidFill>
                          <a:effectLst/>
                        </a:rPr>
                        <a:t>Children</a:t>
                      </a:r>
                      <a:r>
                        <a:rPr lang="fr-FR" sz="1400" u="none" strike="noStrike">
                          <a:solidFill>
                            <a:srgbClr val="00192E"/>
                          </a:solidFill>
                          <a:effectLst/>
                        </a:rPr>
                        <a:t> 0-2</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7,7%</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26,9%</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61,5%</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3,8%</a:t>
                      </a:r>
                    </a:p>
                  </a:txBody>
                  <a:tcPr marL="6350" marR="6350" marT="6350" marB="0" anchor="b"/>
                </a:tc>
                <a:tc>
                  <a:txBody>
                    <a:bodyPr/>
                    <a:lstStyle/>
                    <a:p>
                      <a:pPr algn="r" fontAlgn="b">
                        <a:buNone/>
                      </a:pPr>
                      <a:r>
                        <a:rPr lang="fr-FR" sz="1400" b="0" i="0" u="none" strike="noStrike">
                          <a:solidFill>
                            <a:srgbClr val="00192E"/>
                          </a:solidFill>
                          <a:effectLst/>
                          <a:latin typeface="Aptos Narrow" panose="020B0004020202020204" pitchFamily="34" charset="0"/>
                        </a:rPr>
                        <a:t>52</a:t>
                      </a:r>
                    </a:p>
                  </a:txBody>
                  <a:tcPr marL="6350" marR="6350" marT="6350" marB="0" anchor="b"/>
                </a:tc>
                <a:extLst>
                  <a:ext uri="{0D108BD9-81ED-4DB2-BD59-A6C34878D82A}">
                    <a16:rowId xmlns:a16="http://schemas.microsoft.com/office/drawing/2014/main" val="3645134786"/>
                  </a:ext>
                </a:extLst>
              </a:tr>
              <a:tr h="296360">
                <a:tc>
                  <a:txBody>
                    <a:bodyPr/>
                    <a:lstStyle/>
                    <a:p>
                      <a:pPr algn="l" fontAlgn="b">
                        <a:buNone/>
                      </a:pPr>
                      <a:r>
                        <a:rPr lang="fr-FR" sz="1400" u="none" strike="noStrike">
                          <a:solidFill>
                            <a:srgbClr val="00192E"/>
                          </a:solidFill>
                          <a:effectLst/>
                        </a:rPr>
                        <a:t>Family </a:t>
                      </a:r>
                      <a:r>
                        <a:rPr lang="fr-FR" sz="1400" u="none" strike="noStrike" err="1">
                          <a:solidFill>
                            <a:srgbClr val="00192E"/>
                          </a:solidFill>
                          <a:effectLst/>
                        </a:rPr>
                        <a:t>with</a:t>
                      </a:r>
                      <a:r>
                        <a:rPr lang="fr-FR" sz="1400" u="none" strike="noStrike">
                          <a:solidFill>
                            <a:srgbClr val="00192E"/>
                          </a:solidFill>
                          <a:effectLst/>
                        </a:rPr>
                        <a:t> </a:t>
                      </a:r>
                      <a:r>
                        <a:rPr lang="fr-FR" sz="1400" u="none" strike="noStrike" err="1">
                          <a:solidFill>
                            <a:srgbClr val="00192E"/>
                          </a:solidFill>
                          <a:effectLst/>
                        </a:rPr>
                        <a:t>Children</a:t>
                      </a:r>
                      <a:r>
                        <a:rPr lang="fr-FR" sz="1400" u="none" strike="noStrike">
                          <a:solidFill>
                            <a:srgbClr val="00192E"/>
                          </a:solidFill>
                          <a:effectLst/>
                        </a:rPr>
                        <a:t> 12-17</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3,1%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12,3%</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66,7%</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17,9%</a:t>
                      </a:r>
                    </a:p>
                  </a:txBody>
                  <a:tcPr marL="6350" marR="6350" marT="6350" marB="0" anchor="b">
                    <a:solidFill>
                      <a:schemeClr val="accent5">
                        <a:lumMod val="25000"/>
                        <a:lumOff val="75000"/>
                      </a:schemeClr>
                    </a:solidFill>
                  </a:tcPr>
                </a:tc>
                <a:tc>
                  <a:txBody>
                    <a:bodyPr/>
                    <a:lstStyle/>
                    <a:p>
                      <a:pPr algn="r" fontAlgn="b">
                        <a:buNone/>
                      </a:pPr>
                      <a:r>
                        <a:rPr lang="fr-FR" sz="1400" b="0" i="0" u="none" strike="noStrike">
                          <a:solidFill>
                            <a:srgbClr val="00192E"/>
                          </a:solidFill>
                          <a:effectLst/>
                          <a:latin typeface="Aptos Narrow" panose="020B0004020202020204" pitchFamily="34" charset="0"/>
                        </a:rPr>
                        <a:t>357</a:t>
                      </a:r>
                    </a:p>
                  </a:txBody>
                  <a:tcPr marL="6350" marR="6350" marT="6350" marB="0" anchor="b"/>
                </a:tc>
                <a:extLst>
                  <a:ext uri="{0D108BD9-81ED-4DB2-BD59-A6C34878D82A}">
                    <a16:rowId xmlns:a16="http://schemas.microsoft.com/office/drawing/2014/main" val="2815178099"/>
                  </a:ext>
                </a:extLst>
              </a:tr>
              <a:tr h="296360">
                <a:tc>
                  <a:txBody>
                    <a:bodyPr/>
                    <a:lstStyle/>
                    <a:p>
                      <a:pPr algn="l" fontAlgn="b">
                        <a:buNone/>
                      </a:pPr>
                      <a:r>
                        <a:rPr lang="fr-FR" sz="1400" u="none" strike="noStrike">
                          <a:solidFill>
                            <a:srgbClr val="00192E"/>
                          </a:solidFill>
                          <a:effectLst/>
                        </a:rPr>
                        <a:t>Family </a:t>
                      </a:r>
                      <a:r>
                        <a:rPr lang="fr-FR" sz="1400" u="none" strike="noStrike" err="1">
                          <a:solidFill>
                            <a:srgbClr val="00192E"/>
                          </a:solidFill>
                          <a:effectLst/>
                        </a:rPr>
                        <a:t>with</a:t>
                      </a:r>
                      <a:r>
                        <a:rPr lang="fr-FR" sz="1400" u="none" strike="noStrike">
                          <a:solidFill>
                            <a:srgbClr val="00192E"/>
                          </a:solidFill>
                          <a:effectLst/>
                        </a:rPr>
                        <a:t> </a:t>
                      </a:r>
                      <a:r>
                        <a:rPr lang="fr-FR" sz="1400" u="none" strike="noStrike" err="1">
                          <a:solidFill>
                            <a:srgbClr val="00192E"/>
                          </a:solidFill>
                          <a:effectLst/>
                        </a:rPr>
                        <a:t>Children</a:t>
                      </a:r>
                      <a:r>
                        <a:rPr lang="fr-FR" sz="1400" u="none" strike="noStrike">
                          <a:solidFill>
                            <a:srgbClr val="00192E"/>
                          </a:solidFill>
                          <a:effectLst/>
                        </a:rPr>
                        <a:t> 3-4</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4,4%</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14,0%</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71,1%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10,5%</a:t>
                      </a:r>
                    </a:p>
                  </a:txBody>
                  <a:tcPr marL="6350" marR="6350" marT="6350" marB="0" anchor="b"/>
                </a:tc>
                <a:tc>
                  <a:txBody>
                    <a:bodyPr/>
                    <a:lstStyle/>
                    <a:p>
                      <a:pPr algn="r" fontAlgn="b">
                        <a:buNone/>
                      </a:pPr>
                      <a:r>
                        <a:rPr lang="fr-FR" sz="1400" b="0" i="0" u="none" strike="noStrike">
                          <a:solidFill>
                            <a:srgbClr val="00192E"/>
                          </a:solidFill>
                          <a:effectLst/>
                          <a:latin typeface="Aptos Narrow" panose="020B0004020202020204" pitchFamily="34" charset="0"/>
                        </a:rPr>
                        <a:t>114</a:t>
                      </a:r>
                    </a:p>
                  </a:txBody>
                  <a:tcPr marL="6350" marR="6350" marT="6350" marB="0" anchor="b"/>
                </a:tc>
                <a:extLst>
                  <a:ext uri="{0D108BD9-81ED-4DB2-BD59-A6C34878D82A}">
                    <a16:rowId xmlns:a16="http://schemas.microsoft.com/office/drawing/2014/main" val="1361754969"/>
                  </a:ext>
                </a:extLst>
              </a:tr>
              <a:tr h="296360">
                <a:tc>
                  <a:txBody>
                    <a:bodyPr/>
                    <a:lstStyle/>
                    <a:p>
                      <a:pPr algn="l" fontAlgn="b">
                        <a:buNone/>
                      </a:pPr>
                      <a:r>
                        <a:rPr lang="fr-FR" sz="1400" u="none" strike="noStrike">
                          <a:solidFill>
                            <a:srgbClr val="00192E"/>
                          </a:solidFill>
                          <a:effectLst/>
                        </a:rPr>
                        <a:t>Family </a:t>
                      </a:r>
                      <a:r>
                        <a:rPr lang="fr-FR" sz="1400" u="none" strike="noStrike" err="1">
                          <a:solidFill>
                            <a:srgbClr val="00192E"/>
                          </a:solidFill>
                          <a:effectLst/>
                        </a:rPr>
                        <a:t>with</a:t>
                      </a:r>
                      <a:r>
                        <a:rPr lang="fr-FR" sz="1400" u="none" strike="noStrike">
                          <a:solidFill>
                            <a:srgbClr val="00192E"/>
                          </a:solidFill>
                          <a:effectLst/>
                        </a:rPr>
                        <a:t> </a:t>
                      </a:r>
                      <a:r>
                        <a:rPr lang="fr-FR" sz="1400" u="none" strike="noStrike" err="1">
                          <a:solidFill>
                            <a:srgbClr val="00192E"/>
                          </a:solidFill>
                          <a:effectLst/>
                        </a:rPr>
                        <a:t>Children</a:t>
                      </a:r>
                      <a:r>
                        <a:rPr lang="fr-FR" sz="1400" u="none" strike="noStrike">
                          <a:solidFill>
                            <a:srgbClr val="00192E"/>
                          </a:solidFill>
                          <a:effectLst/>
                        </a:rPr>
                        <a:t> 5-11</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0,7%</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15,4%</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72,7%</a:t>
                      </a:r>
                    </a:p>
                  </a:txBody>
                  <a:tcPr marL="6350" marR="6350" marT="6350" marB="0" anchor="b">
                    <a:solidFill>
                      <a:schemeClr val="accent5">
                        <a:lumMod val="25000"/>
                        <a:lumOff val="75000"/>
                      </a:schemeClr>
                    </a:solidFill>
                  </a:tcPr>
                </a:tc>
                <a:tc>
                  <a:txBody>
                    <a:bodyPr/>
                    <a:lstStyle/>
                    <a:p>
                      <a:pPr algn="r" fontAlgn="b">
                        <a:buNone/>
                      </a:pPr>
                      <a:r>
                        <a:rPr lang="fr-FR" sz="1400" b="0" i="0" u="none" strike="noStrike">
                          <a:solidFill>
                            <a:srgbClr val="000000"/>
                          </a:solidFill>
                          <a:effectLst/>
                          <a:latin typeface="Aptos Narrow" panose="020B0004020202020204" pitchFamily="34" charset="0"/>
                        </a:rPr>
                        <a:t>11,1%</a:t>
                      </a:r>
                    </a:p>
                  </a:txBody>
                  <a:tcPr marL="6350" marR="6350" marT="6350" marB="0" anchor="b"/>
                </a:tc>
                <a:tc>
                  <a:txBody>
                    <a:bodyPr/>
                    <a:lstStyle/>
                    <a:p>
                      <a:pPr algn="r" fontAlgn="b">
                        <a:buNone/>
                      </a:pPr>
                      <a:r>
                        <a:rPr lang="fr-FR" sz="1400" b="0" i="0" u="none" strike="noStrike">
                          <a:solidFill>
                            <a:srgbClr val="00192E"/>
                          </a:solidFill>
                          <a:effectLst/>
                          <a:latin typeface="Aptos Narrow" panose="020B0004020202020204" pitchFamily="34" charset="0"/>
                        </a:rPr>
                        <a:t>557</a:t>
                      </a:r>
                    </a:p>
                  </a:txBody>
                  <a:tcPr marL="6350" marR="6350" marT="6350" marB="0" anchor="b"/>
                </a:tc>
                <a:extLst>
                  <a:ext uri="{0D108BD9-81ED-4DB2-BD59-A6C34878D82A}">
                    <a16:rowId xmlns:a16="http://schemas.microsoft.com/office/drawing/2014/main" val="2475898633"/>
                  </a:ext>
                </a:extLst>
              </a:tr>
              <a:tr h="296360">
                <a:tc>
                  <a:txBody>
                    <a:bodyPr/>
                    <a:lstStyle/>
                    <a:p>
                      <a:pPr algn="l" fontAlgn="b">
                        <a:buNone/>
                      </a:pPr>
                      <a:r>
                        <a:rPr lang="fr-FR" sz="1400" u="none" strike="noStrike">
                          <a:solidFill>
                            <a:srgbClr val="00192E"/>
                          </a:solidFill>
                          <a:effectLst/>
                        </a:rPr>
                        <a:t>Not </a:t>
                      </a:r>
                      <a:r>
                        <a:rPr lang="fr-FR" sz="1400" u="none" strike="noStrike" err="1">
                          <a:solidFill>
                            <a:srgbClr val="00192E"/>
                          </a:solidFill>
                          <a:effectLst/>
                        </a:rPr>
                        <a:t>registered</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18,6%</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60,3%</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15,0%</a:t>
                      </a:r>
                    </a:p>
                  </a:txBody>
                  <a:tcPr marL="6350" marR="6350" marT="6350" marB="0" anchor="b"/>
                </a:tc>
                <a:tc>
                  <a:txBody>
                    <a:bodyPr/>
                    <a:lstStyle/>
                    <a:p>
                      <a:pPr algn="r" fontAlgn="b">
                        <a:buNone/>
                      </a:pPr>
                      <a:r>
                        <a:rPr lang="fr-FR" sz="1400" b="0" i="0" u="none" strike="noStrike">
                          <a:solidFill>
                            <a:srgbClr val="00192E"/>
                          </a:solidFill>
                          <a:effectLst/>
                          <a:latin typeface="Aptos Narrow" panose="020B0004020202020204" pitchFamily="34" charset="0"/>
                        </a:rPr>
                        <a:t>521</a:t>
                      </a:r>
                    </a:p>
                  </a:txBody>
                  <a:tcPr marL="6350" marR="6350" marT="6350" marB="0" anchor="b"/>
                </a:tc>
                <a:extLst>
                  <a:ext uri="{0D108BD9-81ED-4DB2-BD59-A6C34878D82A}">
                    <a16:rowId xmlns:a16="http://schemas.microsoft.com/office/drawing/2014/main" val="1106461501"/>
                  </a:ext>
                </a:extLst>
              </a:tr>
              <a:tr h="296360">
                <a:tc>
                  <a:txBody>
                    <a:bodyPr/>
                    <a:lstStyle/>
                    <a:p>
                      <a:pPr algn="l" fontAlgn="b">
                        <a:buNone/>
                      </a:pPr>
                      <a:r>
                        <a:rPr lang="fr-FR" sz="1400" u="none" strike="noStrike">
                          <a:solidFill>
                            <a:srgbClr val="00192E"/>
                          </a:solidFill>
                          <a:effectLst/>
                        </a:rPr>
                        <a:t>Seniors Active 55-74</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18,0%</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22,8%</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49,5%</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9,6%</a:t>
                      </a:r>
                    </a:p>
                  </a:txBody>
                  <a:tcPr marL="6350" marR="6350" marT="6350" marB="0" anchor="b"/>
                </a:tc>
                <a:tc>
                  <a:txBody>
                    <a:bodyPr/>
                    <a:lstStyle/>
                    <a:p>
                      <a:pPr algn="r" fontAlgn="b">
                        <a:buNone/>
                      </a:pPr>
                      <a:r>
                        <a:rPr lang="fr-FR" sz="1400" b="0" i="0" u="none" strike="noStrike">
                          <a:solidFill>
                            <a:srgbClr val="00192E"/>
                          </a:solidFill>
                          <a:effectLst/>
                          <a:latin typeface="Aptos Narrow" panose="020B0004020202020204" pitchFamily="34" charset="0"/>
                        </a:rPr>
                        <a:t>438</a:t>
                      </a:r>
                    </a:p>
                  </a:txBody>
                  <a:tcPr marL="6350" marR="6350" marT="6350" marB="0" anchor="b"/>
                </a:tc>
                <a:extLst>
                  <a:ext uri="{0D108BD9-81ED-4DB2-BD59-A6C34878D82A}">
                    <a16:rowId xmlns:a16="http://schemas.microsoft.com/office/drawing/2014/main" val="2439418687"/>
                  </a:ext>
                </a:extLst>
              </a:tr>
              <a:tr h="296360">
                <a:tc>
                  <a:txBody>
                    <a:bodyPr/>
                    <a:lstStyle/>
                    <a:p>
                      <a:pPr algn="l" fontAlgn="b">
                        <a:buNone/>
                      </a:pPr>
                      <a:r>
                        <a:rPr lang="fr-FR" sz="1400" u="none" strike="noStrike">
                          <a:solidFill>
                            <a:srgbClr val="00192E"/>
                          </a:solidFill>
                          <a:effectLst/>
                        </a:rPr>
                        <a:t>Seniors&gt;75</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31,0%</a:t>
                      </a:r>
                    </a:p>
                  </a:txBody>
                  <a:tcPr marL="6350" marR="6350" marT="6350" marB="0" anchor="b">
                    <a:solidFill>
                      <a:schemeClr val="accent5">
                        <a:lumMod val="25000"/>
                        <a:lumOff val="75000"/>
                      </a:schemeClr>
                    </a:solidFill>
                  </a:tcPr>
                </a:tc>
                <a:tc>
                  <a:txBody>
                    <a:bodyPr/>
                    <a:lstStyle/>
                    <a:p>
                      <a:pPr algn="r" fontAlgn="b">
                        <a:buNone/>
                      </a:pPr>
                      <a:r>
                        <a:rPr lang="fr-FR" sz="1400" b="0" i="0" u="none" strike="noStrike">
                          <a:solidFill>
                            <a:srgbClr val="000000"/>
                          </a:solidFill>
                          <a:effectLst/>
                          <a:latin typeface="Aptos Narrow" panose="020B0004020202020204" pitchFamily="34" charset="0"/>
                        </a:rPr>
                        <a:t>14,3%</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52,4%</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2,4%</a:t>
                      </a:r>
                    </a:p>
                  </a:txBody>
                  <a:tcPr marL="6350" marR="6350" marT="6350" marB="0" anchor="b"/>
                </a:tc>
                <a:tc>
                  <a:txBody>
                    <a:bodyPr/>
                    <a:lstStyle/>
                    <a:p>
                      <a:pPr algn="r" fontAlgn="b">
                        <a:buNone/>
                      </a:pPr>
                      <a:r>
                        <a:rPr lang="fr-FR" sz="1400" b="0" i="0" u="none" strike="noStrike">
                          <a:solidFill>
                            <a:srgbClr val="00192E"/>
                          </a:solidFill>
                          <a:effectLst/>
                          <a:latin typeface="Aptos Narrow" panose="020B0004020202020204" pitchFamily="34" charset="0"/>
                        </a:rPr>
                        <a:t>42</a:t>
                      </a:r>
                    </a:p>
                  </a:txBody>
                  <a:tcPr marL="6350" marR="6350" marT="6350" marB="0" anchor="b"/>
                </a:tc>
                <a:extLst>
                  <a:ext uri="{0D108BD9-81ED-4DB2-BD59-A6C34878D82A}">
                    <a16:rowId xmlns:a16="http://schemas.microsoft.com/office/drawing/2014/main" val="3915538991"/>
                  </a:ext>
                </a:extLst>
              </a:tr>
              <a:tr h="296360">
                <a:tc>
                  <a:txBody>
                    <a:bodyPr/>
                    <a:lstStyle/>
                    <a:p>
                      <a:pPr algn="l" fontAlgn="b">
                        <a:buNone/>
                      </a:pPr>
                      <a:r>
                        <a:rPr lang="fr-FR" sz="1400" u="none" strike="noStrike">
                          <a:solidFill>
                            <a:srgbClr val="00192E"/>
                          </a:solidFill>
                          <a:effectLst/>
                        </a:rPr>
                        <a:t>Young </a:t>
                      </a:r>
                      <a:r>
                        <a:rPr lang="fr-FR" sz="1400" u="none" strike="noStrike" err="1">
                          <a:solidFill>
                            <a:srgbClr val="00192E"/>
                          </a:solidFill>
                          <a:effectLst/>
                        </a:rPr>
                        <a:t>Adults</a:t>
                      </a:r>
                      <a:r>
                        <a:rPr lang="fr-FR" sz="1400" u="none" strike="noStrike">
                          <a:solidFill>
                            <a:srgbClr val="00192E"/>
                          </a:solidFill>
                          <a:effectLst/>
                        </a:rPr>
                        <a:t> 18-34</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9,4%</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37,5%</a:t>
                      </a:r>
                    </a:p>
                  </a:txBody>
                  <a:tcPr marL="6350" marR="6350" marT="6350" marB="0" anchor="b">
                    <a:solidFill>
                      <a:schemeClr val="accent5">
                        <a:lumMod val="25000"/>
                        <a:lumOff val="75000"/>
                      </a:schemeClr>
                    </a:solidFill>
                  </a:tcPr>
                </a:tc>
                <a:tc>
                  <a:txBody>
                    <a:bodyPr/>
                    <a:lstStyle/>
                    <a:p>
                      <a:pPr algn="r" fontAlgn="b">
                        <a:buNone/>
                      </a:pPr>
                      <a:r>
                        <a:rPr lang="fr-FR" sz="1400" b="0" i="0" u="none" strike="noStrike">
                          <a:solidFill>
                            <a:srgbClr val="000000"/>
                          </a:solidFill>
                          <a:effectLst/>
                          <a:latin typeface="Aptos Narrow" panose="020B0004020202020204" pitchFamily="34" charset="0"/>
                        </a:rPr>
                        <a:t>40,6%</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12,5%</a:t>
                      </a:r>
                    </a:p>
                  </a:txBody>
                  <a:tcPr marL="6350" marR="6350" marT="6350" marB="0" anchor="b"/>
                </a:tc>
                <a:tc>
                  <a:txBody>
                    <a:bodyPr/>
                    <a:lstStyle/>
                    <a:p>
                      <a:pPr algn="r" fontAlgn="b">
                        <a:buNone/>
                      </a:pPr>
                      <a:r>
                        <a:rPr lang="fr-FR" sz="1400" b="0" i="0" u="none" strike="noStrike">
                          <a:solidFill>
                            <a:srgbClr val="00192E"/>
                          </a:solidFill>
                          <a:effectLst/>
                          <a:latin typeface="Aptos Narrow" panose="020B0004020202020204" pitchFamily="34" charset="0"/>
                        </a:rPr>
                        <a:t>64</a:t>
                      </a:r>
                    </a:p>
                  </a:txBody>
                  <a:tcPr marL="6350" marR="6350" marT="6350" marB="0" anchor="b"/>
                </a:tc>
                <a:extLst>
                  <a:ext uri="{0D108BD9-81ED-4DB2-BD59-A6C34878D82A}">
                    <a16:rowId xmlns:a16="http://schemas.microsoft.com/office/drawing/2014/main" val="1412891204"/>
                  </a:ext>
                </a:extLst>
              </a:tr>
              <a:tr h="296360">
                <a:tc>
                  <a:txBody>
                    <a:bodyPr/>
                    <a:lstStyle/>
                    <a:p>
                      <a:pPr algn="l" fontAlgn="b">
                        <a:buNone/>
                      </a:pPr>
                      <a:r>
                        <a:rPr lang="fr-FR" sz="1400" u="none" strike="noStrike">
                          <a:solidFill>
                            <a:srgbClr val="00192E"/>
                          </a:solidFill>
                          <a:effectLst/>
                        </a:rPr>
                        <a:t>Total</a:t>
                      </a:r>
                      <a:endParaRPr lang="fr-FR" sz="1400" b="0" i="0" u="none" strike="noStrike">
                        <a:solidFill>
                          <a:srgbClr val="00192E"/>
                        </a:solidFill>
                        <a:effectLst/>
                        <a:latin typeface="Aptos Narrow" panose="020B0004020202020204" pitchFamily="34" charset="0"/>
                      </a:endParaRPr>
                    </a:p>
                  </a:txBody>
                  <a:tcPr marL="6350" marR="6350" marT="6350" marB="0" anchor="b"/>
                </a:tc>
                <a:tc>
                  <a:txBody>
                    <a:bodyPr/>
                    <a:lstStyle/>
                    <a:p>
                      <a:pPr algn="r" fontAlgn="b">
                        <a:buNone/>
                      </a:pPr>
                      <a:r>
                        <a:rPr lang="fr-FR" sz="1400" b="1" i="0" u="none" strike="noStrike">
                          <a:solidFill>
                            <a:srgbClr val="000000"/>
                          </a:solidFill>
                          <a:effectLst/>
                          <a:latin typeface="Aptos Narrow" panose="020B0004020202020204" pitchFamily="34" charset="0"/>
                        </a:rPr>
                        <a:t>7,8%</a:t>
                      </a:r>
                    </a:p>
                  </a:txBody>
                  <a:tcPr marL="6350" marR="6350" marT="6350" marB="0" anchor="b"/>
                </a:tc>
                <a:tc>
                  <a:txBody>
                    <a:bodyPr/>
                    <a:lstStyle/>
                    <a:p>
                      <a:pPr algn="r" fontAlgn="b">
                        <a:buNone/>
                      </a:pPr>
                      <a:r>
                        <a:rPr lang="fr-FR" sz="1400" b="1" i="0" u="none" strike="noStrike">
                          <a:solidFill>
                            <a:srgbClr val="000000"/>
                          </a:solidFill>
                          <a:effectLst/>
                          <a:latin typeface="Aptos Narrow" panose="020B0004020202020204" pitchFamily="34" charset="0"/>
                        </a:rPr>
                        <a:t>18,6%</a:t>
                      </a:r>
                    </a:p>
                  </a:txBody>
                  <a:tcPr marL="6350" marR="6350" marT="6350" marB="0" anchor="b"/>
                </a:tc>
                <a:tc>
                  <a:txBody>
                    <a:bodyPr/>
                    <a:lstStyle/>
                    <a:p>
                      <a:pPr algn="r" fontAlgn="b">
                        <a:buNone/>
                      </a:pPr>
                      <a:r>
                        <a:rPr lang="fr-FR" sz="1400" b="1" i="0" u="none" strike="noStrike">
                          <a:solidFill>
                            <a:srgbClr val="000000"/>
                          </a:solidFill>
                          <a:effectLst/>
                          <a:latin typeface="Aptos Narrow" panose="020B0004020202020204" pitchFamily="34" charset="0"/>
                        </a:rPr>
                        <a:t>61,1%</a:t>
                      </a:r>
                    </a:p>
                  </a:txBody>
                  <a:tcPr marL="6350" marR="6350" marT="6350" marB="0" anchor="b"/>
                </a:tc>
                <a:tc>
                  <a:txBody>
                    <a:bodyPr/>
                    <a:lstStyle/>
                    <a:p>
                      <a:pPr algn="r" fontAlgn="b">
                        <a:buNone/>
                      </a:pPr>
                      <a:r>
                        <a:rPr lang="fr-FR" sz="1400" b="1" i="0" u="none" strike="noStrike">
                          <a:solidFill>
                            <a:srgbClr val="000000"/>
                          </a:solidFill>
                          <a:effectLst/>
                          <a:latin typeface="Aptos Narrow" panose="020B0004020202020204" pitchFamily="34" charset="0"/>
                        </a:rPr>
                        <a:t>12,4%</a:t>
                      </a:r>
                    </a:p>
                  </a:txBody>
                  <a:tcPr marL="6350" marR="6350" marT="6350" marB="0" anchor="b"/>
                </a:tc>
                <a:tc>
                  <a:txBody>
                    <a:bodyPr/>
                    <a:lstStyle/>
                    <a:p>
                      <a:pPr algn="r" fontAlgn="b">
                        <a:buNone/>
                      </a:pPr>
                      <a:r>
                        <a:rPr lang="fr-FR" sz="1400" b="1" i="0" u="none" strike="noStrike">
                          <a:solidFill>
                            <a:srgbClr val="00192E"/>
                          </a:solidFill>
                          <a:effectLst/>
                          <a:latin typeface="Aptos Narrow" panose="020B0004020202020204" pitchFamily="34" charset="0"/>
                        </a:rPr>
                        <a:t>2315</a:t>
                      </a:r>
                    </a:p>
                  </a:txBody>
                  <a:tcPr marL="6350" marR="6350" marT="6350" marB="0" anchor="b"/>
                </a:tc>
                <a:extLst>
                  <a:ext uri="{0D108BD9-81ED-4DB2-BD59-A6C34878D82A}">
                    <a16:rowId xmlns:a16="http://schemas.microsoft.com/office/drawing/2014/main" val="1146040390"/>
                  </a:ext>
                </a:extLst>
              </a:tr>
            </a:tbl>
          </a:graphicData>
        </a:graphic>
      </p:graphicFrame>
      <p:sp>
        <p:nvSpPr>
          <p:cNvPr id="8" name="Rectangle : coins arrondis 7">
            <a:extLst>
              <a:ext uri="{FF2B5EF4-FFF2-40B4-BE49-F238E27FC236}">
                <a16:creationId xmlns:a16="http://schemas.microsoft.com/office/drawing/2014/main" id="{4131BC66-CBD8-6B6C-D089-482A84F19593}"/>
              </a:ext>
            </a:extLst>
          </p:cNvPr>
          <p:cNvSpPr/>
          <p:nvPr/>
        </p:nvSpPr>
        <p:spPr>
          <a:xfrm>
            <a:off x="334960" y="4278833"/>
            <a:ext cx="4632963" cy="744718"/>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bg1"/>
                </a:solidFill>
                <a:cs typeface="Bagoss Standard"/>
              </a:rPr>
              <a:t>Families with Children of 5-11 have the highest % of respondents who visit the Aqua Mundo once a day </a:t>
            </a:r>
            <a:r>
              <a:rPr lang="en-US" sz="1400" b="1">
                <a:solidFill>
                  <a:schemeClr val="bg1"/>
                </a:solidFill>
                <a:cs typeface="Bagoss Standard"/>
              </a:rPr>
              <a:t>(72.7%)</a:t>
            </a:r>
          </a:p>
        </p:txBody>
      </p:sp>
      <p:sp>
        <p:nvSpPr>
          <p:cNvPr id="9" name="Rectangle : coins arrondis 8">
            <a:extLst>
              <a:ext uri="{FF2B5EF4-FFF2-40B4-BE49-F238E27FC236}">
                <a16:creationId xmlns:a16="http://schemas.microsoft.com/office/drawing/2014/main" id="{F1600AAD-7E3C-26D9-4F45-47090AFF8BDA}"/>
              </a:ext>
            </a:extLst>
          </p:cNvPr>
          <p:cNvSpPr/>
          <p:nvPr/>
        </p:nvSpPr>
        <p:spPr>
          <a:xfrm>
            <a:off x="400950" y="5403199"/>
            <a:ext cx="4632963" cy="668467"/>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bg1"/>
                </a:solidFill>
                <a:cs typeface="Bagoss Standard"/>
              </a:rPr>
              <a:t>Families with Children of 12-17 have the highest % of respondents who visit the Aqua Mundo several times a day </a:t>
            </a:r>
            <a:r>
              <a:rPr lang="en-US" sz="1400" b="1">
                <a:solidFill>
                  <a:schemeClr val="bg1"/>
                </a:solidFill>
                <a:cs typeface="Bagoss Standard"/>
              </a:rPr>
              <a:t>(17.9%)</a:t>
            </a:r>
          </a:p>
        </p:txBody>
      </p:sp>
      <p:sp>
        <p:nvSpPr>
          <p:cNvPr id="11" name="Flèche : bas 10">
            <a:extLst>
              <a:ext uri="{FF2B5EF4-FFF2-40B4-BE49-F238E27FC236}">
                <a16:creationId xmlns:a16="http://schemas.microsoft.com/office/drawing/2014/main" id="{88B19DD3-8440-783F-EF24-25CA53546043}"/>
              </a:ext>
            </a:extLst>
          </p:cNvPr>
          <p:cNvSpPr/>
          <p:nvPr/>
        </p:nvSpPr>
        <p:spPr>
          <a:xfrm>
            <a:off x="2453481" y="2914535"/>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bas 14">
            <a:extLst>
              <a:ext uri="{FF2B5EF4-FFF2-40B4-BE49-F238E27FC236}">
                <a16:creationId xmlns:a16="http://schemas.microsoft.com/office/drawing/2014/main" id="{AE8D142A-3E8A-B4C4-8536-8F11D2A17E96}"/>
              </a:ext>
            </a:extLst>
          </p:cNvPr>
          <p:cNvSpPr/>
          <p:nvPr/>
        </p:nvSpPr>
        <p:spPr>
          <a:xfrm>
            <a:off x="2453481" y="3967181"/>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 bas 16">
            <a:extLst>
              <a:ext uri="{FF2B5EF4-FFF2-40B4-BE49-F238E27FC236}">
                <a16:creationId xmlns:a16="http://schemas.microsoft.com/office/drawing/2014/main" id="{14B65F60-EC1C-EF05-7B1F-DCB28535F06A}"/>
              </a:ext>
            </a:extLst>
          </p:cNvPr>
          <p:cNvSpPr/>
          <p:nvPr/>
        </p:nvSpPr>
        <p:spPr>
          <a:xfrm>
            <a:off x="2448764" y="5081473"/>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95575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52A84-A585-D067-9F3E-A2B12A8C0FA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C47827C-FEFF-DFEA-A4A7-8C0EAE8BBDB6}"/>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9</a:t>
            </a:fld>
            <a:endParaRPr lang="en-US"/>
          </a:p>
        </p:txBody>
      </p:sp>
      <p:sp>
        <p:nvSpPr>
          <p:cNvPr id="4" name="Espace réservé de la date 3">
            <a:extLst>
              <a:ext uri="{FF2B5EF4-FFF2-40B4-BE49-F238E27FC236}">
                <a16:creationId xmlns:a16="http://schemas.microsoft.com/office/drawing/2014/main" id="{700CDD72-E779-5B99-2BBD-C92BF07CB10C}"/>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6A96A8D2-269C-5369-662F-AA5901046C74}"/>
              </a:ext>
            </a:extLst>
          </p:cNvPr>
          <p:cNvSpPr>
            <a:spLocks noGrp="1"/>
          </p:cNvSpPr>
          <p:nvPr>
            <p:ph type="title"/>
          </p:nvPr>
        </p:nvSpPr>
        <p:spPr>
          <a:xfrm>
            <a:off x="334963" y="303238"/>
            <a:ext cx="10277583" cy="487938"/>
          </a:xfrm>
        </p:spPr>
        <p:txBody>
          <a:bodyPr lIns="0" tIns="0" rIns="0" bIns="0" anchor="ctr" anchorCtr="0">
            <a:normAutofit/>
          </a:bodyPr>
          <a:lstStyle/>
          <a:p>
            <a:r>
              <a:rPr lang="en-US"/>
              <a:t>Frequency of visits (Trialist / Repeater)</a:t>
            </a:r>
            <a:endParaRPr lang="fr-FR"/>
          </a:p>
        </p:txBody>
      </p:sp>
      <p:graphicFrame>
        <p:nvGraphicFramePr>
          <p:cNvPr id="2" name="Tableau 1">
            <a:extLst>
              <a:ext uri="{FF2B5EF4-FFF2-40B4-BE49-F238E27FC236}">
                <a16:creationId xmlns:a16="http://schemas.microsoft.com/office/drawing/2014/main" id="{4F9BE988-0947-5CB7-19EE-7720E0E0C3B8}"/>
              </a:ext>
            </a:extLst>
          </p:cNvPr>
          <p:cNvGraphicFramePr>
            <a:graphicFrameLocks noGrp="1"/>
          </p:cNvGraphicFramePr>
          <p:nvPr>
            <p:extLst>
              <p:ext uri="{D42A27DB-BD31-4B8C-83A1-F6EECF244321}">
                <p14:modId xmlns:p14="http://schemas.microsoft.com/office/powerpoint/2010/main" val="410113557"/>
              </p:ext>
            </p:extLst>
          </p:nvPr>
        </p:nvGraphicFramePr>
        <p:xfrm>
          <a:off x="5679440" y="2102840"/>
          <a:ext cx="6024884" cy="2304397"/>
        </p:xfrm>
        <a:graphic>
          <a:graphicData uri="http://schemas.openxmlformats.org/drawingml/2006/table">
            <a:tbl>
              <a:tblPr firstRow="1" bandRow="1">
                <a:tableStyleId>{5C22544A-7EE6-4342-B048-85BDC9FD1C3A}</a:tableStyleId>
              </a:tblPr>
              <a:tblGrid>
                <a:gridCol w="1442720">
                  <a:extLst>
                    <a:ext uri="{9D8B030D-6E8A-4147-A177-3AD203B41FA5}">
                      <a16:colId xmlns:a16="http://schemas.microsoft.com/office/drawing/2014/main" val="731811796"/>
                    </a:ext>
                  </a:extLst>
                </a:gridCol>
                <a:gridCol w="812800">
                  <a:extLst>
                    <a:ext uri="{9D8B030D-6E8A-4147-A177-3AD203B41FA5}">
                      <a16:colId xmlns:a16="http://schemas.microsoft.com/office/drawing/2014/main" val="1388193287"/>
                    </a:ext>
                  </a:extLst>
                </a:gridCol>
                <a:gridCol w="1187270">
                  <a:extLst>
                    <a:ext uri="{9D8B030D-6E8A-4147-A177-3AD203B41FA5}">
                      <a16:colId xmlns:a16="http://schemas.microsoft.com/office/drawing/2014/main" val="176798105"/>
                    </a:ext>
                  </a:extLst>
                </a:gridCol>
                <a:gridCol w="860698">
                  <a:extLst>
                    <a:ext uri="{9D8B030D-6E8A-4147-A177-3AD203B41FA5}">
                      <a16:colId xmlns:a16="http://schemas.microsoft.com/office/drawing/2014/main" val="3513946835"/>
                    </a:ext>
                  </a:extLst>
                </a:gridCol>
                <a:gridCol w="860698">
                  <a:extLst>
                    <a:ext uri="{9D8B030D-6E8A-4147-A177-3AD203B41FA5}">
                      <a16:colId xmlns:a16="http://schemas.microsoft.com/office/drawing/2014/main" val="4112878402"/>
                    </a:ext>
                  </a:extLst>
                </a:gridCol>
                <a:gridCol w="860698">
                  <a:extLst>
                    <a:ext uri="{9D8B030D-6E8A-4147-A177-3AD203B41FA5}">
                      <a16:colId xmlns:a16="http://schemas.microsoft.com/office/drawing/2014/main" val="1393811235"/>
                    </a:ext>
                  </a:extLst>
                </a:gridCol>
              </a:tblGrid>
              <a:tr h="730133">
                <a:tc>
                  <a:txBody>
                    <a:bodyPr/>
                    <a:lstStyle/>
                    <a:p>
                      <a:pPr algn="l" fontAlgn="b">
                        <a:buNone/>
                      </a:pPr>
                      <a:r>
                        <a:rPr lang="fr-FR" sz="1400" u="none" strike="noStrike">
                          <a:effectLst/>
                          <a:latin typeface="Aptos Narrow" panose="020B0004020202020204" pitchFamily="34" charset="0"/>
                        </a:rPr>
                        <a:t>New Customer (T)</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I haven't visited it</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Once </a:t>
                      </a:r>
                      <a:r>
                        <a:rPr lang="fr-FR" sz="1400" u="none" strike="noStrike" err="1">
                          <a:effectLst/>
                          <a:latin typeface="Aptos Narrow" panose="020B0004020202020204" pitchFamily="34" charset="0"/>
                        </a:rPr>
                        <a:t>during</a:t>
                      </a:r>
                      <a:r>
                        <a:rPr lang="fr-FR" sz="1400" u="none" strike="noStrike">
                          <a:effectLst/>
                          <a:latin typeface="Aptos Narrow" panose="020B0004020202020204" pitchFamily="34" charset="0"/>
                        </a:rPr>
                        <a:t> the </a:t>
                      </a:r>
                      <a:r>
                        <a:rPr lang="fr-FR" sz="1400" u="none" strike="noStrike" err="1">
                          <a:effectLst/>
                          <a:latin typeface="Aptos Narrow" panose="020B0004020202020204" pitchFamily="34" charset="0"/>
                        </a:rPr>
                        <a:t>stay</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Once a day</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Several times a day</a:t>
                      </a:r>
                      <a:endParaRPr lang="fr-FR"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400" u="none" strike="noStrike">
                          <a:effectLst/>
                          <a:latin typeface="Aptos Narrow" panose="020B0004020202020204" pitchFamily="34" charset="0"/>
                        </a:rPr>
                        <a:t>Total</a:t>
                      </a:r>
                      <a:endParaRPr lang="fr-FR"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112993014"/>
                  </a:ext>
                </a:extLst>
              </a:tr>
              <a:tr h="393566">
                <a:tc>
                  <a:txBody>
                    <a:bodyPr/>
                    <a:lstStyle/>
                    <a:p>
                      <a:pPr algn="ctr" fontAlgn="b">
                        <a:buNone/>
                      </a:pPr>
                      <a:r>
                        <a:rPr lang="fr-FR" sz="1400" u="none" strike="noStrike">
                          <a:solidFill>
                            <a:schemeClr val="bg1">
                              <a:lumMod val="10000"/>
                            </a:schemeClr>
                          </a:solidFill>
                          <a:effectLst/>
                          <a:latin typeface="Aptos Narrow" panose="020B0004020202020204" pitchFamily="34" charset="0"/>
                        </a:rPr>
                        <a:t>A</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8,0%</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16,9%</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58,1%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17,1%</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539</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4047265"/>
                  </a:ext>
                </a:extLst>
              </a:tr>
              <a:tr h="393566">
                <a:tc>
                  <a:txBody>
                    <a:bodyPr/>
                    <a:lstStyle/>
                    <a:p>
                      <a:pPr algn="ctr" fontAlgn="b">
                        <a:buNone/>
                      </a:pPr>
                      <a:r>
                        <a:rPr lang="fr-FR" sz="1400" u="none" strike="noStrike">
                          <a:solidFill>
                            <a:schemeClr val="bg1">
                              <a:lumMod val="10000"/>
                            </a:schemeClr>
                          </a:solidFill>
                          <a:effectLst/>
                          <a:latin typeface="Aptos Narrow" panose="020B0004020202020204" pitchFamily="34" charset="0"/>
                        </a:rPr>
                        <a:t>R</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8,7%</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17,2%</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61,5%</a:t>
                      </a:r>
                    </a:p>
                  </a:txBody>
                  <a:tcPr marL="6350" marR="6350" marT="6350" marB="0" anchor="b">
                    <a:solidFill>
                      <a:schemeClr val="accent5">
                        <a:lumMod val="25000"/>
                        <a:lumOff val="75000"/>
                      </a:schemeClr>
                    </a:solidFill>
                  </a:tcPr>
                </a:tc>
                <a:tc>
                  <a:txBody>
                    <a:bodyPr/>
                    <a:lstStyle/>
                    <a:p>
                      <a:pPr algn="r" fontAlgn="b">
                        <a:buNone/>
                      </a:pPr>
                      <a:r>
                        <a:rPr lang="fr-FR" sz="1400" b="0" i="0" u="none" strike="noStrike">
                          <a:solidFill>
                            <a:srgbClr val="000000"/>
                          </a:solidFill>
                          <a:effectLst/>
                          <a:latin typeface="Aptos Narrow" panose="020B0004020202020204" pitchFamily="34" charset="0"/>
                        </a:rPr>
                        <a:t>12,6%</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6502</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024681553"/>
                  </a:ext>
                </a:extLst>
              </a:tr>
              <a:tr h="393566">
                <a:tc>
                  <a:txBody>
                    <a:bodyPr/>
                    <a:lstStyle/>
                    <a:p>
                      <a:pPr algn="ctr" fontAlgn="b">
                        <a:buNone/>
                      </a:pPr>
                      <a:r>
                        <a:rPr lang="fr-FR" sz="1400" u="none" strike="noStrike">
                          <a:solidFill>
                            <a:schemeClr val="bg1">
                              <a:lumMod val="10000"/>
                            </a:schemeClr>
                          </a:solidFill>
                          <a:effectLst/>
                          <a:latin typeface="Aptos Narrow" panose="020B0004020202020204" pitchFamily="34" charset="0"/>
                        </a:rPr>
                        <a:t>T</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7,1%</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21,5%</a:t>
                      </a:r>
                    </a:p>
                  </a:txBody>
                  <a:tcPr marL="6350" marR="6350" marT="6350" marB="0" anchor="b">
                    <a:solidFill>
                      <a:schemeClr val="accent5">
                        <a:lumMod val="25000"/>
                        <a:lumOff val="75000"/>
                      </a:schemeClr>
                    </a:solidFill>
                  </a:tcPr>
                </a:tc>
                <a:tc>
                  <a:txBody>
                    <a:bodyPr/>
                    <a:lstStyle/>
                    <a:p>
                      <a:pPr algn="r" fontAlgn="b">
                        <a:buNone/>
                      </a:pPr>
                      <a:r>
                        <a:rPr lang="fr-FR" sz="1400" b="0" i="0" u="none" strike="noStrike">
                          <a:solidFill>
                            <a:srgbClr val="000000"/>
                          </a:solidFill>
                          <a:effectLst/>
                          <a:latin typeface="Aptos Narrow" panose="020B0004020202020204" pitchFamily="34" charset="0"/>
                        </a:rPr>
                        <a:t>56,2%</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15,2%</a:t>
                      </a:r>
                    </a:p>
                  </a:txBody>
                  <a:tcPr marL="6350" marR="6350" marT="6350" marB="0" anchor="b">
                    <a:solidFill>
                      <a:schemeClr val="accent5">
                        <a:lumMod val="25000"/>
                        <a:lumOff val="75000"/>
                      </a:schemeClr>
                    </a:solidFill>
                  </a:tcPr>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3474</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105267418"/>
                  </a:ext>
                </a:extLst>
              </a:tr>
              <a:tr h="393566">
                <a:tc>
                  <a:txBody>
                    <a:bodyPr/>
                    <a:lstStyle/>
                    <a:p>
                      <a:pPr algn="ctr" fontAlgn="b">
                        <a:buNone/>
                      </a:pPr>
                      <a:r>
                        <a:rPr lang="fr-FR" sz="1400" u="none" strike="noStrike">
                          <a:solidFill>
                            <a:schemeClr val="bg1">
                              <a:lumMod val="10000"/>
                            </a:schemeClr>
                          </a:solidFill>
                          <a:effectLst/>
                          <a:latin typeface="Aptos Narrow" panose="020B0004020202020204" pitchFamily="34" charset="0"/>
                        </a:rPr>
                        <a:t>Total</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8,2%</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18,6%</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59,5%</a:t>
                      </a:r>
                    </a:p>
                  </a:txBody>
                  <a:tcPr marL="6350" marR="6350" marT="6350" marB="0" anchor="b"/>
                </a:tc>
                <a:tc>
                  <a:txBody>
                    <a:bodyPr/>
                    <a:lstStyle/>
                    <a:p>
                      <a:pPr algn="r" fontAlgn="b">
                        <a:buNone/>
                      </a:pPr>
                      <a:r>
                        <a:rPr lang="fr-FR" sz="1400" b="0" i="0" u="none" strike="noStrike">
                          <a:solidFill>
                            <a:srgbClr val="000000"/>
                          </a:solidFill>
                          <a:effectLst/>
                          <a:latin typeface="Aptos Narrow" panose="020B0004020202020204" pitchFamily="34" charset="0"/>
                        </a:rPr>
                        <a:t>13,7%</a:t>
                      </a:r>
                    </a:p>
                  </a:txBody>
                  <a:tcPr marL="6350" marR="6350" marT="6350" marB="0" anchor="b"/>
                </a:tc>
                <a:tc>
                  <a:txBody>
                    <a:bodyPr/>
                    <a:lstStyle/>
                    <a:p>
                      <a:pPr algn="r" fontAlgn="b">
                        <a:buNone/>
                      </a:pPr>
                      <a:r>
                        <a:rPr lang="fr-FR" sz="1400" u="none" strike="noStrike">
                          <a:solidFill>
                            <a:schemeClr val="bg1">
                              <a:lumMod val="10000"/>
                            </a:schemeClr>
                          </a:solidFill>
                          <a:effectLst/>
                          <a:latin typeface="Aptos Narrow" panose="020B0004020202020204" pitchFamily="34" charset="0"/>
                        </a:rPr>
                        <a:t>10515</a:t>
                      </a:r>
                      <a:endParaRPr lang="fr-FR" sz="14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66899768"/>
                  </a:ext>
                </a:extLst>
              </a:tr>
            </a:tbl>
          </a:graphicData>
        </a:graphic>
      </p:graphicFrame>
      <p:sp>
        <p:nvSpPr>
          <p:cNvPr id="5" name="Rectangle : coins arrondis 4">
            <a:extLst>
              <a:ext uri="{FF2B5EF4-FFF2-40B4-BE49-F238E27FC236}">
                <a16:creationId xmlns:a16="http://schemas.microsoft.com/office/drawing/2014/main" id="{8789DDE1-A4CB-5B8C-C542-94C6A3F4ABD4}"/>
              </a:ext>
            </a:extLst>
          </p:cNvPr>
          <p:cNvSpPr/>
          <p:nvPr/>
        </p:nvSpPr>
        <p:spPr>
          <a:xfrm>
            <a:off x="427892" y="1149833"/>
            <a:ext cx="4586500" cy="633205"/>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a:solidFill>
                  <a:schemeClr val="bg1"/>
                </a:solidFill>
                <a:cs typeface="Bagoss Standard"/>
              </a:rPr>
              <a:t>Majority of guests visit the aqua mundo once a day (6261 </a:t>
            </a:r>
            <a:r>
              <a:rPr lang="en-US" sz="1400" err="1">
                <a:solidFill>
                  <a:schemeClr val="bg1"/>
                </a:solidFill>
                <a:cs typeface="Bagoss Standard"/>
              </a:rPr>
              <a:t>repondents</a:t>
            </a:r>
            <a:r>
              <a:rPr lang="en-US" sz="1400">
                <a:solidFill>
                  <a:schemeClr val="bg1"/>
                </a:solidFill>
                <a:cs typeface="Bagoss Standard"/>
              </a:rPr>
              <a:t> which represents </a:t>
            </a:r>
            <a:r>
              <a:rPr lang="en-US" sz="1400" b="1">
                <a:solidFill>
                  <a:schemeClr val="bg1"/>
                </a:solidFill>
                <a:cs typeface="Bagoss Standard"/>
              </a:rPr>
              <a:t>59,5 % </a:t>
            </a:r>
            <a:r>
              <a:rPr lang="en-US" sz="1400">
                <a:solidFill>
                  <a:schemeClr val="bg1"/>
                </a:solidFill>
                <a:cs typeface="Bagoss Standard"/>
              </a:rPr>
              <a:t>of total respondents)</a:t>
            </a:r>
            <a:endParaRPr lang="fr-FR" sz="1400"/>
          </a:p>
        </p:txBody>
      </p:sp>
      <p:sp>
        <p:nvSpPr>
          <p:cNvPr id="8" name="Flèche : bas 7">
            <a:extLst>
              <a:ext uri="{FF2B5EF4-FFF2-40B4-BE49-F238E27FC236}">
                <a16:creationId xmlns:a16="http://schemas.microsoft.com/office/drawing/2014/main" id="{63C55E8C-162E-5D4B-ED6F-3EE3F7D66E24}"/>
              </a:ext>
            </a:extLst>
          </p:cNvPr>
          <p:cNvSpPr/>
          <p:nvPr/>
        </p:nvSpPr>
        <p:spPr>
          <a:xfrm>
            <a:off x="2539489" y="1856697"/>
            <a:ext cx="409764" cy="246391"/>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E25E8949-8694-7E2C-901F-2C5883F8A077}"/>
              </a:ext>
            </a:extLst>
          </p:cNvPr>
          <p:cNvSpPr/>
          <p:nvPr/>
        </p:nvSpPr>
        <p:spPr>
          <a:xfrm>
            <a:off x="427890" y="2176747"/>
            <a:ext cx="4586500" cy="633205"/>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bg1"/>
                </a:solidFill>
                <a:cs typeface="Bagoss Standard"/>
              </a:rPr>
              <a:t>Repeaters have the highest % of respondents who visit the aqua mundo once a day (</a:t>
            </a:r>
            <a:r>
              <a:rPr lang="en-US" sz="1400" b="1">
                <a:solidFill>
                  <a:schemeClr val="bg1"/>
                </a:solidFill>
                <a:cs typeface="Bagoss Standard"/>
              </a:rPr>
              <a:t>62% VS 56% for trialists)</a:t>
            </a:r>
            <a:endParaRPr lang="en-US" sz="1400">
              <a:solidFill>
                <a:schemeClr val="bg1"/>
              </a:solidFill>
              <a:cs typeface="Bagoss Standard"/>
            </a:endParaRPr>
          </a:p>
        </p:txBody>
      </p:sp>
      <p:sp>
        <p:nvSpPr>
          <p:cNvPr id="11" name="Flèche : bas 10">
            <a:extLst>
              <a:ext uri="{FF2B5EF4-FFF2-40B4-BE49-F238E27FC236}">
                <a16:creationId xmlns:a16="http://schemas.microsoft.com/office/drawing/2014/main" id="{CA8932E6-32ED-B5EC-8531-DAB5D9E96F3C}"/>
              </a:ext>
            </a:extLst>
          </p:cNvPr>
          <p:cNvSpPr/>
          <p:nvPr/>
        </p:nvSpPr>
        <p:spPr>
          <a:xfrm>
            <a:off x="2539489" y="2892904"/>
            <a:ext cx="407558" cy="239629"/>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64D2EA76-3D6C-95BC-526E-529462903021}"/>
              </a:ext>
            </a:extLst>
          </p:cNvPr>
          <p:cNvSpPr/>
          <p:nvPr/>
        </p:nvSpPr>
        <p:spPr>
          <a:xfrm>
            <a:off x="427890" y="3211145"/>
            <a:ext cx="4586500" cy="633205"/>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bg1"/>
                </a:solidFill>
                <a:cs typeface="Bagoss Standard"/>
              </a:rPr>
              <a:t>Trialists visit more several times in a day the Aqua mundo than Repeaters </a:t>
            </a:r>
            <a:r>
              <a:rPr lang="en-US" sz="1400" b="1">
                <a:solidFill>
                  <a:schemeClr val="bg1"/>
                </a:solidFill>
                <a:cs typeface="Bagoss Standard"/>
              </a:rPr>
              <a:t>(15.2% &gt;12.6%)</a:t>
            </a:r>
            <a:endParaRPr lang="fr-FR" sz="1400" b="1">
              <a:solidFill>
                <a:schemeClr val="bg1"/>
              </a:solidFill>
              <a:cs typeface="Bagoss Standard"/>
            </a:endParaRPr>
          </a:p>
        </p:txBody>
      </p:sp>
      <p:sp>
        <p:nvSpPr>
          <p:cNvPr id="7" name="Flèche : bas 6">
            <a:extLst>
              <a:ext uri="{FF2B5EF4-FFF2-40B4-BE49-F238E27FC236}">
                <a16:creationId xmlns:a16="http://schemas.microsoft.com/office/drawing/2014/main" id="{F352DA3D-CBE7-7D3F-4719-BA5172956398}"/>
              </a:ext>
            </a:extLst>
          </p:cNvPr>
          <p:cNvSpPr/>
          <p:nvPr/>
        </p:nvSpPr>
        <p:spPr>
          <a:xfrm>
            <a:off x="2539489" y="3922963"/>
            <a:ext cx="407558" cy="239629"/>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coins arrondis 8">
            <a:extLst>
              <a:ext uri="{FF2B5EF4-FFF2-40B4-BE49-F238E27FC236}">
                <a16:creationId xmlns:a16="http://schemas.microsoft.com/office/drawing/2014/main" id="{B099BE02-D70C-CE14-5EEB-9394D4FE1BFE}"/>
              </a:ext>
            </a:extLst>
          </p:cNvPr>
          <p:cNvSpPr/>
          <p:nvPr/>
        </p:nvSpPr>
        <p:spPr>
          <a:xfrm>
            <a:off x="427890" y="4241204"/>
            <a:ext cx="4586500" cy="633205"/>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bg1"/>
                </a:solidFill>
                <a:cs typeface="Bagoss Standard"/>
              </a:rPr>
              <a:t>There’s not a huge gap between the Trialists and repeaters (1 – 2% difference)</a:t>
            </a:r>
            <a:endParaRPr lang="fr-FR" sz="1400" b="1">
              <a:solidFill>
                <a:schemeClr val="bg1"/>
              </a:solidFill>
              <a:cs typeface="Bagoss Standard"/>
            </a:endParaRPr>
          </a:p>
        </p:txBody>
      </p:sp>
      <p:sp>
        <p:nvSpPr>
          <p:cNvPr id="14" name="Rectangle : coins arrondis 8">
            <a:extLst>
              <a:ext uri="{FF2B5EF4-FFF2-40B4-BE49-F238E27FC236}">
                <a16:creationId xmlns:a16="http://schemas.microsoft.com/office/drawing/2014/main" id="{5AFDDD9B-E983-A300-582F-76F4891B7FF8}"/>
              </a:ext>
            </a:extLst>
          </p:cNvPr>
          <p:cNvSpPr/>
          <p:nvPr/>
        </p:nvSpPr>
        <p:spPr>
          <a:xfrm>
            <a:off x="427890" y="5281985"/>
            <a:ext cx="4586500" cy="633205"/>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b="1" dirty="0">
                <a:solidFill>
                  <a:schemeClr val="bg1"/>
                </a:solidFill>
                <a:cs typeface="Tahoma"/>
              </a:rPr>
              <a:t>91% </a:t>
            </a:r>
            <a:r>
              <a:rPr lang="en-US" sz="1400" dirty="0">
                <a:solidFill>
                  <a:schemeClr val="bg1"/>
                </a:solidFill>
                <a:cs typeface="Tahoma"/>
              </a:rPr>
              <a:t>of guests visit the aqua </a:t>
            </a:r>
            <a:r>
              <a:rPr lang="en-US" sz="1400" dirty="0" err="1">
                <a:solidFill>
                  <a:schemeClr val="bg1"/>
                </a:solidFill>
                <a:cs typeface="Tahoma"/>
              </a:rPr>
              <a:t>mundo</a:t>
            </a:r>
            <a:r>
              <a:rPr lang="en-US" sz="1400" dirty="0">
                <a:solidFill>
                  <a:schemeClr val="bg1"/>
                </a:solidFill>
                <a:cs typeface="Tahoma"/>
              </a:rPr>
              <a:t> </a:t>
            </a:r>
            <a:r>
              <a:rPr lang="en-US" sz="1400" dirty="0" err="1">
                <a:solidFill>
                  <a:schemeClr val="bg1"/>
                </a:solidFill>
                <a:cs typeface="Tahoma"/>
              </a:rPr>
              <a:t>atleast</a:t>
            </a:r>
            <a:r>
              <a:rPr lang="en-US" sz="1400" dirty="0">
                <a:solidFill>
                  <a:schemeClr val="bg1"/>
                </a:solidFill>
                <a:cs typeface="Tahoma"/>
              </a:rPr>
              <a:t> once, no matter if they Trialists </a:t>
            </a:r>
            <a:r>
              <a:rPr lang="en-US" sz="1400" dirty="0" err="1">
                <a:solidFill>
                  <a:schemeClr val="bg1"/>
                </a:solidFill>
                <a:cs typeface="Tahoma"/>
              </a:rPr>
              <a:t>ou</a:t>
            </a:r>
            <a:r>
              <a:rPr lang="en-US" sz="1400" dirty="0">
                <a:solidFill>
                  <a:schemeClr val="bg1"/>
                </a:solidFill>
                <a:cs typeface="Tahoma"/>
              </a:rPr>
              <a:t> Repeaters</a:t>
            </a:r>
            <a:endParaRPr lang="en-US" dirty="0">
              <a:solidFill>
                <a:schemeClr val="bg1"/>
              </a:solidFill>
            </a:endParaRPr>
          </a:p>
        </p:txBody>
      </p:sp>
      <p:sp>
        <p:nvSpPr>
          <p:cNvPr id="13" name="Flèche : bas 6">
            <a:extLst>
              <a:ext uri="{FF2B5EF4-FFF2-40B4-BE49-F238E27FC236}">
                <a16:creationId xmlns:a16="http://schemas.microsoft.com/office/drawing/2014/main" id="{042ED9F8-06FD-A5A7-735B-E0BDD605A9D7}"/>
              </a:ext>
            </a:extLst>
          </p:cNvPr>
          <p:cNvSpPr/>
          <p:nvPr/>
        </p:nvSpPr>
        <p:spPr>
          <a:xfrm>
            <a:off x="2520903" y="4963743"/>
            <a:ext cx="407558" cy="239629"/>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55675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BF5B5-CEB2-6DF8-8FBE-3679E65B22FE}"/>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5F0596F2-633F-083D-7C9D-FD23155662C6}"/>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10</a:t>
            </a:fld>
            <a:endParaRPr lang="en-US"/>
          </a:p>
        </p:txBody>
      </p:sp>
      <p:sp>
        <p:nvSpPr>
          <p:cNvPr id="4" name="Espace réservé de la date 3">
            <a:extLst>
              <a:ext uri="{FF2B5EF4-FFF2-40B4-BE49-F238E27FC236}">
                <a16:creationId xmlns:a16="http://schemas.microsoft.com/office/drawing/2014/main" id="{E1030384-5FC6-54AC-16FF-C058958C1884}"/>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CD6E0338-2D2D-D563-5644-3A5C84F9118C}"/>
              </a:ext>
            </a:extLst>
          </p:cNvPr>
          <p:cNvSpPr>
            <a:spLocks noGrp="1"/>
          </p:cNvSpPr>
          <p:nvPr>
            <p:ph type="title"/>
          </p:nvPr>
        </p:nvSpPr>
        <p:spPr>
          <a:xfrm>
            <a:off x="334963" y="303238"/>
            <a:ext cx="10277583" cy="487938"/>
          </a:xfrm>
        </p:spPr>
        <p:txBody>
          <a:bodyPr lIns="0" tIns="0" rIns="0" bIns="0" anchor="ctr" anchorCtr="0">
            <a:normAutofit/>
          </a:bodyPr>
          <a:lstStyle/>
          <a:p>
            <a:r>
              <a:rPr lang="en-US"/>
              <a:t>Household Structure / Trialist-Repeater (Germany)</a:t>
            </a:r>
            <a:endParaRPr lang="fr-FR"/>
          </a:p>
        </p:txBody>
      </p:sp>
      <p:sp>
        <p:nvSpPr>
          <p:cNvPr id="12" name="Rectangle : coins arrondis 11">
            <a:extLst>
              <a:ext uri="{FF2B5EF4-FFF2-40B4-BE49-F238E27FC236}">
                <a16:creationId xmlns:a16="http://schemas.microsoft.com/office/drawing/2014/main" id="{E921D204-1C44-A4CA-A332-E5760519D6FE}"/>
              </a:ext>
            </a:extLst>
          </p:cNvPr>
          <p:cNvSpPr/>
          <p:nvPr/>
        </p:nvSpPr>
        <p:spPr>
          <a:xfrm>
            <a:off x="419534" y="1467722"/>
            <a:ext cx="4632963"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Seniors &gt;75 are those who visit the least the Aqua </a:t>
            </a:r>
            <a:r>
              <a:rPr lang="en-US" sz="1400" dirty="0" err="1">
                <a:solidFill>
                  <a:schemeClr val="tx1"/>
                </a:solidFill>
                <a:cs typeface="Tahoma"/>
              </a:rPr>
              <a:t>mundo</a:t>
            </a:r>
            <a:r>
              <a:rPr lang="en-US" sz="1400" dirty="0">
                <a:solidFill>
                  <a:schemeClr val="tx1"/>
                </a:solidFill>
                <a:cs typeface="Tahoma"/>
              </a:rPr>
              <a:t> </a:t>
            </a:r>
            <a:r>
              <a:rPr lang="en-US" sz="1400" b="1" dirty="0">
                <a:solidFill>
                  <a:schemeClr val="tx1"/>
                </a:solidFill>
                <a:cs typeface="Tahoma"/>
              </a:rPr>
              <a:t>(36%) </a:t>
            </a:r>
            <a:r>
              <a:rPr lang="en-US" sz="1400" dirty="0">
                <a:solidFill>
                  <a:schemeClr val="tx1"/>
                </a:solidFill>
                <a:cs typeface="Tahoma"/>
              </a:rPr>
              <a:t>followed by seniors active 55-74 </a:t>
            </a:r>
            <a:r>
              <a:rPr lang="en-US" sz="1400" b="1" dirty="0">
                <a:solidFill>
                  <a:schemeClr val="tx1"/>
                </a:solidFill>
                <a:cs typeface="Tahoma"/>
              </a:rPr>
              <a:t>(19%)</a:t>
            </a:r>
            <a:endParaRPr lang="en-US" dirty="0">
              <a:solidFill>
                <a:schemeClr val="tx1"/>
              </a:solidFill>
            </a:endParaRPr>
          </a:p>
        </p:txBody>
      </p:sp>
      <p:sp>
        <p:nvSpPr>
          <p:cNvPr id="11" name="Flèche : bas 10">
            <a:extLst>
              <a:ext uri="{FF2B5EF4-FFF2-40B4-BE49-F238E27FC236}">
                <a16:creationId xmlns:a16="http://schemas.microsoft.com/office/drawing/2014/main" id="{AEB6AAC9-5F73-B02A-EA4D-C7828DDD8810}"/>
              </a:ext>
            </a:extLst>
          </p:cNvPr>
          <p:cNvSpPr/>
          <p:nvPr/>
        </p:nvSpPr>
        <p:spPr>
          <a:xfrm>
            <a:off x="2490652" y="2217584"/>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bas 14">
            <a:extLst>
              <a:ext uri="{FF2B5EF4-FFF2-40B4-BE49-F238E27FC236}">
                <a16:creationId xmlns:a16="http://schemas.microsoft.com/office/drawing/2014/main" id="{FD0FAB48-5DBD-6A6D-145D-9DA49079C667}"/>
              </a:ext>
            </a:extLst>
          </p:cNvPr>
          <p:cNvSpPr/>
          <p:nvPr/>
        </p:nvSpPr>
        <p:spPr>
          <a:xfrm>
            <a:off x="2490651" y="3307401"/>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 name="Tableau 1">
            <a:extLst>
              <a:ext uri="{FF2B5EF4-FFF2-40B4-BE49-F238E27FC236}">
                <a16:creationId xmlns:a16="http://schemas.microsoft.com/office/drawing/2014/main" id="{8B7D6FA3-1D32-555B-9854-4E6D142FB7D1}"/>
              </a:ext>
            </a:extLst>
          </p:cNvPr>
          <p:cNvGraphicFramePr>
            <a:graphicFrameLocks noGrp="1"/>
          </p:cNvGraphicFramePr>
          <p:nvPr>
            <p:extLst>
              <p:ext uri="{D42A27DB-BD31-4B8C-83A1-F6EECF244321}">
                <p14:modId xmlns:p14="http://schemas.microsoft.com/office/powerpoint/2010/main" val="3029950074"/>
              </p:ext>
            </p:extLst>
          </p:nvPr>
        </p:nvGraphicFramePr>
        <p:xfrm>
          <a:off x="5908385" y="1301903"/>
          <a:ext cx="5540829" cy="2729665"/>
        </p:xfrm>
        <a:graphic>
          <a:graphicData uri="http://schemas.openxmlformats.org/drawingml/2006/table">
            <a:tbl>
              <a:tblPr firstRow="1" bandRow="1">
                <a:tableStyleId>{5C22544A-7EE6-4342-B048-85BDC9FD1C3A}</a:tableStyleId>
              </a:tblPr>
              <a:tblGrid>
                <a:gridCol w="1752601">
                  <a:extLst>
                    <a:ext uri="{9D8B030D-6E8A-4147-A177-3AD203B41FA5}">
                      <a16:colId xmlns:a16="http://schemas.microsoft.com/office/drawing/2014/main" val="2411664206"/>
                    </a:ext>
                  </a:extLst>
                </a:gridCol>
                <a:gridCol w="783771">
                  <a:extLst>
                    <a:ext uri="{9D8B030D-6E8A-4147-A177-3AD203B41FA5}">
                      <a16:colId xmlns:a16="http://schemas.microsoft.com/office/drawing/2014/main" val="2805417451"/>
                    </a:ext>
                  </a:extLst>
                </a:gridCol>
                <a:gridCol w="783771">
                  <a:extLst>
                    <a:ext uri="{9D8B030D-6E8A-4147-A177-3AD203B41FA5}">
                      <a16:colId xmlns:a16="http://schemas.microsoft.com/office/drawing/2014/main" val="2067977427"/>
                    </a:ext>
                  </a:extLst>
                </a:gridCol>
                <a:gridCol w="794658">
                  <a:extLst>
                    <a:ext uri="{9D8B030D-6E8A-4147-A177-3AD203B41FA5}">
                      <a16:colId xmlns:a16="http://schemas.microsoft.com/office/drawing/2014/main" val="898422569"/>
                    </a:ext>
                  </a:extLst>
                </a:gridCol>
                <a:gridCol w="772885">
                  <a:extLst>
                    <a:ext uri="{9D8B030D-6E8A-4147-A177-3AD203B41FA5}">
                      <a16:colId xmlns:a16="http://schemas.microsoft.com/office/drawing/2014/main" val="1542011827"/>
                    </a:ext>
                  </a:extLst>
                </a:gridCol>
                <a:gridCol w="653143">
                  <a:extLst>
                    <a:ext uri="{9D8B030D-6E8A-4147-A177-3AD203B41FA5}">
                      <a16:colId xmlns:a16="http://schemas.microsoft.com/office/drawing/2014/main" val="149099650"/>
                    </a:ext>
                  </a:extLst>
                </a:gridCol>
              </a:tblGrid>
              <a:tr h="393561">
                <a:tc>
                  <a:txBody>
                    <a:bodyPr/>
                    <a:lstStyle/>
                    <a:p>
                      <a:pPr algn="l" fontAlgn="b">
                        <a:buNone/>
                      </a:pPr>
                      <a:r>
                        <a:rPr lang="fr-FR" sz="1100" u="none" strike="noStrike">
                          <a:effectLst/>
                          <a:latin typeface="Aptos Narrow" panose="020B0004020202020204" pitchFamily="34" charset="0"/>
                        </a:rPr>
                        <a:t>Household structure</a:t>
                      </a:r>
                      <a:endParaRPr lang="fr-FR"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haven't visited 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435991614"/>
                  </a:ext>
                </a:extLst>
              </a:tr>
              <a:tr h="164523">
                <a:tc>
                  <a:txBody>
                    <a:bodyPr/>
                    <a:lstStyle/>
                    <a:p>
                      <a:pPr algn="l" fontAlgn="b">
                        <a:buNone/>
                      </a:pPr>
                      <a:r>
                        <a:rPr lang="fr-FR" sz="1100" u="none" strike="noStrike" err="1">
                          <a:solidFill>
                            <a:schemeClr val="bg1">
                              <a:lumMod val="10000"/>
                            </a:schemeClr>
                          </a:solidFill>
                          <a:effectLst/>
                          <a:latin typeface="Aptos Narrow" panose="020B0004020202020204" pitchFamily="34" charset="0"/>
                        </a:rPr>
                        <a:t>Adults</a:t>
                      </a:r>
                      <a:r>
                        <a:rPr lang="fr-FR" sz="1100" u="none" strike="noStrike">
                          <a:solidFill>
                            <a:schemeClr val="bg1">
                              <a:lumMod val="10000"/>
                            </a:schemeClr>
                          </a:solidFill>
                          <a:effectLst/>
                          <a:latin typeface="Aptos Narrow" panose="020B0004020202020204" pitchFamily="34" charset="0"/>
                        </a:rPr>
                        <a:t> 35-54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213</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66363686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0-2</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46</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31628022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12-17</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95</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698019867"/>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104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637887159"/>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5-11</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295</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096713378"/>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Not registered</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1559</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89374854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 Active 55-74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390</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615308993"/>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Seniors&gt;75</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25</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979552725"/>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Young Adults 18-34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89</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0722761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2833</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06228452"/>
                  </a:ext>
                </a:extLst>
              </a:tr>
            </a:tbl>
          </a:graphicData>
        </a:graphic>
      </p:graphicFrame>
      <p:graphicFrame>
        <p:nvGraphicFramePr>
          <p:cNvPr id="7" name="Tableau 6">
            <a:extLst>
              <a:ext uri="{FF2B5EF4-FFF2-40B4-BE49-F238E27FC236}">
                <a16:creationId xmlns:a16="http://schemas.microsoft.com/office/drawing/2014/main" id="{C3FAD573-D84E-5EF2-C2FD-AC18B1D4A6C1}"/>
              </a:ext>
            </a:extLst>
          </p:cNvPr>
          <p:cNvGraphicFramePr>
            <a:graphicFrameLocks noGrp="1"/>
          </p:cNvGraphicFramePr>
          <p:nvPr>
            <p:extLst>
              <p:ext uri="{D42A27DB-BD31-4B8C-83A1-F6EECF244321}">
                <p14:modId xmlns:p14="http://schemas.microsoft.com/office/powerpoint/2010/main" val="4038870062"/>
              </p:ext>
            </p:extLst>
          </p:nvPr>
        </p:nvGraphicFramePr>
        <p:xfrm>
          <a:off x="5908385" y="4537282"/>
          <a:ext cx="5540832" cy="1047750"/>
        </p:xfrm>
        <a:graphic>
          <a:graphicData uri="http://schemas.openxmlformats.org/drawingml/2006/table">
            <a:tbl>
              <a:tblPr firstRow="1" bandRow="1">
                <a:tableStyleId>{5C22544A-7EE6-4342-B048-85BDC9FD1C3A}</a:tableStyleId>
              </a:tblPr>
              <a:tblGrid>
                <a:gridCol w="1787815">
                  <a:extLst>
                    <a:ext uri="{9D8B030D-6E8A-4147-A177-3AD203B41FA5}">
                      <a16:colId xmlns:a16="http://schemas.microsoft.com/office/drawing/2014/main" val="441190165"/>
                    </a:ext>
                  </a:extLst>
                </a:gridCol>
                <a:gridCol w="740229">
                  <a:extLst>
                    <a:ext uri="{9D8B030D-6E8A-4147-A177-3AD203B41FA5}">
                      <a16:colId xmlns:a16="http://schemas.microsoft.com/office/drawing/2014/main" val="603207171"/>
                    </a:ext>
                  </a:extLst>
                </a:gridCol>
                <a:gridCol w="805542">
                  <a:extLst>
                    <a:ext uri="{9D8B030D-6E8A-4147-A177-3AD203B41FA5}">
                      <a16:colId xmlns:a16="http://schemas.microsoft.com/office/drawing/2014/main" val="779268651"/>
                    </a:ext>
                  </a:extLst>
                </a:gridCol>
                <a:gridCol w="783772">
                  <a:extLst>
                    <a:ext uri="{9D8B030D-6E8A-4147-A177-3AD203B41FA5}">
                      <a16:colId xmlns:a16="http://schemas.microsoft.com/office/drawing/2014/main" val="1685026183"/>
                    </a:ext>
                  </a:extLst>
                </a:gridCol>
                <a:gridCol w="740228">
                  <a:extLst>
                    <a:ext uri="{9D8B030D-6E8A-4147-A177-3AD203B41FA5}">
                      <a16:colId xmlns:a16="http://schemas.microsoft.com/office/drawing/2014/main" val="830408064"/>
                    </a:ext>
                  </a:extLst>
                </a:gridCol>
                <a:gridCol w="683246">
                  <a:extLst>
                    <a:ext uri="{9D8B030D-6E8A-4147-A177-3AD203B41FA5}">
                      <a16:colId xmlns:a16="http://schemas.microsoft.com/office/drawing/2014/main" val="3375812699"/>
                    </a:ext>
                  </a:extLst>
                </a:gridCol>
              </a:tblGrid>
              <a:tr h="203200">
                <a:tc>
                  <a:txBody>
                    <a:bodyPr/>
                    <a:lstStyle/>
                    <a:p>
                      <a:pPr algn="l" fontAlgn="b">
                        <a:buNone/>
                      </a:pPr>
                      <a:r>
                        <a:rPr lang="fr-FR" sz="1000" u="none" strike="noStrike">
                          <a:effectLst/>
                          <a:latin typeface="Aptos Narrow" panose="020B0004020202020204" pitchFamily="34" charset="0"/>
                        </a:rPr>
                        <a:t>New Customer (T)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a:t>
                      </a:r>
                      <a:r>
                        <a:rPr lang="fr-FR" sz="1000" u="none" strike="noStrike" err="1">
                          <a:effectLst/>
                          <a:latin typeface="Aptos Narrow" panose="020B0004020202020204" pitchFamily="34" charset="0"/>
                        </a:rPr>
                        <a:t>haven't</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visited</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69404993"/>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A</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104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994909886"/>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R</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1808</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04074195"/>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921</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96629267"/>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u="none" strike="noStrike">
                          <a:solidFill>
                            <a:schemeClr val="bg1">
                              <a:lumMod val="10000"/>
                            </a:schemeClr>
                          </a:solidFill>
                          <a:effectLst/>
                          <a:latin typeface="Aptos Narrow" panose="020B0004020202020204" pitchFamily="34" charset="0"/>
                        </a:rPr>
                        <a:t>2833</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146501627"/>
                  </a:ext>
                </a:extLst>
              </a:tr>
            </a:tbl>
          </a:graphicData>
        </a:graphic>
      </p:graphicFrame>
      <p:sp>
        <p:nvSpPr>
          <p:cNvPr id="16" name="Rectangle : coins arrondis 15">
            <a:extLst>
              <a:ext uri="{FF2B5EF4-FFF2-40B4-BE49-F238E27FC236}">
                <a16:creationId xmlns:a16="http://schemas.microsoft.com/office/drawing/2014/main" id="{D89C1A35-C9FA-A663-D01A-B3D86270E626}"/>
              </a:ext>
            </a:extLst>
          </p:cNvPr>
          <p:cNvSpPr/>
          <p:nvPr/>
        </p:nvSpPr>
        <p:spPr>
          <a:xfrm>
            <a:off x="419534" y="2548603"/>
            <a:ext cx="4632963"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Families with children 5-11 have the highest % who visit the aqua </a:t>
            </a:r>
            <a:r>
              <a:rPr lang="en-US" sz="1400" dirty="0" err="1">
                <a:solidFill>
                  <a:schemeClr val="tx1"/>
                </a:solidFill>
                <a:cs typeface="Tahoma"/>
              </a:rPr>
              <a:t>mundo</a:t>
            </a:r>
            <a:r>
              <a:rPr lang="en-US" sz="1400" dirty="0">
                <a:solidFill>
                  <a:schemeClr val="tx1"/>
                </a:solidFill>
                <a:cs typeface="Tahoma"/>
              </a:rPr>
              <a:t> once a day </a:t>
            </a:r>
            <a:r>
              <a:rPr lang="en-US" sz="1400" b="1" dirty="0">
                <a:solidFill>
                  <a:schemeClr val="tx1"/>
                </a:solidFill>
                <a:cs typeface="Tahoma"/>
              </a:rPr>
              <a:t>(78%)</a:t>
            </a:r>
            <a:endParaRPr lang="en-US" dirty="0">
              <a:solidFill>
                <a:schemeClr val="tx1"/>
              </a:solidFill>
            </a:endParaRPr>
          </a:p>
        </p:txBody>
      </p:sp>
      <p:sp>
        <p:nvSpPr>
          <p:cNvPr id="18" name="Rectangle : coins arrondis 17">
            <a:extLst>
              <a:ext uri="{FF2B5EF4-FFF2-40B4-BE49-F238E27FC236}">
                <a16:creationId xmlns:a16="http://schemas.microsoft.com/office/drawing/2014/main" id="{942B5F9D-F506-0233-A2F8-096C2CDA08A5}"/>
              </a:ext>
            </a:extLst>
          </p:cNvPr>
          <p:cNvSpPr/>
          <p:nvPr/>
        </p:nvSpPr>
        <p:spPr>
          <a:xfrm>
            <a:off x="419534" y="3636214"/>
            <a:ext cx="4632963"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Repeaters tend to visit more the Aqua </a:t>
            </a:r>
            <a:r>
              <a:rPr lang="en-US" sz="1400" dirty="0" err="1">
                <a:solidFill>
                  <a:schemeClr val="tx1"/>
                </a:solidFill>
                <a:cs typeface="Tahoma"/>
              </a:rPr>
              <a:t>mudo</a:t>
            </a:r>
            <a:r>
              <a:rPr lang="en-US" sz="1400" dirty="0">
                <a:solidFill>
                  <a:schemeClr val="tx1"/>
                </a:solidFill>
                <a:cs typeface="Tahoma"/>
              </a:rPr>
              <a:t> once a day than Trialists </a:t>
            </a:r>
            <a:r>
              <a:rPr lang="en-US" sz="1400" b="1" dirty="0">
                <a:solidFill>
                  <a:schemeClr val="tx1"/>
                </a:solidFill>
                <a:cs typeface="Tahoma"/>
              </a:rPr>
              <a:t>(67% vs 59%)</a:t>
            </a:r>
            <a:r>
              <a:rPr lang="en-US" sz="1400" dirty="0">
                <a:solidFill>
                  <a:schemeClr val="tx1"/>
                </a:solidFill>
                <a:cs typeface="Tahoma"/>
              </a:rPr>
              <a:t>, while </a:t>
            </a:r>
            <a:r>
              <a:rPr lang="en-US" sz="1400" dirty="0" err="1">
                <a:solidFill>
                  <a:schemeClr val="tx1"/>
                </a:solidFill>
                <a:cs typeface="Tahoma"/>
              </a:rPr>
              <a:t>Trailists</a:t>
            </a:r>
            <a:r>
              <a:rPr lang="en-US" sz="1400" dirty="0">
                <a:solidFill>
                  <a:schemeClr val="tx1"/>
                </a:solidFill>
                <a:cs typeface="Tahoma"/>
              </a:rPr>
              <a:t> tend to visit more once during the stay </a:t>
            </a:r>
            <a:r>
              <a:rPr lang="en-US" sz="1400" b="1" dirty="0">
                <a:solidFill>
                  <a:schemeClr val="tx1"/>
                </a:solidFill>
                <a:cs typeface="Tahoma"/>
              </a:rPr>
              <a:t>(28% vs 20%)</a:t>
            </a:r>
            <a:endParaRPr lang="en-US" dirty="0">
              <a:solidFill>
                <a:schemeClr val="tx1"/>
              </a:solidFill>
              <a:cs typeface="Tahoma"/>
            </a:endParaRPr>
          </a:p>
        </p:txBody>
      </p:sp>
      <p:sp>
        <p:nvSpPr>
          <p:cNvPr id="19" name="Rectangle : coins arrondis 18">
            <a:extLst>
              <a:ext uri="{FF2B5EF4-FFF2-40B4-BE49-F238E27FC236}">
                <a16:creationId xmlns:a16="http://schemas.microsoft.com/office/drawing/2014/main" id="{F59264DC-6D24-6904-90C5-1C38661C15B2}"/>
              </a:ext>
            </a:extLst>
          </p:cNvPr>
          <p:cNvSpPr/>
          <p:nvPr/>
        </p:nvSpPr>
        <p:spPr>
          <a:xfrm>
            <a:off x="419534" y="4723824"/>
            <a:ext cx="4632963"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tx1"/>
                </a:solidFill>
                <a:cs typeface="Bagoss Standard"/>
              </a:rPr>
              <a:t>AG’</a:t>
            </a:r>
            <a:r>
              <a:rPr lang="en-US" sz="1400">
                <a:solidFill>
                  <a:schemeClr val="tx1"/>
                </a:solidFill>
                <a:cs typeface="Bagoss Standard"/>
              </a:rPr>
              <a:t>s aqua mundo is the most visited (at least once) as well as the highest number of respondents who do not visit the aqua mundo during their stay</a:t>
            </a:r>
          </a:p>
        </p:txBody>
      </p:sp>
      <p:sp>
        <p:nvSpPr>
          <p:cNvPr id="8" name="Flèche : bas 14">
            <a:extLst>
              <a:ext uri="{FF2B5EF4-FFF2-40B4-BE49-F238E27FC236}">
                <a16:creationId xmlns:a16="http://schemas.microsoft.com/office/drawing/2014/main" id="{6AC2E484-EF4B-7922-37E1-27B4DC1FEF18}"/>
              </a:ext>
            </a:extLst>
          </p:cNvPr>
          <p:cNvSpPr/>
          <p:nvPr/>
        </p:nvSpPr>
        <p:spPr>
          <a:xfrm>
            <a:off x="2490651" y="4413231"/>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17405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52780-CB67-5347-07D5-4CE0A70DB3E2}"/>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496EC1F0-87D9-6DBE-6A49-D861F5268F8F}"/>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11</a:t>
            </a:fld>
            <a:endParaRPr lang="en-US"/>
          </a:p>
        </p:txBody>
      </p:sp>
      <p:sp>
        <p:nvSpPr>
          <p:cNvPr id="4" name="Espace réservé de la date 3">
            <a:extLst>
              <a:ext uri="{FF2B5EF4-FFF2-40B4-BE49-F238E27FC236}">
                <a16:creationId xmlns:a16="http://schemas.microsoft.com/office/drawing/2014/main" id="{C4823DB8-7E81-7F2E-68C6-FB4F27FB6A16}"/>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DB6C24FB-EB53-4C26-5E0B-8B4860D9CFDA}"/>
              </a:ext>
            </a:extLst>
          </p:cNvPr>
          <p:cNvSpPr>
            <a:spLocks noGrp="1"/>
          </p:cNvSpPr>
          <p:nvPr>
            <p:ph type="title"/>
          </p:nvPr>
        </p:nvSpPr>
        <p:spPr>
          <a:xfrm>
            <a:off x="334963" y="303238"/>
            <a:ext cx="10277583" cy="487938"/>
          </a:xfrm>
        </p:spPr>
        <p:txBody>
          <a:bodyPr lIns="0" tIns="0" rIns="0" bIns="0" anchor="ctr" anchorCtr="0">
            <a:normAutofit/>
          </a:bodyPr>
          <a:lstStyle/>
          <a:p>
            <a:r>
              <a:rPr lang="en-US"/>
              <a:t>Household Structure / Trialist-Repeater (Belgium)</a:t>
            </a:r>
            <a:endParaRPr lang="fr-FR"/>
          </a:p>
        </p:txBody>
      </p:sp>
      <p:sp>
        <p:nvSpPr>
          <p:cNvPr id="12" name="Rectangle : coins arrondis 11">
            <a:extLst>
              <a:ext uri="{FF2B5EF4-FFF2-40B4-BE49-F238E27FC236}">
                <a16:creationId xmlns:a16="http://schemas.microsoft.com/office/drawing/2014/main" id="{C7F3A57B-38FA-BE17-0531-6B1FB56C3095}"/>
              </a:ext>
            </a:extLst>
          </p:cNvPr>
          <p:cNvSpPr/>
          <p:nvPr/>
        </p:nvSpPr>
        <p:spPr>
          <a:xfrm>
            <a:off x="400949" y="1133185"/>
            <a:ext cx="4888806"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Seniors &gt;75 are those who visit the least the Aqua </a:t>
            </a:r>
            <a:r>
              <a:rPr lang="en-US" sz="1400" dirty="0" err="1">
                <a:solidFill>
                  <a:schemeClr val="tx1"/>
                </a:solidFill>
                <a:cs typeface="Tahoma"/>
              </a:rPr>
              <a:t>mundo</a:t>
            </a:r>
            <a:r>
              <a:rPr lang="en-US" sz="1400" dirty="0">
                <a:solidFill>
                  <a:schemeClr val="tx1"/>
                </a:solidFill>
                <a:cs typeface="Tahoma"/>
              </a:rPr>
              <a:t> </a:t>
            </a:r>
            <a:r>
              <a:rPr lang="en-US" sz="1400" b="1" dirty="0">
                <a:solidFill>
                  <a:schemeClr val="tx1"/>
                </a:solidFill>
                <a:cs typeface="Tahoma"/>
              </a:rPr>
              <a:t>(31%) </a:t>
            </a:r>
            <a:r>
              <a:rPr lang="en-US" sz="1400" dirty="0">
                <a:solidFill>
                  <a:schemeClr val="tx1"/>
                </a:solidFill>
                <a:cs typeface="Tahoma"/>
              </a:rPr>
              <a:t>followed by seniors active 55-74 </a:t>
            </a:r>
            <a:r>
              <a:rPr lang="en-US" sz="1400" b="1" dirty="0">
                <a:solidFill>
                  <a:schemeClr val="tx1"/>
                </a:solidFill>
                <a:cs typeface="Tahoma"/>
              </a:rPr>
              <a:t>(19%)</a:t>
            </a:r>
            <a:endParaRPr lang="en-US" dirty="0">
              <a:solidFill>
                <a:schemeClr val="tx1"/>
              </a:solidFill>
            </a:endParaRPr>
          </a:p>
        </p:txBody>
      </p:sp>
      <p:sp>
        <p:nvSpPr>
          <p:cNvPr id="14" name="Flèche : bas 13">
            <a:extLst>
              <a:ext uri="{FF2B5EF4-FFF2-40B4-BE49-F238E27FC236}">
                <a16:creationId xmlns:a16="http://schemas.microsoft.com/office/drawing/2014/main" id="{C3BAE6D8-3C42-E4C9-0110-FE7EE891F330}"/>
              </a:ext>
            </a:extLst>
          </p:cNvPr>
          <p:cNvSpPr/>
          <p:nvPr/>
        </p:nvSpPr>
        <p:spPr>
          <a:xfrm>
            <a:off x="2453481" y="1885303"/>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bas 10">
            <a:extLst>
              <a:ext uri="{FF2B5EF4-FFF2-40B4-BE49-F238E27FC236}">
                <a16:creationId xmlns:a16="http://schemas.microsoft.com/office/drawing/2014/main" id="{6C85315A-77BB-0F1C-9C9A-8882448C0DF8}"/>
              </a:ext>
            </a:extLst>
          </p:cNvPr>
          <p:cNvSpPr/>
          <p:nvPr/>
        </p:nvSpPr>
        <p:spPr>
          <a:xfrm>
            <a:off x="2453481" y="2914535"/>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bas 14">
            <a:extLst>
              <a:ext uri="{FF2B5EF4-FFF2-40B4-BE49-F238E27FC236}">
                <a16:creationId xmlns:a16="http://schemas.microsoft.com/office/drawing/2014/main" id="{29189A68-FA4B-B07E-5778-52100B67E154}"/>
              </a:ext>
            </a:extLst>
          </p:cNvPr>
          <p:cNvSpPr/>
          <p:nvPr/>
        </p:nvSpPr>
        <p:spPr>
          <a:xfrm>
            <a:off x="2453481" y="3967181"/>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 bas 16">
            <a:extLst>
              <a:ext uri="{FF2B5EF4-FFF2-40B4-BE49-F238E27FC236}">
                <a16:creationId xmlns:a16="http://schemas.microsoft.com/office/drawing/2014/main" id="{4688D72B-F126-EC20-BD8D-F1F6AAE7822B}"/>
              </a:ext>
            </a:extLst>
          </p:cNvPr>
          <p:cNvSpPr/>
          <p:nvPr/>
        </p:nvSpPr>
        <p:spPr>
          <a:xfrm>
            <a:off x="2448763" y="5042967"/>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 name="Tableau 1">
            <a:extLst>
              <a:ext uri="{FF2B5EF4-FFF2-40B4-BE49-F238E27FC236}">
                <a16:creationId xmlns:a16="http://schemas.microsoft.com/office/drawing/2014/main" id="{A04136C5-CA24-57B7-2B74-D0FCF99B3A15}"/>
              </a:ext>
            </a:extLst>
          </p:cNvPr>
          <p:cNvGraphicFramePr>
            <a:graphicFrameLocks noGrp="1"/>
          </p:cNvGraphicFramePr>
          <p:nvPr>
            <p:extLst>
              <p:ext uri="{D42A27DB-BD31-4B8C-83A1-F6EECF244321}">
                <p14:modId xmlns:p14="http://schemas.microsoft.com/office/powerpoint/2010/main" val="669496098"/>
              </p:ext>
            </p:extLst>
          </p:nvPr>
        </p:nvGraphicFramePr>
        <p:xfrm>
          <a:off x="5908385" y="1190391"/>
          <a:ext cx="5540829" cy="2729665"/>
        </p:xfrm>
        <a:graphic>
          <a:graphicData uri="http://schemas.openxmlformats.org/drawingml/2006/table">
            <a:tbl>
              <a:tblPr firstRow="1" bandRow="1">
                <a:tableStyleId>{5C22544A-7EE6-4342-B048-85BDC9FD1C3A}</a:tableStyleId>
              </a:tblPr>
              <a:tblGrid>
                <a:gridCol w="1752601">
                  <a:extLst>
                    <a:ext uri="{9D8B030D-6E8A-4147-A177-3AD203B41FA5}">
                      <a16:colId xmlns:a16="http://schemas.microsoft.com/office/drawing/2014/main" val="2411664206"/>
                    </a:ext>
                  </a:extLst>
                </a:gridCol>
                <a:gridCol w="783771">
                  <a:extLst>
                    <a:ext uri="{9D8B030D-6E8A-4147-A177-3AD203B41FA5}">
                      <a16:colId xmlns:a16="http://schemas.microsoft.com/office/drawing/2014/main" val="2805417451"/>
                    </a:ext>
                  </a:extLst>
                </a:gridCol>
                <a:gridCol w="783771">
                  <a:extLst>
                    <a:ext uri="{9D8B030D-6E8A-4147-A177-3AD203B41FA5}">
                      <a16:colId xmlns:a16="http://schemas.microsoft.com/office/drawing/2014/main" val="2067977427"/>
                    </a:ext>
                  </a:extLst>
                </a:gridCol>
                <a:gridCol w="794658">
                  <a:extLst>
                    <a:ext uri="{9D8B030D-6E8A-4147-A177-3AD203B41FA5}">
                      <a16:colId xmlns:a16="http://schemas.microsoft.com/office/drawing/2014/main" val="898422569"/>
                    </a:ext>
                  </a:extLst>
                </a:gridCol>
                <a:gridCol w="772885">
                  <a:extLst>
                    <a:ext uri="{9D8B030D-6E8A-4147-A177-3AD203B41FA5}">
                      <a16:colId xmlns:a16="http://schemas.microsoft.com/office/drawing/2014/main" val="1542011827"/>
                    </a:ext>
                  </a:extLst>
                </a:gridCol>
                <a:gridCol w="653143">
                  <a:extLst>
                    <a:ext uri="{9D8B030D-6E8A-4147-A177-3AD203B41FA5}">
                      <a16:colId xmlns:a16="http://schemas.microsoft.com/office/drawing/2014/main" val="149099650"/>
                    </a:ext>
                  </a:extLst>
                </a:gridCol>
              </a:tblGrid>
              <a:tr h="393561">
                <a:tc>
                  <a:txBody>
                    <a:bodyPr/>
                    <a:lstStyle/>
                    <a:p>
                      <a:pPr algn="l" fontAlgn="b">
                        <a:buNone/>
                      </a:pPr>
                      <a:r>
                        <a:rPr lang="fr-FR" sz="1100" u="none" strike="noStrike">
                          <a:effectLst/>
                          <a:latin typeface="Aptos Narrow" panose="020B0004020202020204" pitchFamily="34" charset="0"/>
                        </a:rPr>
                        <a:t>Household structure</a:t>
                      </a:r>
                      <a:endParaRPr lang="fr-FR"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haven't visited 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435991614"/>
                  </a:ext>
                </a:extLst>
              </a:tr>
              <a:tr h="164523">
                <a:tc>
                  <a:txBody>
                    <a:bodyPr/>
                    <a:lstStyle/>
                    <a:p>
                      <a:pPr algn="l" fontAlgn="b">
                        <a:buNone/>
                      </a:pPr>
                      <a:r>
                        <a:rPr lang="fr-FR" sz="1100" u="none" strike="noStrike" err="1">
                          <a:solidFill>
                            <a:schemeClr val="bg1">
                              <a:lumMod val="10000"/>
                            </a:schemeClr>
                          </a:solidFill>
                          <a:effectLst/>
                          <a:latin typeface="Aptos Narrow" panose="020B0004020202020204" pitchFamily="34" charset="0"/>
                        </a:rPr>
                        <a:t>Adults</a:t>
                      </a:r>
                      <a:r>
                        <a:rPr lang="fr-FR" sz="1100" u="none" strike="noStrike">
                          <a:solidFill>
                            <a:schemeClr val="bg1">
                              <a:lumMod val="10000"/>
                            </a:schemeClr>
                          </a:solidFill>
                          <a:effectLst/>
                          <a:latin typeface="Aptos Narrow" panose="020B0004020202020204" pitchFamily="34" charset="0"/>
                        </a:rPr>
                        <a:t> 35-54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160</a:t>
                      </a:r>
                    </a:p>
                  </a:txBody>
                  <a:tcPr marL="6350" marR="6350" marT="6350" marB="0" anchor="b"/>
                </a:tc>
                <a:extLst>
                  <a:ext uri="{0D108BD9-81ED-4DB2-BD59-A6C34878D82A}">
                    <a16:rowId xmlns:a16="http://schemas.microsoft.com/office/drawing/2014/main" val="266363686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0-2</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24</a:t>
                      </a:r>
                    </a:p>
                  </a:txBody>
                  <a:tcPr marL="6350" marR="6350" marT="6350" marB="0" anchor="b"/>
                </a:tc>
                <a:extLst>
                  <a:ext uri="{0D108BD9-81ED-4DB2-BD59-A6C34878D82A}">
                    <a16:rowId xmlns:a16="http://schemas.microsoft.com/office/drawing/2014/main" val="231628022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12-17</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62</a:t>
                      </a:r>
                    </a:p>
                  </a:txBody>
                  <a:tcPr marL="6350" marR="6350" marT="6350" marB="0" anchor="b"/>
                </a:tc>
                <a:extLst>
                  <a:ext uri="{0D108BD9-81ED-4DB2-BD59-A6C34878D82A}">
                    <a16:rowId xmlns:a16="http://schemas.microsoft.com/office/drawing/2014/main" val="698019867"/>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40</a:t>
                      </a:r>
                    </a:p>
                  </a:txBody>
                  <a:tcPr marL="6350" marR="6350" marT="6350" marB="0" anchor="b"/>
                </a:tc>
                <a:extLst>
                  <a:ext uri="{0D108BD9-81ED-4DB2-BD59-A6C34878D82A}">
                    <a16:rowId xmlns:a16="http://schemas.microsoft.com/office/drawing/2014/main" val="1637887159"/>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5-11</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111</a:t>
                      </a:r>
                    </a:p>
                  </a:txBody>
                  <a:tcPr marL="6350" marR="6350" marT="6350" marB="0" anchor="b"/>
                </a:tc>
                <a:extLst>
                  <a:ext uri="{0D108BD9-81ED-4DB2-BD59-A6C34878D82A}">
                    <a16:rowId xmlns:a16="http://schemas.microsoft.com/office/drawing/2014/main" val="4096713378"/>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Not registered</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913</a:t>
                      </a:r>
                    </a:p>
                  </a:txBody>
                  <a:tcPr marL="6350" marR="6350" marT="6350" marB="0" anchor="b"/>
                </a:tc>
                <a:extLst>
                  <a:ext uri="{0D108BD9-81ED-4DB2-BD59-A6C34878D82A}">
                    <a16:rowId xmlns:a16="http://schemas.microsoft.com/office/drawing/2014/main" val="289374854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 Active 55-74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401</a:t>
                      </a:r>
                    </a:p>
                  </a:txBody>
                  <a:tcPr marL="6350" marR="6350" marT="6350" marB="0" anchor="b"/>
                </a:tc>
                <a:extLst>
                  <a:ext uri="{0D108BD9-81ED-4DB2-BD59-A6C34878D82A}">
                    <a16:rowId xmlns:a16="http://schemas.microsoft.com/office/drawing/2014/main" val="3615308993"/>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Seniors&gt;75</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6350" marR="6350" marT="6350" marB="0" anchor="b"/>
                </a:tc>
                <a:extLst>
                  <a:ext uri="{0D108BD9-81ED-4DB2-BD59-A6C34878D82A}">
                    <a16:rowId xmlns:a16="http://schemas.microsoft.com/office/drawing/2014/main" val="3979552725"/>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Young Adults 18-34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74</a:t>
                      </a:r>
                    </a:p>
                  </a:txBody>
                  <a:tcPr marL="6350" marR="6350" marT="6350" marB="0" anchor="b"/>
                </a:tc>
                <a:extLst>
                  <a:ext uri="{0D108BD9-81ED-4DB2-BD59-A6C34878D82A}">
                    <a16:rowId xmlns:a16="http://schemas.microsoft.com/office/drawing/2014/main" val="30722761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1842</a:t>
                      </a:r>
                    </a:p>
                  </a:txBody>
                  <a:tcPr marL="6350" marR="6350" marT="6350" marB="0" anchor="b"/>
                </a:tc>
                <a:extLst>
                  <a:ext uri="{0D108BD9-81ED-4DB2-BD59-A6C34878D82A}">
                    <a16:rowId xmlns:a16="http://schemas.microsoft.com/office/drawing/2014/main" val="206228452"/>
                  </a:ext>
                </a:extLst>
              </a:tr>
            </a:tbl>
          </a:graphicData>
        </a:graphic>
      </p:graphicFrame>
      <p:graphicFrame>
        <p:nvGraphicFramePr>
          <p:cNvPr id="7" name="Tableau 6">
            <a:extLst>
              <a:ext uri="{FF2B5EF4-FFF2-40B4-BE49-F238E27FC236}">
                <a16:creationId xmlns:a16="http://schemas.microsoft.com/office/drawing/2014/main" id="{DE7B2858-24AA-6184-6350-DCB986492C24}"/>
              </a:ext>
            </a:extLst>
          </p:cNvPr>
          <p:cNvGraphicFramePr>
            <a:graphicFrameLocks noGrp="1"/>
          </p:cNvGraphicFramePr>
          <p:nvPr>
            <p:extLst>
              <p:ext uri="{D42A27DB-BD31-4B8C-83A1-F6EECF244321}">
                <p14:modId xmlns:p14="http://schemas.microsoft.com/office/powerpoint/2010/main" val="4010895734"/>
              </p:ext>
            </p:extLst>
          </p:nvPr>
        </p:nvGraphicFramePr>
        <p:xfrm>
          <a:off x="5908385" y="4537282"/>
          <a:ext cx="5540832" cy="1047750"/>
        </p:xfrm>
        <a:graphic>
          <a:graphicData uri="http://schemas.openxmlformats.org/drawingml/2006/table">
            <a:tbl>
              <a:tblPr firstRow="1" bandRow="1">
                <a:tableStyleId>{5C22544A-7EE6-4342-B048-85BDC9FD1C3A}</a:tableStyleId>
              </a:tblPr>
              <a:tblGrid>
                <a:gridCol w="1787815">
                  <a:extLst>
                    <a:ext uri="{9D8B030D-6E8A-4147-A177-3AD203B41FA5}">
                      <a16:colId xmlns:a16="http://schemas.microsoft.com/office/drawing/2014/main" val="441190165"/>
                    </a:ext>
                  </a:extLst>
                </a:gridCol>
                <a:gridCol w="740229">
                  <a:extLst>
                    <a:ext uri="{9D8B030D-6E8A-4147-A177-3AD203B41FA5}">
                      <a16:colId xmlns:a16="http://schemas.microsoft.com/office/drawing/2014/main" val="603207171"/>
                    </a:ext>
                  </a:extLst>
                </a:gridCol>
                <a:gridCol w="805542">
                  <a:extLst>
                    <a:ext uri="{9D8B030D-6E8A-4147-A177-3AD203B41FA5}">
                      <a16:colId xmlns:a16="http://schemas.microsoft.com/office/drawing/2014/main" val="779268651"/>
                    </a:ext>
                  </a:extLst>
                </a:gridCol>
                <a:gridCol w="783772">
                  <a:extLst>
                    <a:ext uri="{9D8B030D-6E8A-4147-A177-3AD203B41FA5}">
                      <a16:colId xmlns:a16="http://schemas.microsoft.com/office/drawing/2014/main" val="1685026183"/>
                    </a:ext>
                  </a:extLst>
                </a:gridCol>
                <a:gridCol w="740228">
                  <a:extLst>
                    <a:ext uri="{9D8B030D-6E8A-4147-A177-3AD203B41FA5}">
                      <a16:colId xmlns:a16="http://schemas.microsoft.com/office/drawing/2014/main" val="830408064"/>
                    </a:ext>
                  </a:extLst>
                </a:gridCol>
                <a:gridCol w="683246">
                  <a:extLst>
                    <a:ext uri="{9D8B030D-6E8A-4147-A177-3AD203B41FA5}">
                      <a16:colId xmlns:a16="http://schemas.microsoft.com/office/drawing/2014/main" val="3375812699"/>
                    </a:ext>
                  </a:extLst>
                </a:gridCol>
              </a:tblGrid>
              <a:tr h="203200">
                <a:tc>
                  <a:txBody>
                    <a:bodyPr/>
                    <a:lstStyle/>
                    <a:p>
                      <a:pPr algn="l" fontAlgn="b">
                        <a:buNone/>
                      </a:pPr>
                      <a:r>
                        <a:rPr lang="fr-FR" sz="1000" u="none" strike="noStrike">
                          <a:effectLst/>
                          <a:latin typeface="Aptos Narrow" panose="020B0004020202020204" pitchFamily="34" charset="0"/>
                        </a:rPr>
                        <a:t>New Customer (T)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a:t>
                      </a:r>
                      <a:r>
                        <a:rPr lang="fr-FR" sz="1000" u="none" strike="noStrike" err="1">
                          <a:effectLst/>
                          <a:latin typeface="Aptos Narrow" panose="020B0004020202020204" pitchFamily="34" charset="0"/>
                        </a:rPr>
                        <a:t>haven't</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visited</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69404993"/>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A</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72</a:t>
                      </a:r>
                    </a:p>
                  </a:txBody>
                  <a:tcPr marL="6350" marR="6350" marT="6350" marB="0" anchor="b"/>
                </a:tc>
                <a:extLst>
                  <a:ext uri="{0D108BD9-81ED-4DB2-BD59-A6C34878D82A}">
                    <a16:rowId xmlns:a16="http://schemas.microsoft.com/office/drawing/2014/main" val="994909886"/>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R</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1265</a:t>
                      </a:r>
                    </a:p>
                  </a:txBody>
                  <a:tcPr marL="6350" marR="6350" marT="6350" marB="0" anchor="b"/>
                </a:tc>
                <a:extLst>
                  <a:ext uri="{0D108BD9-81ED-4DB2-BD59-A6C34878D82A}">
                    <a16:rowId xmlns:a16="http://schemas.microsoft.com/office/drawing/2014/main" val="304074195"/>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505</a:t>
                      </a:r>
                    </a:p>
                  </a:txBody>
                  <a:tcPr marL="6350" marR="6350" marT="6350" marB="0" anchor="b"/>
                </a:tc>
                <a:extLst>
                  <a:ext uri="{0D108BD9-81ED-4DB2-BD59-A6C34878D82A}">
                    <a16:rowId xmlns:a16="http://schemas.microsoft.com/office/drawing/2014/main" val="496629267"/>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1842</a:t>
                      </a:r>
                    </a:p>
                  </a:txBody>
                  <a:tcPr marL="6350" marR="6350" marT="6350" marB="0" anchor="b"/>
                </a:tc>
                <a:extLst>
                  <a:ext uri="{0D108BD9-81ED-4DB2-BD59-A6C34878D82A}">
                    <a16:rowId xmlns:a16="http://schemas.microsoft.com/office/drawing/2014/main" val="1146501627"/>
                  </a:ext>
                </a:extLst>
              </a:tr>
            </a:tbl>
          </a:graphicData>
        </a:graphic>
      </p:graphicFrame>
      <p:sp>
        <p:nvSpPr>
          <p:cNvPr id="5" name="Rectangle : coins arrondis 4">
            <a:extLst>
              <a:ext uri="{FF2B5EF4-FFF2-40B4-BE49-F238E27FC236}">
                <a16:creationId xmlns:a16="http://schemas.microsoft.com/office/drawing/2014/main" id="{9DCA17B7-E5A7-07B3-CFE6-2BFA7493EDAC}"/>
              </a:ext>
            </a:extLst>
          </p:cNvPr>
          <p:cNvSpPr/>
          <p:nvPr/>
        </p:nvSpPr>
        <p:spPr>
          <a:xfrm>
            <a:off x="400949" y="2184723"/>
            <a:ext cx="4888806"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Families with Children of 0-2 </a:t>
            </a:r>
            <a:r>
              <a:rPr lang="en-US" sz="1400" dirty="0" err="1">
                <a:solidFill>
                  <a:schemeClr val="tx1"/>
                </a:solidFill>
                <a:cs typeface="Tahoma"/>
              </a:rPr>
              <a:t>visite</a:t>
            </a:r>
            <a:r>
              <a:rPr lang="en-US" sz="1400" dirty="0">
                <a:solidFill>
                  <a:schemeClr val="tx1"/>
                </a:solidFill>
                <a:cs typeface="Tahoma"/>
              </a:rPr>
              <a:t> the aqua </a:t>
            </a:r>
            <a:r>
              <a:rPr lang="en-US" sz="1400" dirty="0" err="1">
                <a:solidFill>
                  <a:schemeClr val="tx1"/>
                </a:solidFill>
                <a:cs typeface="Tahoma"/>
              </a:rPr>
              <a:t>mundo</a:t>
            </a:r>
            <a:r>
              <a:rPr lang="en-US" sz="1400" dirty="0">
                <a:solidFill>
                  <a:schemeClr val="tx1"/>
                </a:solidFill>
                <a:cs typeface="Tahoma"/>
              </a:rPr>
              <a:t> just once (Once during the stay &amp; one a day) or do not visit at all</a:t>
            </a:r>
            <a:endParaRPr lang="en-US" dirty="0">
              <a:solidFill>
                <a:schemeClr val="tx1"/>
              </a:solidFill>
            </a:endParaRPr>
          </a:p>
        </p:txBody>
      </p:sp>
      <p:sp>
        <p:nvSpPr>
          <p:cNvPr id="16" name="Rectangle : coins arrondis 15">
            <a:extLst>
              <a:ext uri="{FF2B5EF4-FFF2-40B4-BE49-F238E27FC236}">
                <a16:creationId xmlns:a16="http://schemas.microsoft.com/office/drawing/2014/main" id="{B3F0E0D6-8961-410D-01E8-EB550033F1CA}"/>
              </a:ext>
            </a:extLst>
          </p:cNvPr>
          <p:cNvSpPr/>
          <p:nvPr/>
        </p:nvSpPr>
        <p:spPr>
          <a:xfrm>
            <a:off x="400949" y="3236261"/>
            <a:ext cx="4888806"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Repeaters visit more several time the aqua </a:t>
            </a:r>
            <a:r>
              <a:rPr lang="en-US" sz="1400" dirty="0" err="1">
                <a:solidFill>
                  <a:schemeClr val="tx1"/>
                </a:solidFill>
                <a:cs typeface="Tahoma"/>
              </a:rPr>
              <a:t>mundo</a:t>
            </a:r>
            <a:r>
              <a:rPr lang="en-US" sz="1400" dirty="0">
                <a:solidFill>
                  <a:schemeClr val="tx1"/>
                </a:solidFill>
                <a:cs typeface="Tahoma"/>
              </a:rPr>
              <a:t> than trialists as well as once a day</a:t>
            </a:r>
            <a:endParaRPr lang="en-US" dirty="0">
              <a:solidFill>
                <a:schemeClr val="tx1"/>
              </a:solidFill>
              <a:cs typeface="Tahoma"/>
            </a:endParaRPr>
          </a:p>
        </p:txBody>
      </p:sp>
      <p:sp>
        <p:nvSpPr>
          <p:cNvPr id="18" name="Rectangle : coins arrondis 17">
            <a:extLst>
              <a:ext uri="{FF2B5EF4-FFF2-40B4-BE49-F238E27FC236}">
                <a16:creationId xmlns:a16="http://schemas.microsoft.com/office/drawing/2014/main" id="{D4A801BB-D994-63A6-A56C-93C73B6C7872}"/>
              </a:ext>
            </a:extLst>
          </p:cNvPr>
          <p:cNvSpPr/>
          <p:nvPr/>
        </p:nvSpPr>
        <p:spPr>
          <a:xfrm>
            <a:off x="400949" y="4295994"/>
            <a:ext cx="4888806"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While Trialists visit more the aqua </a:t>
            </a:r>
            <a:r>
              <a:rPr lang="en-US" sz="1400" dirty="0" err="1">
                <a:solidFill>
                  <a:schemeClr val="tx1"/>
                </a:solidFill>
                <a:cs typeface="Tahoma"/>
              </a:rPr>
              <a:t>mundo</a:t>
            </a:r>
            <a:r>
              <a:rPr lang="en-US" sz="1400" dirty="0">
                <a:solidFill>
                  <a:schemeClr val="tx1"/>
                </a:solidFill>
                <a:cs typeface="Tahoma"/>
              </a:rPr>
              <a:t> once during the stay or not at all than </a:t>
            </a:r>
            <a:r>
              <a:rPr lang="en-US" sz="1400" dirty="0" err="1">
                <a:solidFill>
                  <a:schemeClr val="tx1"/>
                </a:solidFill>
                <a:cs typeface="Tahoma"/>
              </a:rPr>
              <a:t>repaeters</a:t>
            </a:r>
            <a:endParaRPr lang="en-US" sz="1400" dirty="0" err="1">
              <a:solidFill>
                <a:srgbClr val="045E51"/>
              </a:solidFill>
              <a:ea typeface="Tahoma"/>
              <a:cs typeface="Tahoma"/>
            </a:endParaRPr>
          </a:p>
        </p:txBody>
      </p:sp>
      <p:sp>
        <p:nvSpPr>
          <p:cNvPr id="19" name="Rectangle : coins arrondis 18">
            <a:extLst>
              <a:ext uri="{FF2B5EF4-FFF2-40B4-BE49-F238E27FC236}">
                <a16:creationId xmlns:a16="http://schemas.microsoft.com/office/drawing/2014/main" id="{9EC43457-F939-AB96-C634-1405508A7862}"/>
              </a:ext>
            </a:extLst>
          </p:cNvPr>
          <p:cNvSpPr/>
          <p:nvPr/>
        </p:nvSpPr>
        <p:spPr>
          <a:xfrm>
            <a:off x="400949" y="5355727"/>
            <a:ext cx="4888806"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tx1"/>
                </a:solidFill>
                <a:cs typeface="Bagoss Standard"/>
              </a:rPr>
              <a:t>EP’</a:t>
            </a:r>
            <a:r>
              <a:rPr lang="en-US" sz="1400">
                <a:solidFill>
                  <a:schemeClr val="tx1"/>
                </a:solidFill>
                <a:cs typeface="Bagoss Standard"/>
              </a:rPr>
              <a:t>s aqua mundo is the most visited (at least once) and </a:t>
            </a:r>
            <a:r>
              <a:rPr lang="en-US" sz="1400" b="1">
                <a:solidFill>
                  <a:schemeClr val="tx1"/>
                </a:solidFill>
                <a:cs typeface="Bagoss Standard"/>
              </a:rPr>
              <a:t>TH</a:t>
            </a:r>
            <a:r>
              <a:rPr lang="en-US" sz="1400">
                <a:solidFill>
                  <a:schemeClr val="tx1"/>
                </a:solidFill>
                <a:cs typeface="Bagoss Standard"/>
              </a:rPr>
              <a:t>’s aqua mundo  has the highest number of respondents who do not visit the aqua mundo during their stay</a:t>
            </a:r>
          </a:p>
        </p:txBody>
      </p:sp>
    </p:spTree>
    <p:extLst>
      <p:ext uri="{BB962C8B-B14F-4D97-AF65-F5344CB8AC3E}">
        <p14:creationId xmlns:p14="http://schemas.microsoft.com/office/powerpoint/2010/main" val="3214446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B6540-23B5-CAFB-D4C7-CC9D0ABE60FB}"/>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0BEB55CE-B291-6185-5247-7D31DF11F70E}"/>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12</a:t>
            </a:fld>
            <a:endParaRPr lang="en-US"/>
          </a:p>
        </p:txBody>
      </p:sp>
      <p:sp>
        <p:nvSpPr>
          <p:cNvPr id="4" name="Espace réservé de la date 3">
            <a:extLst>
              <a:ext uri="{FF2B5EF4-FFF2-40B4-BE49-F238E27FC236}">
                <a16:creationId xmlns:a16="http://schemas.microsoft.com/office/drawing/2014/main" id="{EA7348CC-4FA2-4E0A-76F2-A345BFDB753C}"/>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ED52389E-C37E-0F14-5602-77DA6C6BA436}"/>
              </a:ext>
            </a:extLst>
          </p:cNvPr>
          <p:cNvSpPr>
            <a:spLocks noGrp="1"/>
          </p:cNvSpPr>
          <p:nvPr>
            <p:ph type="title"/>
          </p:nvPr>
        </p:nvSpPr>
        <p:spPr>
          <a:xfrm>
            <a:off x="334963" y="303238"/>
            <a:ext cx="10277583" cy="487938"/>
          </a:xfrm>
        </p:spPr>
        <p:txBody>
          <a:bodyPr lIns="0" tIns="0" rIns="0" bIns="0" anchor="ctr" anchorCtr="0">
            <a:normAutofit/>
          </a:bodyPr>
          <a:lstStyle/>
          <a:p>
            <a:r>
              <a:rPr lang="en-US"/>
              <a:t>Household Structure / Trialist-Repeater (France)</a:t>
            </a:r>
            <a:endParaRPr lang="fr-FR"/>
          </a:p>
        </p:txBody>
      </p:sp>
      <p:sp>
        <p:nvSpPr>
          <p:cNvPr id="12" name="Rectangle : coins arrondis 11">
            <a:extLst>
              <a:ext uri="{FF2B5EF4-FFF2-40B4-BE49-F238E27FC236}">
                <a16:creationId xmlns:a16="http://schemas.microsoft.com/office/drawing/2014/main" id="{9C1D438D-E837-58A9-A000-4ADFD2355DD0}"/>
              </a:ext>
            </a:extLst>
          </p:cNvPr>
          <p:cNvSpPr/>
          <p:nvPr/>
        </p:nvSpPr>
        <p:spPr>
          <a:xfrm>
            <a:off x="400949" y="1133185"/>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Family with Children 12-17 visit more the Aqua </a:t>
            </a:r>
            <a:r>
              <a:rPr lang="en-US" sz="1400" dirty="0" err="1">
                <a:solidFill>
                  <a:schemeClr val="tx1"/>
                </a:solidFill>
                <a:cs typeface="Tahoma"/>
              </a:rPr>
              <a:t>mundo</a:t>
            </a:r>
            <a:r>
              <a:rPr lang="en-US" sz="1400" dirty="0">
                <a:solidFill>
                  <a:schemeClr val="tx1"/>
                </a:solidFill>
                <a:cs typeface="Tahoma"/>
              </a:rPr>
              <a:t> several times a day </a:t>
            </a:r>
            <a:r>
              <a:rPr lang="en-US" sz="1400" b="1" dirty="0">
                <a:solidFill>
                  <a:schemeClr val="tx1"/>
                </a:solidFill>
                <a:cs typeface="Tahoma"/>
              </a:rPr>
              <a:t>(45%) </a:t>
            </a:r>
            <a:r>
              <a:rPr lang="en-US" sz="1400" dirty="0">
                <a:solidFill>
                  <a:schemeClr val="tx1"/>
                </a:solidFill>
                <a:cs typeface="Tahoma"/>
              </a:rPr>
              <a:t>followed BY Young Adults 18-34 </a:t>
            </a:r>
            <a:r>
              <a:rPr lang="en-US" sz="1400" b="1" dirty="0">
                <a:solidFill>
                  <a:schemeClr val="tx1"/>
                </a:solidFill>
                <a:cs typeface="Tahoma"/>
              </a:rPr>
              <a:t>(35%)</a:t>
            </a:r>
            <a:endParaRPr lang="en-US" dirty="0">
              <a:solidFill>
                <a:schemeClr val="tx1"/>
              </a:solidFill>
            </a:endParaRPr>
          </a:p>
        </p:txBody>
      </p:sp>
      <p:sp>
        <p:nvSpPr>
          <p:cNvPr id="14" name="Flèche : bas 13">
            <a:extLst>
              <a:ext uri="{FF2B5EF4-FFF2-40B4-BE49-F238E27FC236}">
                <a16:creationId xmlns:a16="http://schemas.microsoft.com/office/drawing/2014/main" id="{75888CA1-ECE8-E0FE-C21E-435E31D0E321}"/>
              </a:ext>
            </a:extLst>
          </p:cNvPr>
          <p:cNvSpPr/>
          <p:nvPr/>
        </p:nvSpPr>
        <p:spPr>
          <a:xfrm>
            <a:off x="2453481" y="1885303"/>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bas 10">
            <a:extLst>
              <a:ext uri="{FF2B5EF4-FFF2-40B4-BE49-F238E27FC236}">
                <a16:creationId xmlns:a16="http://schemas.microsoft.com/office/drawing/2014/main" id="{0D2AE89D-6E67-1B19-698A-75BA9509E84F}"/>
              </a:ext>
            </a:extLst>
          </p:cNvPr>
          <p:cNvSpPr/>
          <p:nvPr/>
        </p:nvSpPr>
        <p:spPr>
          <a:xfrm>
            <a:off x="2453481" y="2914535"/>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bas 14">
            <a:extLst>
              <a:ext uri="{FF2B5EF4-FFF2-40B4-BE49-F238E27FC236}">
                <a16:creationId xmlns:a16="http://schemas.microsoft.com/office/drawing/2014/main" id="{FABE76F1-6A38-B864-B8CA-7B818060B13A}"/>
              </a:ext>
            </a:extLst>
          </p:cNvPr>
          <p:cNvSpPr/>
          <p:nvPr/>
        </p:nvSpPr>
        <p:spPr>
          <a:xfrm>
            <a:off x="2453481" y="3967181"/>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 bas 16">
            <a:extLst>
              <a:ext uri="{FF2B5EF4-FFF2-40B4-BE49-F238E27FC236}">
                <a16:creationId xmlns:a16="http://schemas.microsoft.com/office/drawing/2014/main" id="{2DF14A11-E7FB-94E1-8828-FA6E2DC248CA}"/>
              </a:ext>
            </a:extLst>
          </p:cNvPr>
          <p:cNvSpPr/>
          <p:nvPr/>
        </p:nvSpPr>
        <p:spPr>
          <a:xfrm>
            <a:off x="2453480" y="5110022"/>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 name="Tableau 1">
            <a:extLst>
              <a:ext uri="{FF2B5EF4-FFF2-40B4-BE49-F238E27FC236}">
                <a16:creationId xmlns:a16="http://schemas.microsoft.com/office/drawing/2014/main" id="{D02A1B82-F6CE-75EC-5D70-C612E058217A}"/>
              </a:ext>
            </a:extLst>
          </p:cNvPr>
          <p:cNvGraphicFramePr>
            <a:graphicFrameLocks noGrp="1"/>
          </p:cNvGraphicFramePr>
          <p:nvPr>
            <p:extLst>
              <p:ext uri="{D42A27DB-BD31-4B8C-83A1-F6EECF244321}">
                <p14:modId xmlns:p14="http://schemas.microsoft.com/office/powerpoint/2010/main" val="496343463"/>
              </p:ext>
            </p:extLst>
          </p:nvPr>
        </p:nvGraphicFramePr>
        <p:xfrm>
          <a:off x="5908385" y="1190391"/>
          <a:ext cx="5540829" cy="2729665"/>
        </p:xfrm>
        <a:graphic>
          <a:graphicData uri="http://schemas.openxmlformats.org/drawingml/2006/table">
            <a:tbl>
              <a:tblPr firstRow="1" bandRow="1">
                <a:tableStyleId>{5C22544A-7EE6-4342-B048-85BDC9FD1C3A}</a:tableStyleId>
              </a:tblPr>
              <a:tblGrid>
                <a:gridCol w="1752601">
                  <a:extLst>
                    <a:ext uri="{9D8B030D-6E8A-4147-A177-3AD203B41FA5}">
                      <a16:colId xmlns:a16="http://schemas.microsoft.com/office/drawing/2014/main" val="2411664206"/>
                    </a:ext>
                  </a:extLst>
                </a:gridCol>
                <a:gridCol w="783771">
                  <a:extLst>
                    <a:ext uri="{9D8B030D-6E8A-4147-A177-3AD203B41FA5}">
                      <a16:colId xmlns:a16="http://schemas.microsoft.com/office/drawing/2014/main" val="2805417451"/>
                    </a:ext>
                  </a:extLst>
                </a:gridCol>
                <a:gridCol w="783771">
                  <a:extLst>
                    <a:ext uri="{9D8B030D-6E8A-4147-A177-3AD203B41FA5}">
                      <a16:colId xmlns:a16="http://schemas.microsoft.com/office/drawing/2014/main" val="2067977427"/>
                    </a:ext>
                  </a:extLst>
                </a:gridCol>
                <a:gridCol w="794658">
                  <a:extLst>
                    <a:ext uri="{9D8B030D-6E8A-4147-A177-3AD203B41FA5}">
                      <a16:colId xmlns:a16="http://schemas.microsoft.com/office/drawing/2014/main" val="898422569"/>
                    </a:ext>
                  </a:extLst>
                </a:gridCol>
                <a:gridCol w="772885">
                  <a:extLst>
                    <a:ext uri="{9D8B030D-6E8A-4147-A177-3AD203B41FA5}">
                      <a16:colId xmlns:a16="http://schemas.microsoft.com/office/drawing/2014/main" val="1542011827"/>
                    </a:ext>
                  </a:extLst>
                </a:gridCol>
                <a:gridCol w="653143">
                  <a:extLst>
                    <a:ext uri="{9D8B030D-6E8A-4147-A177-3AD203B41FA5}">
                      <a16:colId xmlns:a16="http://schemas.microsoft.com/office/drawing/2014/main" val="149099650"/>
                    </a:ext>
                  </a:extLst>
                </a:gridCol>
              </a:tblGrid>
              <a:tr h="393561">
                <a:tc>
                  <a:txBody>
                    <a:bodyPr/>
                    <a:lstStyle/>
                    <a:p>
                      <a:pPr algn="l" fontAlgn="b">
                        <a:buNone/>
                      </a:pPr>
                      <a:r>
                        <a:rPr lang="fr-FR" sz="1100" u="none" strike="noStrike">
                          <a:effectLst/>
                          <a:latin typeface="Aptos Narrow" panose="020B0004020202020204" pitchFamily="34" charset="0"/>
                        </a:rPr>
                        <a:t>Household structure</a:t>
                      </a:r>
                      <a:endParaRPr lang="fr-FR"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haven't visited 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435991614"/>
                  </a:ext>
                </a:extLst>
              </a:tr>
              <a:tr h="164523">
                <a:tc>
                  <a:txBody>
                    <a:bodyPr/>
                    <a:lstStyle/>
                    <a:p>
                      <a:pPr algn="l" fontAlgn="b">
                        <a:buNone/>
                      </a:pPr>
                      <a:r>
                        <a:rPr lang="fr-FR" sz="1100" u="none" strike="noStrike" err="1">
                          <a:solidFill>
                            <a:schemeClr val="bg1">
                              <a:lumMod val="10000"/>
                            </a:schemeClr>
                          </a:solidFill>
                          <a:effectLst/>
                          <a:latin typeface="Aptos Narrow" panose="020B0004020202020204" pitchFamily="34" charset="0"/>
                        </a:rPr>
                        <a:t>Adults</a:t>
                      </a:r>
                      <a:r>
                        <a:rPr lang="fr-FR" sz="1100" u="none" strike="noStrike">
                          <a:solidFill>
                            <a:schemeClr val="bg1">
                              <a:lumMod val="10000"/>
                            </a:schemeClr>
                          </a:solidFill>
                          <a:effectLst/>
                          <a:latin typeface="Aptos Narrow" panose="020B0004020202020204" pitchFamily="34" charset="0"/>
                        </a:rPr>
                        <a:t> 35-54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225</a:t>
                      </a:r>
                    </a:p>
                  </a:txBody>
                  <a:tcPr marL="6350" marR="6350" marT="6350" marB="0" anchor="b"/>
                </a:tc>
                <a:extLst>
                  <a:ext uri="{0D108BD9-81ED-4DB2-BD59-A6C34878D82A}">
                    <a16:rowId xmlns:a16="http://schemas.microsoft.com/office/drawing/2014/main" val="266363686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0-2</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45</a:t>
                      </a:r>
                    </a:p>
                  </a:txBody>
                  <a:tcPr marL="6350" marR="6350" marT="6350" marB="0" anchor="b"/>
                </a:tc>
                <a:extLst>
                  <a:ext uri="{0D108BD9-81ED-4DB2-BD59-A6C34878D82A}">
                    <a16:rowId xmlns:a16="http://schemas.microsoft.com/office/drawing/2014/main" val="231628022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12-17</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150</a:t>
                      </a:r>
                    </a:p>
                  </a:txBody>
                  <a:tcPr marL="6350" marR="6350" marT="6350" marB="0" anchor="b"/>
                </a:tc>
                <a:extLst>
                  <a:ext uri="{0D108BD9-81ED-4DB2-BD59-A6C34878D82A}">
                    <a16:rowId xmlns:a16="http://schemas.microsoft.com/office/drawing/2014/main" val="698019867"/>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43</a:t>
                      </a:r>
                    </a:p>
                  </a:txBody>
                  <a:tcPr marL="6350" marR="6350" marT="6350" marB="0" anchor="b"/>
                </a:tc>
                <a:extLst>
                  <a:ext uri="{0D108BD9-81ED-4DB2-BD59-A6C34878D82A}">
                    <a16:rowId xmlns:a16="http://schemas.microsoft.com/office/drawing/2014/main" val="1637887159"/>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5-11</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194</a:t>
                      </a:r>
                    </a:p>
                  </a:txBody>
                  <a:tcPr marL="6350" marR="6350" marT="6350" marB="0" anchor="b"/>
                </a:tc>
                <a:extLst>
                  <a:ext uri="{0D108BD9-81ED-4DB2-BD59-A6C34878D82A}">
                    <a16:rowId xmlns:a16="http://schemas.microsoft.com/office/drawing/2014/main" val="4096713378"/>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Not registered</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1355</a:t>
                      </a:r>
                    </a:p>
                  </a:txBody>
                  <a:tcPr marL="6350" marR="6350" marT="6350" marB="0" anchor="b"/>
                </a:tc>
                <a:extLst>
                  <a:ext uri="{0D108BD9-81ED-4DB2-BD59-A6C34878D82A}">
                    <a16:rowId xmlns:a16="http://schemas.microsoft.com/office/drawing/2014/main" val="289374854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 Active 55-74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381</a:t>
                      </a:r>
                    </a:p>
                  </a:txBody>
                  <a:tcPr marL="6350" marR="6350" marT="6350" marB="0" anchor="b"/>
                </a:tc>
                <a:extLst>
                  <a:ext uri="{0D108BD9-81ED-4DB2-BD59-A6C34878D82A}">
                    <a16:rowId xmlns:a16="http://schemas.microsoft.com/office/drawing/2014/main" val="3615308993"/>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Seniors&gt;75</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6350" marR="6350" marT="6350" marB="0" anchor="b"/>
                </a:tc>
                <a:extLst>
                  <a:ext uri="{0D108BD9-81ED-4DB2-BD59-A6C34878D82A}">
                    <a16:rowId xmlns:a16="http://schemas.microsoft.com/office/drawing/2014/main" val="3979552725"/>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Young Adults 18-34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127</a:t>
                      </a:r>
                    </a:p>
                  </a:txBody>
                  <a:tcPr marL="6350" marR="6350" marT="6350" marB="0" anchor="b"/>
                </a:tc>
                <a:extLst>
                  <a:ext uri="{0D108BD9-81ED-4DB2-BD59-A6C34878D82A}">
                    <a16:rowId xmlns:a16="http://schemas.microsoft.com/office/drawing/2014/main" val="30722761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2584</a:t>
                      </a:r>
                    </a:p>
                  </a:txBody>
                  <a:tcPr marL="6350" marR="6350" marT="6350" marB="0" anchor="b"/>
                </a:tc>
                <a:extLst>
                  <a:ext uri="{0D108BD9-81ED-4DB2-BD59-A6C34878D82A}">
                    <a16:rowId xmlns:a16="http://schemas.microsoft.com/office/drawing/2014/main" val="206228452"/>
                  </a:ext>
                </a:extLst>
              </a:tr>
            </a:tbl>
          </a:graphicData>
        </a:graphic>
      </p:graphicFrame>
      <p:graphicFrame>
        <p:nvGraphicFramePr>
          <p:cNvPr id="7" name="Tableau 6">
            <a:extLst>
              <a:ext uri="{FF2B5EF4-FFF2-40B4-BE49-F238E27FC236}">
                <a16:creationId xmlns:a16="http://schemas.microsoft.com/office/drawing/2014/main" id="{FBD42589-A0EE-30AF-CDFE-9B9B97F00CC4}"/>
              </a:ext>
            </a:extLst>
          </p:cNvPr>
          <p:cNvGraphicFramePr>
            <a:graphicFrameLocks noGrp="1"/>
          </p:cNvGraphicFramePr>
          <p:nvPr>
            <p:extLst>
              <p:ext uri="{D42A27DB-BD31-4B8C-83A1-F6EECF244321}">
                <p14:modId xmlns:p14="http://schemas.microsoft.com/office/powerpoint/2010/main" val="311934273"/>
              </p:ext>
            </p:extLst>
          </p:nvPr>
        </p:nvGraphicFramePr>
        <p:xfrm>
          <a:off x="5908385" y="4537282"/>
          <a:ext cx="5540832" cy="1047750"/>
        </p:xfrm>
        <a:graphic>
          <a:graphicData uri="http://schemas.openxmlformats.org/drawingml/2006/table">
            <a:tbl>
              <a:tblPr firstRow="1" bandRow="1">
                <a:tableStyleId>{5C22544A-7EE6-4342-B048-85BDC9FD1C3A}</a:tableStyleId>
              </a:tblPr>
              <a:tblGrid>
                <a:gridCol w="1787815">
                  <a:extLst>
                    <a:ext uri="{9D8B030D-6E8A-4147-A177-3AD203B41FA5}">
                      <a16:colId xmlns:a16="http://schemas.microsoft.com/office/drawing/2014/main" val="441190165"/>
                    </a:ext>
                  </a:extLst>
                </a:gridCol>
                <a:gridCol w="740229">
                  <a:extLst>
                    <a:ext uri="{9D8B030D-6E8A-4147-A177-3AD203B41FA5}">
                      <a16:colId xmlns:a16="http://schemas.microsoft.com/office/drawing/2014/main" val="603207171"/>
                    </a:ext>
                  </a:extLst>
                </a:gridCol>
                <a:gridCol w="805542">
                  <a:extLst>
                    <a:ext uri="{9D8B030D-6E8A-4147-A177-3AD203B41FA5}">
                      <a16:colId xmlns:a16="http://schemas.microsoft.com/office/drawing/2014/main" val="779268651"/>
                    </a:ext>
                  </a:extLst>
                </a:gridCol>
                <a:gridCol w="783772">
                  <a:extLst>
                    <a:ext uri="{9D8B030D-6E8A-4147-A177-3AD203B41FA5}">
                      <a16:colId xmlns:a16="http://schemas.microsoft.com/office/drawing/2014/main" val="1685026183"/>
                    </a:ext>
                  </a:extLst>
                </a:gridCol>
                <a:gridCol w="740228">
                  <a:extLst>
                    <a:ext uri="{9D8B030D-6E8A-4147-A177-3AD203B41FA5}">
                      <a16:colId xmlns:a16="http://schemas.microsoft.com/office/drawing/2014/main" val="830408064"/>
                    </a:ext>
                  </a:extLst>
                </a:gridCol>
                <a:gridCol w="683246">
                  <a:extLst>
                    <a:ext uri="{9D8B030D-6E8A-4147-A177-3AD203B41FA5}">
                      <a16:colId xmlns:a16="http://schemas.microsoft.com/office/drawing/2014/main" val="3375812699"/>
                    </a:ext>
                  </a:extLst>
                </a:gridCol>
              </a:tblGrid>
              <a:tr h="203200">
                <a:tc>
                  <a:txBody>
                    <a:bodyPr/>
                    <a:lstStyle/>
                    <a:p>
                      <a:pPr algn="l" fontAlgn="b">
                        <a:buNone/>
                      </a:pPr>
                      <a:r>
                        <a:rPr lang="fr-FR" sz="1000" u="none" strike="noStrike">
                          <a:effectLst/>
                          <a:latin typeface="Aptos Narrow" panose="020B0004020202020204" pitchFamily="34" charset="0"/>
                        </a:rPr>
                        <a:t>New Customer (T)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a:t>
                      </a:r>
                      <a:r>
                        <a:rPr lang="fr-FR" sz="1000" u="none" strike="noStrike" err="1">
                          <a:effectLst/>
                          <a:latin typeface="Aptos Narrow" panose="020B0004020202020204" pitchFamily="34" charset="0"/>
                        </a:rPr>
                        <a:t>haven't</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visited</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69404993"/>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A</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183</a:t>
                      </a:r>
                    </a:p>
                  </a:txBody>
                  <a:tcPr marL="6350" marR="6350" marT="6350" marB="0" anchor="b"/>
                </a:tc>
                <a:extLst>
                  <a:ext uri="{0D108BD9-81ED-4DB2-BD59-A6C34878D82A}">
                    <a16:rowId xmlns:a16="http://schemas.microsoft.com/office/drawing/2014/main" val="994909886"/>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R</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1319</a:t>
                      </a:r>
                    </a:p>
                  </a:txBody>
                  <a:tcPr marL="6350" marR="6350" marT="6350" marB="0" anchor="b"/>
                </a:tc>
                <a:extLst>
                  <a:ext uri="{0D108BD9-81ED-4DB2-BD59-A6C34878D82A}">
                    <a16:rowId xmlns:a16="http://schemas.microsoft.com/office/drawing/2014/main" val="304074195"/>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1082</a:t>
                      </a:r>
                    </a:p>
                  </a:txBody>
                  <a:tcPr marL="6350" marR="6350" marT="6350" marB="0" anchor="b"/>
                </a:tc>
                <a:extLst>
                  <a:ext uri="{0D108BD9-81ED-4DB2-BD59-A6C34878D82A}">
                    <a16:rowId xmlns:a16="http://schemas.microsoft.com/office/drawing/2014/main" val="496629267"/>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2584</a:t>
                      </a:r>
                    </a:p>
                  </a:txBody>
                  <a:tcPr marL="6350" marR="6350" marT="6350" marB="0" anchor="b"/>
                </a:tc>
                <a:extLst>
                  <a:ext uri="{0D108BD9-81ED-4DB2-BD59-A6C34878D82A}">
                    <a16:rowId xmlns:a16="http://schemas.microsoft.com/office/drawing/2014/main" val="1146501627"/>
                  </a:ext>
                </a:extLst>
              </a:tr>
            </a:tbl>
          </a:graphicData>
        </a:graphic>
      </p:graphicFrame>
      <p:sp>
        <p:nvSpPr>
          <p:cNvPr id="5" name="Rectangle : coins arrondis 4">
            <a:extLst>
              <a:ext uri="{FF2B5EF4-FFF2-40B4-BE49-F238E27FC236}">
                <a16:creationId xmlns:a16="http://schemas.microsoft.com/office/drawing/2014/main" id="{2B4911D1-67A7-607D-2BC3-DE7320A7A632}"/>
              </a:ext>
            </a:extLst>
          </p:cNvPr>
          <p:cNvSpPr/>
          <p:nvPr/>
        </p:nvSpPr>
        <p:spPr>
          <a:xfrm>
            <a:off x="400949" y="2184723"/>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tx1"/>
                </a:solidFill>
                <a:cs typeface="Bagoss Standard"/>
              </a:rPr>
              <a:t>Families with Children of 0-2 visit the aqua mundo </a:t>
            </a:r>
            <a:r>
              <a:rPr lang="en-US" sz="1400" err="1">
                <a:solidFill>
                  <a:schemeClr val="tx1"/>
                </a:solidFill>
                <a:cs typeface="Bagoss Standard"/>
              </a:rPr>
              <a:t>atleast</a:t>
            </a:r>
            <a:r>
              <a:rPr lang="en-US" sz="1400">
                <a:solidFill>
                  <a:schemeClr val="tx1"/>
                </a:solidFill>
                <a:cs typeface="Bagoss Standard"/>
              </a:rPr>
              <a:t> once during the stay</a:t>
            </a:r>
            <a:endParaRPr lang="en-US" sz="1400" b="1">
              <a:solidFill>
                <a:schemeClr val="tx1"/>
              </a:solidFill>
              <a:cs typeface="Bagoss Standard"/>
            </a:endParaRPr>
          </a:p>
        </p:txBody>
      </p:sp>
      <p:sp>
        <p:nvSpPr>
          <p:cNvPr id="16" name="Rectangle : coins arrondis 15">
            <a:extLst>
              <a:ext uri="{FF2B5EF4-FFF2-40B4-BE49-F238E27FC236}">
                <a16:creationId xmlns:a16="http://schemas.microsoft.com/office/drawing/2014/main" id="{5E71C623-4F4E-E210-ED2A-0D19C95FA45B}"/>
              </a:ext>
            </a:extLst>
          </p:cNvPr>
          <p:cNvSpPr/>
          <p:nvPr/>
        </p:nvSpPr>
        <p:spPr>
          <a:xfrm>
            <a:off x="400949" y="3236261"/>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There’s a significant difference between the frequency of visit (several times a day) of trialists and Repeaters for FR vs others : 33% FR vs 6% DE, 10% BE, 7% NL &amp; 13% DK</a:t>
            </a:r>
            <a:endParaRPr lang="en-US" dirty="0">
              <a:solidFill>
                <a:schemeClr val="tx1"/>
              </a:solidFill>
            </a:endParaRPr>
          </a:p>
        </p:txBody>
      </p:sp>
      <p:sp>
        <p:nvSpPr>
          <p:cNvPr id="18" name="Rectangle : coins arrondis 17">
            <a:extLst>
              <a:ext uri="{FF2B5EF4-FFF2-40B4-BE49-F238E27FC236}">
                <a16:creationId xmlns:a16="http://schemas.microsoft.com/office/drawing/2014/main" id="{A9149438-7354-ECA7-E5D6-E4DCEA6D42C8}"/>
              </a:ext>
            </a:extLst>
          </p:cNvPr>
          <p:cNvSpPr/>
          <p:nvPr/>
        </p:nvSpPr>
        <p:spPr>
          <a:xfrm>
            <a:off x="400949" y="4295993"/>
            <a:ext cx="4867337" cy="746973"/>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tx1"/>
                </a:solidFill>
                <a:cs typeface="Bagoss Standard"/>
              </a:rPr>
              <a:t>BF’</a:t>
            </a:r>
            <a:r>
              <a:rPr lang="en-US" sz="1400">
                <a:solidFill>
                  <a:schemeClr val="tx1"/>
                </a:solidFill>
                <a:cs typeface="Bagoss Standard"/>
              </a:rPr>
              <a:t>s aqua mundo is the most visited (at least once) and </a:t>
            </a:r>
            <a:r>
              <a:rPr lang="en-US" sz="1400" b="1">
                <a:solidFill>
                  <a:schemeClr val="tx1"/>
                </a:solidFill>
                <a:cs typeface="Bagoss Standard"/>
              </a:rPr>
              <a:t>VN</a:t>
            </a:r>
            <a:r>
              <a:rPr lang="en-US" sz="1400">
                <a:solidFill>
                  <a:schemeClr val="tx1"/>
                </a:solidFill>
                <a:cs typeface="Bagoss Standard"/>
              </a:rPr>
              <a:t>’s aqua mundo  has the highest number of respondents who do not visit the aqua mundo during their stay</a:t>
            </a:r>
          </a:p>
        </p:txBody>
      </p:sp>
      <p:sp>
        <p:nvSpPr>
          <p:cNvPr id="19" name="Rectangle : coins arrondis 18">
            <a:extLst>
              <a:ext uri="{FF2B5EF4-FFF2-40B4-BE49-F238E27FC236}">
                <a16:creationId xmlns:a16="http://schemas.microsoft.com/office/drawing/2014/main" id="{6E925E1C-C8F9-7A2B-9D0C-B3340817EF65}"/>
              </a:ext>
            </a:extLst>
          </p:cNvPr>
          <p:cNvSpPr/>
          <p:nvPr/>
        </p:nvSpPr>
        <p:spPr>
          <a:xfrm>
            <a:off x="400949" y="5430809"/>
            <a:ext cx="4867337" cy="596808"/>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tx1"/>
                </a:solidFill>
                <a:cs typeface="Bagoss Standard"/>
              </a:rPr>
              <a:t>BD</a:t>
            </a:r>
            <a:r>
              <a:rPr lang="en-US" sz="1400">
                <a:solidFill>
                  <a:schemeClr val="tx1"/>
                </a:solidFill>
                <a:cs typeface="Bagoss Standard"/>
              </a:rPr>
              <a:t>’s aqua mundo is the highest visited several times a day</a:t>
            </a:r>
          </a:p>
        </p:txBody>
      </p:sp>
    </p:spTree>
    <p:extLst>
      <p:ext uri="{BB962C8B-B14F-4D97-AF65-F5344CB8AC3E}">
        <p14:creationId xmlns:p14="http://schemas.microsoft.com/office/powerpoint/2010/main" val="771673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58C94-F93E-3C8A-A1BB-3A2C9148235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31FC9467-C8C0-4573-B4E7-D7E367FB3D91}"/>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13</a:t>
            </a:fld>
            <a:endParaRPr lang="en-US"/>
          </a:p>
        </p:txBody>
      </p:sp>
      <p:sp>
        <p:nvSpPr>
          <p:cNvPr id="4" name="Espace réservé de la date 3">
            <a:extLst>
              <a:ext uri="{FF2B5EF4-FFF2-40B4-BE49-F238E27FC236}">
                <a16:creationId xmlns:a16="http://schemas.microsoft.com/office/drawing/2014/main" id="{E0AB3635-F51C-5F94-5C51-B39C9005ECD7}"/>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F46C537E-CF86-A924-9733-978F9511753A}"/>
              </a:ext>
            </a:extLst>
          </p:cNvPr>
          <p:cNvSpPr>
            <a:spLocks noGrp="1"/>
          </p:cNvSpPr>
          <p:nvPr>
            <p:ph type="title"/>
          </p:nvPr>
        </p:nvSpPr>
        <p:spPr>
          <a:xfrm>
            <a:off x="334963" y="303238"/>
            <a:ext cx="10277583" cy="487938"/>
          </a:xfrm>
        </p:spPr>
        <p:txBody>
          <a:bodyPr lIns="0" tIns="0" rIns="0" bIns="0" anchor="ctr" anchorCtr="0">
            <a:normAutofit/>
          </a:bodyPr>
          <a:lstStyle/>
          <a:p>
            <a:r>
              <a:rPr lang="en-US"/>
              <a:t>Household Structure / Trialist-Repeater (Netherlands)</a:t>
            </a:r>
            <a:endParaRPr lang="fr-FR"/>
          </a:p>
        </p:txBody>
      </p:sp>
      <p:sp>
        <p:nvSpPr>
          <p:cNvPr id="12" name="Rectangle : coins arrondis 11">
            <a:extLst>
              <a:ext uri="{FF2B5EF4-FFF2-40B4-BE49-F238E27FC236}">
                <a16:creationId xmlns:a16="http://schemas.microsoft.com/office/drawing/2014/main" id="{A4929668-6459-FD17-DC82-3CBE044B9995}"/>
              </a:ext>
            </a:extLst>
          </p:cNvPr>
          <p:cNvSpPr/>
          <p:nvPr/>
        </p:nvSpPr>
        <p:spPr>
          <a:xfrm>
            <a:off x="400949" y="1133185"/>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dirty="0">
                <a:solidFill>
                  <a:schemeClr val="tx1"/>
                </a:solidFill>
                <a:cs typeface="Tahoma"/>
              </a:rPr>
              <a:t>Seniors &gt;75 are those who visit the least the Aqua </a:t>
            </a:r>
            <a:r>
              <a:rPr lang="en-US" sz="1400" dirty="0" err="1">
                <a:solidFill>
                  <a:schemeClr val="tx1"/>
                </a:solidFill>
                <a:cs typeface="Tahoma"/>
              </a:rPr>
              <a:t>mundo</a:t>
            </a:r>
            <a:r>
              <a:rPr lang="en-US" sz="1400" dirty="0">
                <a:solidFill>
                  <a:schemeClr val="tx1"/>
                </a:solidFill>
                <a:cs typeface="Tahoma"/>
              </a:rPr>
              <a:t> </a:t>
            </a:r>
            <a:r>
              <a:rPr lang="en-US" sz="1400" b="1" dirty="0">
                <a:solidFill>
                  <a:schemeClr val="tx1"/>
                </a:solidFill>
                <a:cs typeface="Tahoma"/>
              </a:rPr>
              <a:t>(45%) </a:t>
            </a:r>
            <a:r>
              <a:rPr lang="en-US" sz="1400" dirty="0">
                <a:solidFill>
                  <a:schemeClr val="tx1"/>
                </a:solidFill>
                <a:cs typeface="Tahoma"/>
              </a:rPr>
              <a:t>followed by seniors active 55-74 </a:t>
            </a:r>
            <a:r>
              <a:rPr lang="en-US" sz="1400" b="1" dirty="0">
                <a:solidFill>
                  <a:schemeClr val="tx1"/>
                </a:solidFill>
                <a:cs typeface="Tahoma"/>
              </a:rPr>
              <a:t>(29%)</a:t>
            </a:r>
            <a:endParaRPr lang="en-US" dirty="0">
              <a:solidFill>
                <a:schemeClr val="tx1"/>
              </a:solidFill>
            </a:endParaRPr>
          </a:p>
        </p:txBody>
      </p:sp>
      <p:sp>
        <p:nvSpPr>
          <p:cNvPr id="14" name="Flèche : bas 13">
            <a:extLst>
              <a:ext uri="{FF2B5EF4-FFF2-40B4-BE49-F238E27FC236}">
                <a16:creationId xmlns:a16="http://schemas.microsoft.com/office/drawing/2014/main" id="{AB4D6421-3FE7-9C35-F483-E51814CB08F2}"/>
              </a:ext>
            </a:extLst>
          </p:cNvPr>
          <p:cNvSpPr/>
          <p:nvPr/>
        </p:nvSpPr>
        <p:spPr>
          <a:xfrm>
            <a:off x="2453481" y="1885303"/>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bas 10">
            <a:extLst>
              <a:ext uri="{FF2B5EF4-FFF2-40B4-BE49-F238E27FC236}">
                <a16:creationId xmlns:a16="http://schemas.microsoft.com/office/drawing/2014/main" id="{E4DD79F7-4248-7B4D-6C31-918CC7C7C3CB}"/>
              </a:ext>
            </a:extLst>
          </p:cNvPr>
          <p:cNvSpPr/>
          <p:nvPr/>
        </p:nvSpPr>
        <p:spPr>
          <a:xfrm>
            <a:off x="2453481" y="2914535"/>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bas 14">
            <a:extLst>
              <a:ext uri="{FF2B5EF4-FFF2-40B4-BE49-F238E27FC236}">
                <a16:creationId xmlns:a16="http://schemas.microsoft.com/office/drawing/2014/main" id="{7D4DA947-7FE8-9EDA-9CE3-BFA8756BC3D7}"/>
              </a:ext>
            </a:extLst>
          </p:cNvPr>
          <p:cNvSpPr/>
          <p:nvPr/>
        </p:nvSpPr>
        <p:spPr>
          <a:xfrm>
            <a:off x="2453481" y="3967181"/>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Flèche : bas 16">
            <a:extLst>
              <a:ext uri="{FF2B5EF4-FFF2-40B4-BE49-F238E27FC236}">
                <a16:creationId xmlns:a16="http://schemas.microsoft.com/office/drawing/2014/main" id="{0924C0C2-2309-80A4-BBEB-1F27094C9102}"/>
              </a:ext>
            </a:extLst>
          </p:cNvPr>
          <p:cNvSpPr/>
          <p:nvPr/>
        </p:nvSpPr>
        <p:spPr>
          <a:xfrm>
            <a:off x="2453480" y="5110022"/>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 name="Tableau 1">
            <a:extLst>
              <a:ext uri="{FF2B5EF4-FFF2-40B4-BE49-F238E27FC236}">
                <a16:creationId xmlns:a16="http://schemas.microsoft.com/office/drawing/2014/main" id="{E6B69FA7-8DD3-D444-8AD8-FE392CCE0FF1}"/>
              </a:ext>
            </a:extLst>
          </p:cNvPr>
          <p:cNvGraphicFramePr>
            <a:graphicFrameLocks noGrp="1"/>
          </p:cNvGraphicFramePr>
          <p:nvPr>
            <p:extLst>
              <p:ext uri="{D42A27DB-BD31-4B8C-83A1-F6EECF244321}">
                <p14:modId xmlns:p14="http://schemas.microsoft.com/office/powerpoint/2010/main" val="2203099710"/>
              </p:ext>
            </p:extLst>
          </p:nvPr>
        </p:nvGraphicFramePr>
        <p:xfrm>
          <a:off x="5908385" y="1190391"/>
          <a:ext cx="5540829" cy="2729665"/>
        </p:xfrm>
        <a:graphic>
          <a:graphicData uri="http://schemas.openxmlformats.org/drawingml/2006/table">
            <a:tbl>
              <a:tblPr firstRow="1" bandRow="1">
                <a:tableStyleId>{5C22544A-7EE6-4342-B048-85BDC9FD1C3A}</a:tableStyleId>
              </a:tblPr>
              <a:tblGrid>
                <a:gridCol w="1752601">
                  <a:extLst>
                    <a:ext uri="{9D8B030D-6E8A-4147-A177-3AD203B41FA5}">
                      <a16:colId xmlns:a16="http://schemas.microsoft.com/office/drawing/2014/main" val="2411664206"/>
                    </a:ext>
                  </a:extLst>
                </a:gridCol>
                <a:gridCol w="783771">
                  <a:extLst>
                    <a:ext uri="{9D8B030D-6E8A-4147-A177-3AD203B41FA5}">
                      <a16:colId xmlns:a16="http://schemas.microsoft.com/office/drawing/2014/main" val="2805417451"/>
                    </a:ext>
                  </a:extLst>
                </a:gridCol>
                <a:gridCol w="783771">
                  <a:extLst>
                    <a:ext uri="{9D8B030D-6E8A-4147-A177-3AD203B41FA5}">
                      <a16:colId xmlns:a16="http://schemas.microsoft.com/office/drawing/2014/main" val="2067977427"/>
                    </a:ext>
                  </a:extLst>
                </a:gridCol>
                <a:gridCol w="794658">
                  <a:extLst>
                    <a:ext uri="{9D8B030D-6E8A-4147-A177-3AD203B41FA5}">
                      <a16:colId xmlns:a16="http://schemas.microsoft.com/office/drawing/2014/main" val="898422569"/>
                    </a:ext>
                  </a:extLst>
                </a:gridCol>
                <a:gridCol w="772885">
                  <a:extLst>
                    <a:ext uri="{9D8B030D-6E8A-4147-A177-3AD203B41FA5}">
                      <a16:colId xmlns:a16="http://schemas.microsoft.com/office/drawing/2014/main" val="1542011827"/>
                    </a:ext>
                  </a:extLst>
                </a:gridCol>
                <a:gridCol w="653143">
                  <a:extLst>
                    <a:ext uri="{9D8B030D-6E8A-4147-A177-3AD203B41FA5}">
                      <a16:colId xmlns:a16="http://schemas.microsoft.com/office/drawing/2014/main" val="149099650"/>
                    </a:ext>
                  </a:extLst>
                </a:gridCol>
              </a:tblGrid>
              <a:tr h="393561">
                <a:tc>
                  <a:txBody>
                    <a:bodyPr/>
                    <a:lstStyle/>
                    <a:p>
                      <a:pPr algn="l" fontAlgn="b">
                        <a:buNone/>
                      </a:pPr>
                      <a:r>
                        <a:rPr lang="fr-FR" sz="1100" u="none" strike="noStrike">
                          <a:effectLst/>
                          <a:latin typeface="Aptos Narrow" panose="020B0004020202020204" pitchFamily="34" charset="0"/>
                        </a:rPr>
                        <a:t>Household structure</a:t>
                      </a:r>
                      <a:endParaRPr lang="fr-FR"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haven't visited 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435991614"/>
                  </a:ext>
                </a:extLst>
              </a:tr>
              <a:tr h="164523">
                <a:tc>
                  <a:txBody>
                    <a:bodyPr/>
                    <a:lstStyle/>
                    <a:p>
                      <a:pPr algn="l" fontAlgn="b">
                        <a:buNone/>
                      </a:pPr>
                      <a:r>
                        <a:rPr lang="fr-FR" sz="1100" u="none" strike="noStrike" err="1">
                          <a:solidFill>
                            <a:schemeClr val="bg1">
                              <a:lumMod val="10000"/>
                            </a:schemeClr>
                          </a:solidFill>
                          <a:effectLst/>
                          <a:latin typeface="Aptos Narrow" panose="020B0004020202020204" pitchFamily="34" charset="0"/>
                        </a:rPr>
                        <a:t>Adults</a:t>
                      </a:r>
                      <a:r>
                        <a:rPr lang="fr-FR" sz="1100" u="none" strike="noStrike">
                          <a:solidFill>
                            <a:schemeClr val="bg1">
                              <a:lumMod val="10000"/>
                            </a:schemeClr>
                          </a:solidFill>
                          <a:effectLst/>
                          <a:latin typeface="Aptos Narrow" panose="020B0004020202020204" pitchFamily="34" charset="0"/>
                        </a:rPr>
                        <a:t> 35-54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287</a:t>
                      </a:r>
                    </a:p>
                  </a:txBody>
                  <a:tcPr marL="6350" marR="6350" marT="6350" marB="0" anchor="b"/>
                </a:tc>
                <a:extLst>
                  <a:ext uri="{0D108BD9-81ED-4DB2-BD59-A6C34878D82A}">
                    <a16:rowId xmlns:a16="http://schemas.microsoft.com/office/drawing/2014/main" val="266363686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0-2</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42</a:t>
                      </a:r>
                    </a:p>
                  </a:txBody>
                  <a:tcPr marL="6350" marR="6350" marT="6350" marB="0" anchor="b"/>
                </a:tc>
                <a:extLst>
                  <a:ext uri="{0D108BD9-81ED-4DB2-BD59-A6C34878D82A}">
                    <a16:rowId xmlns:a16="http://schemas.microsoft.com/office/drawing/2014/main" val="231628022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12-17</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152</a:t>
                      </a:r>
                    </a:p>
                  </a:txBody>
                  <a:tcPr marL="6350" marR="6350" marT="6350" marB="0" anchor="b"/>
                </a:tc>
                <a:extLst>
                  <a:ext uri="{0D108BD9-81ED-4DB2-BD59-A6C34878D82A}">
                    <a16:rowId xmlns:a16="http://schemas.microsoft.com/office/drawing/2014/main" val="698019867"/>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50</a:t>
                      </a:r>
                    </a:p>
                  </a:txBody>
                  <a:tcPr marL="6350" marR="6350" marT="6350" marB="0" anchor="b"/>
                </a:tc>
                <a:extLst>
                  <a:ext uri="{0D108BD9-81ED-4DB2-BD59-A6C34878D82A}">
                    <a16:rowId xmlns:a16="http://schemas.microsoft.com/office/drawing/2014/main" val="1637887159"/>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5-11</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183</a:t>
                      </a:r>
                    </a:p>
                  </a:txBody>
                  <a:tcPr marL="6350" marR="6350" marT="6350" marB="0" anchor="b"/>
                </a:tc>
                <a:extLst>
                  <a:ext uri="{0D108BD9-81ED-4DB2-BD59-A6C34878D82A}">
                    <a16:rowId xmlns:a16="http://schemas.microsoft.com/office/drawing/2014/main" val="4096713378"/>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Not registered</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1430</a:t>
                      </a:r>
                    </a:p>
                  </a:txBody>
                  <a:tcPr marL="6350" marR="6350" marT="6350" marB="0" anchor="b"/>
                </a:tc>
                <a:extLst>
                  <a:ext uri="{0D108BD9-81ED-4DB2-BD59-A6C34878D82A}">
                    <a16:rowId xmlns:a16="http://schemas.microsoft.com/office/drawing/2014/main" val="289374854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 Active 55-74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705</a:t>
                      </a:r>
                    </a:p>
                  </a:txBody>
                  <a:tcPr marL="6350" marR="6350" marT="6350" marB="0" anchor="b"/>
                </a:tc>
                <a:extLst>
                  <a:ext uri="{0D108BD9-81ED-4DB2-BD59-A6C34878D82A}">
                    <a16:rowId xmlns:a16="http://schemas.microsoft.com/office/drawing/2014/main" val="3615308993"/>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Seniors&gt;75</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65</a:t>
                      </a:r>
                    </a:p>
                  </a:txBody>
                  <a:tcPr marL="6350" marR="6350" marT="6350" marB="0" anchor="b"/>
                </a:tc>
                <a:extLst>
                  <a:ext uri="{0D108BD9-81ED-4DB2-BD59-A6C34878D82A}">
                    <a16:rowId xmlns:a16="http://schemas.microsoft.com/office/drawing/2014/main" val="3979552725"/>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Young Adults 18-34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55%</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135</a:t>
                      </a:r>
                    </a:p>
                  </a:txBody>
                  <a:tcPr marL="6350" marR="6350" marT="6350" marB="0" anchor="b"/>
                </a:tc>
                <a:extLst>
                  <a:ext uri="{0D108BD9-81ED-4DB2-BD59-A6C34878D82A}">
                    <a16:rowId xmlns:a16="http://schemas.microsoft.com/office/drawing/2014/main" val="30722761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3085</a:t>
                      </a:r>
                    </a:p>
                  </a:txBody>
                  <a:tcPr marL="6350" marR="6350" marT="6350" marB="0" anchor="b"/>
                </a:tc>
                <a:extLst>
                  <a:ext uri="{0D108BD9-81ED-4DB2-BD59-A6C34878D82A}">
                    <a16:rowId xmlns:a16="http://schemas.microsoft.com/office/drawing/2014/main" val="206228452"/>
                  </a:ext>
                </a:extLst>
              </a:tr>
            </a:tbl>
          </a:graphicData>
        </a:graphic>
      </p:graphicFrame>
      <p:graphicFrame>
        <p:nvGraphicFramePr>
          <p:cNvPr id="7" name="Tableau 6">
            <a:extLst>
              <a:ext uri="{FF2B5EF4-FFF2-40B4-BE49-F238E27FC236}">
                <a16:creationId xmlns:a16="http://schemas.microsoft.com/office/drawing/2014/main" id="{8DD2EB35-9DBC-9677-84B1-4092F161BF19}"/>
              </a:ext>
            </a:extLst>
          </p:cNvPr>
          <p:cNvGraphicFramePr>
            <a:graphicFrameLocks noGrp="1"/>
          </p:cNvGraphicFramePr>
          <p:nvPr>
            <p:extLst>
              <p:ext uri="{D42A27DB-BD31-4B8C-83A1-F6EECF244321}">
                <p14:modId xmlns:p14="http://schemas.microsoft.com/office/powerpoint/2010/main" val="771360403"/>
              </p:ext>
            </p:extLst>
          </p:nvPr>
        </p:nvGraphicFramePr>
        <p:xfrm>
          <a:off x="5908385" y="4537282"/>
          <a:ext cx="5540832" cy="1047750"/>
        </p:xfrm>
        <a:graphic>
          <a:graphicData uri="http://schemas.openxmlformats.org/drawingml/2006/table">
            <a:tbl>
              <a:tblPr firstRow="1" bandRow="1">
                <a:tableStyleId>{5C22544A-7EE6-4342-B048-85BDC9FD1C3A}</a:tableStyleId>
              </a:tblPr>
              <a:tblGrid>
                <a:gridCol w="1787815">
                  <a:extLst>
                    <a:ext uri="{9D8B030D-6E8A-4147-A177-3AD203B41FA5}">
                      <a16:colId xmlns:a16="http://schemas.microsoft.com/office/drawing/2014/main" val="441190165"/>
                    </a:ext>
                  </a:extLst>
                </a:gridCol>
                <a:gridCol w="740229">
                  <a:extLst>
                    <a:ext uri="{9D8B030D-6E8A-4147-A177-3AD203B41FA5}">
                      <a16:colId xmlns:a16="http://schemas.microsoft.com/office/drawing/2014/main" val="603207171"/>
                    </a:ext>
                  </a:extLst>
                </a:gridCol>
                <a:gridCol w="805542">
                  <a:extLst>
                    <a:ext uri="{9D8B030D-6E8A-4147-A177-3AD203B41FA5}">
                      <a16:colId xmlns:a16="http://schemas.microsoft.com/office/drawing/2014/main" val="779268651"/>
                    </a:ext>
                  </a:extLst>
                </a:gridCol>
                <a:gridCol w="783772">
                  <a:extLst>
                    <a:ext uri="{9D8B030D-6E8A-4147-A177-3AD203B41FA5}">
                      <a16:colId xmlns:a16="http://schemas.microsoft.com/office/drawing/2014/main" val="1685026183"/>
                    </a:ext>
                  </a:extLst>
                </a:gridCol>
                <a:gridCol w="740228">
                  <a:extLst>
                    <a:ext uri="{9D8B030D-6E8A-4147-A177-3AD203B41FA5}">
                      <a16:colId xmlns:a16="http://schemas.microsoft.com/office/drawing/2014/main" val="830408064"/>
                    </a:ext>
                  </a:extLst>
                </a:gridCol>
                <a:gridCol w="683246">
                  <a:extLst>
                    <a:ext uri="{9D8B030D-6E8A-4147-A177-3AD203B41FA5}">
                      <a16:colId xmlns:a16="http://schemas.microsoft.com/office/drawing/2014/main" val="3375812699"/>
                    </a:ext>
                  </a:extLst>
                </a:gridCol>
              </a:tblGrid>
              <a:tr h="203200">
                <a:tc>
                  <a:txBody>
                    <a:bodyPr/>
                    <a:lstStyle/>
                    <a:p>
                      <a:pPr algn="l" fontAlgn="b">
                        <a:buNone/>
                      </a:pPr>
                      <a:r>
                        <a:rPr lang="fr-FR" sz="1000" u="none" strike="noStrike">
                          <a:effectLst/>
                          <a:latin typeface="Aptos Narrow" panose="020B0004020202020204" pitchFamily="34" charset="0"/>
                        </a:rPr>
                        <a:t>New Customer (T)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a:t>
                      </a:r>
                      <a:r>
                        <a:rPr lang="fr-FR" sz="1000" u="none" strike="noStrike" err="1">
                          <a:effectLst/>
                          <a:latin typeface="Aptos Narrow" panose="020B0004020202020204" pitchFamily="34" charset="0"/>
                        </a:rPr>
                        <a:t>haven't</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visited</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69404993"/>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A</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177</a:t>
                      </a:r>
                    </a:p>
                  </a:txBody>
                  <a:tcPr marL="6350" marR="6350" marT="6350" marB="0" anchor="b"/>
                </a:tc>
                <a:extLst>
                  <a:ext uri="{0D108BD9-81ED-4DB2-BD59-A6C34878D82A}">
                    <a16:rowId xmlns:a16="http://schemas.microsoft.com/office/drawing/2014/main" val="994909886"/>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R</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2046</a:t>
                      </a:r>
                    </a:p>
                  </a:txBody>
                  <a:tcPr marL="6350" marR="6350" marT="6350" marB="0" anchor="b"/>
                </a:tc>
                <a:extLst>
                  <a:ext uri="{0D108BD9-81ED-4DB2-BD59-A6C34878D82A}">
                    <a16:rowId xmlns:a16="http://schemas.microsoft.com/office/drawing/2014/main" val="304074195"/>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862</a:t>
                      </a:r>
                    </a:p>
                  </a:txBody>
                  <a:tcPr marL="6350" marR="6350" marT="6350" marB="0" anchor="b"/>
                </a:tc>
                <a:extLst>
                  <a:ext uri="{0D108BD9-81ED-4DB2-BD59-A6C34878D82A}">
                    <a16:rowId xmlns:a16="http://schemas.microsoft.com/office/drawing/2014/main" val="496629267"/>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3085</a:t>
                      </a:r>
                    </a:p>
                  </a:txBody>
                  <a:tcPr marL="6350" marR="6350" marT="6350" marB="0" anchor="b"/>
                </a:tc>
                <a:extLst>
                  <a:ext uri="{0D108BD9-81ED-4DB2-BD59-A6C34878D82A}">
                    <a16:rowId xmlns:a16="http://schemas.microsoft.com/office/drawing/2014/main" val="1146501627"/>
                  </a:ext>
                </a:extLst>
              </a:tr>
            </a:tbl>
          </a:graphicData>
        </a:graphic>
      </p:graphicFrame>
      <p:sp>
        <p:nvSpPr>
          <p:cNvPr id="5" name="Rectangle : coins arrondis 4">
            <a:extLst>
              <a:ext uri="{FF2B5EF4-FFF2-40B4-BE49-F238E27FC236}">
                <a16:creationId xmlns:a16="http://schemas.microsoft.com/office/drawing/2014/main" id="{A1DD52B3-F139-42F0-9967-0A6AEEF9B18D}"/>
              </a:ext>
            </a:extLst>
          </p:cNvPr>
          <p:cNvSpPr/>
          <p:nvPr/>
        </p:nvSpPr>
        <p:spPr>
          <a:xfrm>
            <a:off x="400949" y="2184723"/>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defRPr/>
            </a:pPr>
            <a:r>
              <a:rPr lang="en-US" sz="1400">
                <a:solidFill>
                  <a:schemeClr val="tx1"/>
                </a:solidFill>
                <a:cs typeface="Tahoma"/>
              </a:rPr>
              <a:t>Young adults 18-34 are the more present here than in other countries</a:t>
            </a:r>
            <a:endParaRPr lang="en-US"/>
          </a:p>
        </p:txBody>
      </p:sp>
      <p:sp>
        <p:nvSpPr>
          <p:cNvPr id="16" name="Rectangle : coins arrondis 15">
            <a:extLst>
              <a:ext uri="{FF2B5EF4-FFF2-40B4-BE49-F238E27FC236}">
                <a16:creationId xmlns:a16="http://schemas.microsoft.com/office/drawing/2014/main" id="{0AFA0BD8-BC0C-6B0B-0665-7061B4CCA5F1}"/>
              </a:ext>
            </a:extLst>
          </p:cNvPr>
          <p:cNvSpPr/>
          <p:nvPr/>
        </p:nvSpPr>
        <p:spPr>
          <a:xfrm>
            <a:off x="400949" y="3236261"/>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tx1"/>
                </a:solidFill>
                <a:cs typeface="Bagoss Standard"/>
              </a:rPr>
              <a:t>There are significantly more Repeaters than Trialists </a:t>
            </a:r>
            <a:r>
              <a:rPr lang="en-US" sz="1400" b="1">
                <a:solidFill>
                  <a:schemeClr val="tx1"/>
                </a:solidFill>
                <a:cs typeface="Bagoss Standard"/>
              </a:rPr>
              <a:t>(66% VS 28%)</a:t>
            </a:r>
          </a:p>
        </p:txBody>
      </p:sp>
      <p:sp>
        <p:nvSpPr>
          <p:cNvPr id="18" name="Rectangle : coins arrondis 17">
            <a:extLst>
              <a:ext uri="{FF2B5EF4-FFF2-40B4-BE49-F238E27FC236}">
                <a16:creationId xmlns:a16="http://schemas.microsoft.com/office/drawing/2014/main" id="{D60B3407-EBE8-C30E-BF35-25E801A714CE}"/>
              </a:ext>
            </a:extLst>
          </p:cNvPr>
          <p:cNvSpPr/>
          <p:nvPr/>
        </p:nvSpPr>
        <p:spPr>
          <a:xfrm>
            <a:off x="400949" y="4295993"/>
            <a:ext cx="4867337" cy="746973"/>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tx1"/>
                </a:solidFill>
                <a:cs typeface="Bagoss Standard"/>
              </a:rPr>
              <a:t>HB’</a:t>
            </a:r>
            <a:r>
              <a:rPr lang="en-US" sz="1400">
                <a:solidFill>
                  <a:schemeClr val="tx1"/>
                </a:solidFill>
                <a:cs typeface="Bagoss Standard"/>
              </a:rPr>
              <a:t>s aqua mundo is the most visited (at least once) and </a:t>
            </a:r>
            <a:r>
              <a:rPr lang="en-US" sz="1400" b="1">
                <a:solidFill>
                  <a:schemeClr val="tx1"/>
                </a:solidFill>
                <a:cs typeface="Bagoss Standard"/>
              </a:rPr>
              <a:t>ZV</a:t>
            </a:r>
            <a:r>
              <a:rPr lang="en-US" sz="1400">
                <a:solidFill>
                  <a:schemeClr val="tx1"/>
                </a:solidFill>
                <a:cs typeface="Bagoss Standard"/>
              </a:rPr>
              <a:t>’s aqua mundo  has the highest number of respondents who do not visit the aqua mundo during their stay</a:t>
            </a:r>
          </a:p>
        </p:txBody>
      </p:sp>
      <p:sp>
        <p:nvSpPr>
          <p:cNvPr id="19" name="Rectangle : coins arrondis 18">
            <a:extLst>
              <a:ext uri="{FF2B5EF4-FFF2-40B4-BE49-F238E27FC236}">
                <a16:creationId xmlns:a16="http://schemas.microsoft.com/office/drawing/2014/main" id="{B3BBBCFB-7D89-1D7D-E4F6-BE52B064C329}"/>
              </a:ext>
            </a:extLst>
          </p:cNvPr>
          <p:cNvSpPr/>
          <p:nvPr/>
        </p:nvSpPr>
        <p:spPr>
          <a:xfrm>
            <a:off x="400949" y="5430809"/>
            <a:ext cx="4867337" cy="596808"/>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tx1"/>
                </a:solidFill>
                <a:cs typeface="Bagoss Standard"/>
              </a:rPr>
              <a:t>HB</a:t>
            </a:r>
            <a:r>
              <a:rPr lang="en-US" sz="1400">
                <a:solidFill>
                  <a:schemeClr val="tx1"/>
                </a:solidFill>
                <a:cs typeface="Bagoss Standard"/>
              </a:rPr>
              <a:t>’s aqua mundo is the highest visited several times a day</a:t>
            </a:r>
          </a:p>
        </p:txBody>
      </p:sp>
    </p:spTree>
    <p:extLst>
      <p:ext uri="{BB962C8B-B14F-4D97-AF65-F5344CB8AC3E}">
        <p14:creationId xmlns:p14="http://schemas.microsoft.com/office/powerpoint/2010/main" val="1331011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7D007-1BCE-F8A5-52BD-59CB45E0B0BC}"/>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A45B7B4-771E-D439-3715-955136463E74}"/>
              </a:ext>
            </a:extLst>
          </p:cNvPr>
          <p:cNvSpPr>
            <a:spLocks noGrp="1"/>
          </p:cNvSpPr>
          <p:nvPr>
            <p:ph type="sldNum" sz="quarter" idx="12"/>
          </p:nvPr>
        </p:nvSpPr>
        <p:spPr>
          <a:xfrm>
            <a:off x="11040058" y="6320920"/>
            <a:ext cx="818313" cy="276432"/>
          </a:xfrm>
        </p:spPr>
        <p:txBody>
          <a:bodyPr lIns="0" tIns="0" rIns="0" bIns="0" anchor="ctr">
            <a:normAutofit/>
          </a:bodyPr>
          <a:lstStyle/>
          <a:p>
            <a:pPr>
              <a:spcAft>
                <a:spcPts val="600"/>
              </a:spcAft>
            </a:pPr>
            <a:fld id="{0D2E6A04-B99A-6C4D-8942-945F97C9E705}" type="slidenum">
              <a:rPr lang="en-US" smtClean="0"/>
              <a:pPr>
                <a:spcAft>
                  <a:spcPts val="600"/>
                </a:spcAft>
              </a:pPr>
              <a:t>14</a:t>
            </a:fld>
            <a:endParaRPr lang="en-US"/>
          </a:p>
        </p:txBody>
      </p:sp>
      <p:sp>
        <p:nvSpPr>
          <p:cNvPr id="4" name="Espace réservé de la date 3">
            <a:extLst>
              <a:ext uri="{FF2B5EF4-FFF2-40B4-BE49-F238E27FC236}">
                <a16:creationId xmlns:a16="http://schemas.microsoft.com/office/drawing/2014/main" id="{4F131AC4-351B-2C86-CA41-93E30EEF6E1C}"/>
              </a:ext>
            </a:extLst>
          </p:cNvPr>
          <p:cNvSpPr>
            <a:spLocks noGrp="1"/>
          </p:cNvSpPr>
          <p:nvPr>
            <p:ph type="dt" sz="half" idx="10"/>
          </p:nvPr>
        </p:nvSpPr>
        <p:spPr>
          <a:xfrm>
            <a:off x="336757" y="6298845"/>
            <a:ext cx="1787517" cy="277991"/>
          </a:xfrm>
        </p:spPr>
        <p:txBody>
          <a:bodyPr>
            <a:normAutofit/>
          </a:bodyPr>
          <a:lstStyle/>
          <a:p>
            <a:pPr>
              <a:spcAft>
                <a:spcPts val="600"/>
              </a:spcAft>
            </a:pPr>
            <a:fld id="{42628A07-F0D7-471C-A13C-E725AF7B83B4}" type="datetime1">
              <a:rPr lang="fr-FR" smtClean="0"/>
              <a:pPr>
                <a:spcAft>
                  <a:spcPts val="600"/>
                </a:spcAft>
              </a:pPr>
              <a:t>24/07/2026</a:t>
            </a:fld>
            <a:endParaRPr lang="en-US"/>
          </a:p>
        </p:txBody>
      </p:sp>
      <p:sp>
        <p:nvSpPr>
          <p:cNvPr id="6" name="Titre 5">
            <a:extLst>
              <a:ext uri="{FF2B5EF4-FFF2-40B4-BE49-F238E27FC236}">
                <a16:creationId xmlns:a16="http://schemas.microsoft.com/office/drawing/2014/main" id="{379A93CE-049B-2EE4-288C-04B74DBCEE01}"/>
              </a:ext>
            </a:extLst>
          </p:cNvPr>
          <p:cNvSpPr>
            <a:spLocks noGrp="1"/>
          </p:cNvSpPr>
          <p:nvPr>
            <p:ph type="title"/>
          </p:nvPr>
        </p:nvSpPr>
        <p:spPr>
          <a:xfrm>
            <a:off x="334963" y="303238"/>
            <a:ext cx="10277583" cy="487938"/>
          </a:xfrm>
        </p:spPr>
        <p:txBody>
          <a:bodyPr lIns="0" tIns="0" rIns="0" bIns="0" anchor="ctr" anchorCtr="0">
            <a:normAutofit/>
          </a:bodyPr>
          <a:lstStyle/>
          <a:p>
            <a:r>
              <a:rPr lang="en-US"/>
              <a:t>Household Structure / Trialist-Repeater (Denmark)</a:t>
            </a:r>
            <a:endParaRPr lang="fr-FR"/>
          </a:p>
        </p:txBody>
      </p:sp>
      <p:sp>
        <p:nvSpPr>
          <p:cNvPr id="12" name="Rectangle : coins arrondis 11">
            <a:extLst>
              <a:ext uri="{FF2B5EF4-FFF2-40B4-BE49-F238E27FC236}">
                <a16:creationId xmlns:a16="http://schemas.microsoft.com/office/drawing/2014/main" id="{6F70D907-9863-6BF5-0BE6-7634AB0D1EFA}"/>
              </a:ext>
            </a:extLst>
          </p:cNvPr>
          <p:cNvSpPr/>
          <p:nvPr/>
        </p:nvSpPr>
        <p:spPr>
          <a:xfrm>
            <a:off x="334963" y="1490237"/>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tx1"/>
                </a:solidFill>
                <a:cs typeface="Bagoss Standard"/>
              </a:rPr>
              <a:t>Family with Children 5-11 visit the most the Aqua mundo </a:t>
            </a:r>
            <a:r>
              <a:rPr lang="en-US" sz="1400" b="1">
                <a:solidFill>
                  <a:schemeClr val="tx1"/>
                </a:solidFill>
                <a:cs typeface="Bagoss Standard"/>
              </a:rPr>
              <a:t>(7% of the total)</a:t>
            </a:r>
          </a:p>
        </p:txBody>
      </p:sp>
      <p:sp>
        <p:nvSpPr>
          <p:cNvPr id="14" name="Flèche : bas 13">
            <a:extLst>
              <a:ext uri="{FF2B5EF4-FFF2-40B4-BE49-F238E27FC236}">
                <a16:creationId xmlns:a16="http://schemas.microsoft.com/office/drawing/2014/main" id="{9237256B-7A53-D181-9D64-9DEBA43A4EFE}"/>
              </a:ext>
            </a:extLst>
          </p:cNvPr>
          <p:cNvSpPr/>
          <p:nvPr/>
        </p:nvSpPr>
        <p:spPr>
          <a:xfrm>
            <a:off x="2387495" y="2242355"/>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bas 10">
            <a:extLst>
              <a:ext uri="{FF2B5EF4-FFF2-40B4-BE49-F238E27FC236}">
                <a16:creationId xmlns:a16="http://schemas.microsoft.com/office/drawing/2014/main" id="{56AA4CA8-6441-EE8B-0A5F-AF8F10E4CCD8}"/>
              </a:ext>
            </a:extLst>
          </p:cNvPr>
          <p:cNvSpPr/>
          <p:nvPr/>
        </p:nvSpPr>
        <p:spPr>
          <a:xfrm>
            <a:off x="2387495" y="3271587"/>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bas 14">
            <a:extLst>
              <a:ext uri="{FF2B5EF4-FFF2-40B4-BE49-F238E27FC236}">
                <a16:creationId xmlns:a16="http://schemas.microsoft.com/office/drawing/2014/main" id="{42725578-4B99-5A85-9043-7C283DFAAD44}"/>
              </a:ext>
            </a:extLst>
          </p:cNvPr>
          <p:cNvSpPr/>
          <p:nvPr/>
        </p:nvSpPr>
        <p:spPr>
          <a:xfrm>
            <a:off x="2387495" y="4324233"/>
            <a:ext cx="405353" cy="253730"/>
          </a:xfrm>
          <a:prstGeom prst="downArrow">
            <a:avLst/>
          </a:prstGeom>
          <a:solidFill>
            <a:srgbClr val="B2ED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 name="Tableau 1">
            <a:extLst>
              <a:ext uri="{FF2B5EF4-FFF2-40B4-BE49-F238E27FC236}">
                <a16:creationId xmlns:a16="http://schemas.microsoft.com/office/drawing/2014/main" id="{4ED72DB0-F52C-BCFA-68B3-5380CD65D337}"/>
              </a:ext>
            </a:extLst>
          </p:cNvPr>
          <p:cNvGraphicFramePr>
            <a:graphicFrameLocks noGrp="1"/>
          </p:cNvGraphicFramePr>
          <p:nvPr>
            <p:extLst>
              <p:ext uri="{D42A27DB-BD31-4B8C-83A1-F6EECF244321}">
                <p14:modId xmlns:p14="http://schemas.microsoft.com/office/powerpoint/2010/main" val="1405412859"/>
              </p:ext>
            </p:extLst>
          </p:nvPr>
        </p:nvGraphicFramePr>
        <p:xfrm>
          <a:off x="5908385" y="1190391"/>
          <a:ext cx="5540829" cy="2729665"/>
        </p:xfrm>
        <a:graphic>
          <a:graphicData uri="http://schemas.openxmlformats.org/drawingml/2006/table">
            <a:tbl>
              <a:tblPr firstRow="1" bandRow="1">
                <a:tableStyleId>{5C22544A-7EE6-4342-B048-85BDC9FD1C3A}</a:tableStyleId>
              </a:tblPr>
              <a:tblGrid>
                <a:gridCol w="1752601">
                  <a:extLst>
                    <a:ext uri="{9D8B030D-6E8A-4147-A177-3AD203B41FA5}">
                      <a16:colId xmlns:a16="http://schemas.microsoft.com/office/drawing/2014/main" val="2411664206"/>
                    </a:ext>
                  </a:extLst>
                </a:gridCol>
                <a:gridCol w="783771">
                  <a:extLst>
                    <a:ext uri="{9D8B030D-6E8A-4147-A177-3AD203B41FA5}">
                      <a16:colId xmlns:a16="http://schemas.microsoft.com/office/drawing/2014/main" val="2805417451"/>
                    </a:ext>
                  </a:extLst>
                </a:gridCol>
                <a:gridCol w="783771">
                  <a:extLst>
                    <a:ext uri="{9D8B030D-6E8A-4147-A177-3AD203B41FA5}">
                      <a16:colId xmlns:a16="http://schemas.microsoft.com/office/drawing/2014/main" val="2067977427"/>
                    </a:ext>
                  </a:extLst>
                </a:gridCol>
                <a:gridCol w="794658">
                  <a:extLst>
                    <a:ext uri="{9D8B030D-6E8A-4147-A177-3AD203B41FA5}">
                      <a16:colId xmlns:a16="http://schemas.microsoft.com/office/drawing/2014/main" val="898422569"/>
                    </a:ext>
                  </a:extLst>
                </a:gridCol>
                <a:gridCol w="772885">
                  <a:extLst>
                    <a:ext uri="{9D8B030D-6E8A-4147-A177-3AD203B41FA5}">
                      <a16:colId xmlns:a16="http://schemas.microsoft.com/office/drawing/2014/main" val="1542011827"/>
                    </a:ext>
                  </a:extLst>
                </a:gridCol>
                <a:gridCol w="653143">
                  <a:extLst>
                    <a:ext uri="{9D8B030D-6E8A-4147-A177-3AD203B41FA5}">
                      <a16:colId xmlns:a16="http://schemas.microsoft.com/office/drawing/2014/main" val="149099650"/>
                    </a:ext>
                  </a:extLst>
                </a:gridCol>
              </a:tblGrid>
              <a:tr h="393561">
                <a:tc>
                  <a:txBody>
                    <a:bodyPr/>
                    <a:lstStyle/>
                    <a:p>
                      <a:pPr algn="l" fontAlgn="b">
                        <a:buNone/>
                      </a:pPr>
                      <a:r>
                        <a:rPr lang="fr-FR" sz="1100" u="none" strike="noStrike">
                          <a:effectLst/>
                          <a:latin typeface="Aptos Narrow" panose="020B0004020202020204" pitchFamily="34" charset="0"/>
                        </a:rPr>
                        <a:t>Household structure</a:t>
                      </a:r>
                      <a:endParaRPr lang="fr-FR"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haven't visited 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435991614"/>
                  </a:ext>
                </a:extLst>
              </a:tr>
              <a:tr h="164523">
                <a:tc>
                  <a:txBody>
                    <a:bodyPr/>
                    <a:lstStyle/>
                    <a:p>
                      <a:pPr algn="l" fontAlgn="b">
                        <a:buNone/>
                      </a:pPr>
                      <a:r>
                        <a:rPr lang="fr-FR" sz="1100" u="none" strike="noStrike" err="1">
                          <a:solidFill>
                            <a:schemeClr val="bg1">
                              <a:lumMod val="10000"/>
                            </a:schemeClr>
                          </a:solidFill>
                          <a:effectLst/>
                          <a:latin typeface="Aptos Narrow" panose="020B0004020202020204" pitchFamily="34" charset="0"/>
                        </a:rPr>
                        <a:t>Adults</a:t>
                      </a:r>
                      <a:r>
                        <a:rPr lang="fr-FR" sz="1100" u="none" strike="noStrike">
                          <a:solidFill>
                            <a:schemeClr val="bg1">
                              <a:lumMod val="10000"/>
                            </a:schemeClr>
                          </a:solidFill>
                          <a:effectLst/>
                          <a:latin typeface="Aptos Narrow" panose="020B0004020202020204" pitchFamily="34" charset="0"/>
                        </a:rPr>
                        <a:t> 35-54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a:t>
                      </a:r>
                    </a:p>
                  </a:txBody>
                  <a:tcPr marL="6350" marR="6350" marT="6350" marB="0" anchor="b"/>
                </a:tc>
                <a:extLst>
                  <a:ext uri="{0D108BD9-81ED-4DB2-BD59-A6C34878D82A}">
                    <a16:rowId xmlns:a16="http://schemas.microsoft.com/office/drawing/2014/main" val="266363686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0-2</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extLst>
                  <a:ext uri="{0D108BD9-81ED-4DB2-BD59-A6C34878D82A}">
                    <a16:rowId xmlns:a16="http://schemas.microsoft.com/office/drawing/2014/main" val="2316280228"/>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12-17</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50%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4</a:t>
                      </a:r>
                    </a:p>
                  </a:txBody>
                  <a:tcPr marL="6350" marR="6350" marT="6350" marB="0" anchor="b"/>
                </a:tc>
                <a:extLst>
                  <a:ext uri="{0D108BD9-81ED-4DB2-BD59-A6C34878D82A}">
                    <a16:rowId xmlns:a16="http://schemas.microsoft.com/office/drawing/2014/main" val="698019867"/>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with Children 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extLst>
                  <a:ext uri="{0D108BD9-81ED-4DB2-BD59-A6C34878D82A}">
                    <a16:rowId xmlns:a16="http://schemas.microsoft.com/office/drawing/2014/main" val="1637887159"/>
                  </a:ext>
                </a:extLst>
              </a:tr>
              <a:tr h="323041">
                <a:tc>
                  <a:txBody>
                    <a:bodyPr/>
                    <a:lstStyle/>
                    <a:p>
                      <a:pPr algn="l" fontAlgn="b">
                        <a:buNone/>
                      </a:pPr>
                      <a:r>
                        <a:rPr lang="fr-FR" sz="1100" u="none" strike="noStrike">
                          <a:solidFill>
                            <a:schemeClr val="bg1">
                              <a:lumMod val="10000"/>
                            </a:schemeClr>
                          </a:solidFill>
                          <a:effectLst/>
                          <a:latin typeface="Aptos Narrow" panose="020B0004020202020204" pitchFamily="34" charset="0"/>
                        </a:rPr>
                        <a:t>Family </a:t>
                      </a:r>
                      <a:r>
                        <a:rPr lang="fr-FR" sz="1100" u="none" strike="noStrike" err="1">
                          <a:solidFill>
                            <a:schemeClr val="bg1">
                              <a:lumMod val="10000"/>
                            </a:schemeClr>
                          </a:solidFill>
                          <a:effectLst/>
                          <a:latin typeface="Aptos Narrow" panose="020B0004020202020204" pitchFamily="34" charset="0"/>
                        </a:rPr>
                        <a:t>with</a:t>
                      </a:r>
                      <a:r>
                        <a:rPr lang="fr-FR" sz="1100" u="none" strike="noStrike">
                          <a:solidFill>
                            <a:schemeClr val="bg1">
                              <a:lumMod val="10000"/>
                            </a:schemeClr>
                          </a:solidFill>
                          <a:effectLst/>
                          <a:latin typeface="Aptos Narrow" panose="020B0004020202020204" pitchFamily="34" charset="0"/>
                        </a:rPr>
                        <a:t> </a:t>
                      </a:r>
                      <a:r>
                        <a:rPr lang="fr-FR" sz="1100" u="none" strike="noStrike" err="1">
                          <a:solidFill>
                            <a:schemeClr val="bg1">
                              <a:lumMod val="10000"/>
                            </a:schemeClr>
                          </a:solidFill>
                          <a:effectLst/>
                          <a:latin typeface="Aptos Narrow" panose="020B0004020202020204" pitchFamily="34" charset="0"/>
                        </a:rPr>
                        <a:t>Children</a:t>
                      </a:r>
                      <a:r>
                        <a:rPr lang="fr-FR" sz="1100" u="none" strike="noStrike">
                          <a:solidFill>
                            <a:schemeClr val="bg1">
                              <a:lumMod val="10000"/>
                            </a:schemeClr>
                          </a:solidFill>
                          <a:effectLst/>
                          <a:latin typeface="Aptos Narrow" panose="020B0004020202020204" pitchFamily="34" charset="0"/>
                        </a:rPr>
                        <a:t> 5-11</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83%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12</a:t>
                      </a:r>
                    </a:p>
                  </a:txBody>
                  <a:tcPr marL="6350" marR="6350" marT="6350" marB="0" anchor="b"/>
                </a:tc>
                <a:extLst>
                  <a:ext uri="{0D108BD9-81ED-4DB2-BD59-A6C34878D82A}">
                    <a16:rowId xmlns:a16="http://schemas.microsoft.com/office/drawing/2014/main" val="4096713378"/>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Not registered</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69%</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109</a:t>
                      </a:r>
                    </a:p>
                  </a:txBody>
                  <a:tcPr marL="6350" marR="6350" marT="6350" marB="0" anchor="b"/>
                </a:tc>
                <a:extLst>
                  <a:ext uri="{0D108BD9-81ED-4DB2-BD59-A6C34878D82A}">
                    <a16:rowId xmlns:a16="http://schemas.microsoft.com/office/drawing/2014/main" val="289374854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 Active 55-74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9</a:t>
                      </a:r>
                    </a:p>
                  </a:txBody>
                  <a:tcPr marL="6350" marR="6350" marT="6350" marB="0" anchor="b"/>
                </a:tc>
                <a:extLst>
                  <a:ext uri="{0D108BD9-81ED-4DB2-BD59-A6C34878D82A}">
                    <a16:rowId xmlns:a16="http://schemas.microsoft.com/office/drawing/2014/main" val="3615308993"/>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Seniors&gt;75</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extLst>
                  <a:ext uri="{0D108BD9-81ED-4DB2-BD59-A6C34878D82A}">
                    <a16:rowId xmlns:a16="http://schemas.microsoft.com/office/drawing/2014/main" val="3979552725"/>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Young Adults 18-34</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a:t>
                      </a:r>
                    </a:p>
                  </a:txBody>
                  <a:tcPr marL="6350" marR="6350" marT="6350" marB="0" anchor="b"/>
                </a:tc>
                <a:extLst>
                  <a:ext uri="{0D108BD9-81ED-4DB2-BD59-A6C34878D82A}">
                    <a16:rowId xmlns:a16="http://schemas.microsoft.com/office/drawing/2014/main" val="307227612"/>
                  </a:ext>
                </a:extLst>
              </a:tr>
              <a:tr h="164523">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171</a:t>
                      </a:r>
                    </a:p>
                  </a:txBody>
                  <a:tcPr marL="6350" marR="6350" marT="6350" marB="0" anchor="b"/>
                </a:tc>
                <a:extLst>
                  <a:ext uri="{0D108BD9-81ED-4DB2-BD59-A6C34878D82A}">
                    <a16:rowId xmlns:a16="http://schemas.microsoft.com/office/drawing/2014/main" val="206228452"/>
                  </a:ext>
                </a:extLst>
              </a:tr>
            </a:tbl>
          </a:graphicData>
        </a:graphic>
      </p:graphicFrame>
      <p:graphicFrame>
        <p:nvGraphicFramePr>
          <p:cNvPr id="7" name="Tableau 6">
            <a:extLst>
              <a:ext uri="{FF2B5EF4-FFF2-40B4-BE49-F238E27FC236}">
                <a16:creationId xmlns:a16="http://schemas.microsoft.com/office/drawing/2014/main" id="{43F31E5F-3D20-E6E9-A373-D80F2D9D866B}"/>
              </a:ext>
            </a:extLst>
          </p:cNvPr>
          <p:cNvGraphicFramePr>
            <a:graphicFrameLocks noGrp="1"/>
          </p:cNvGraphicFramePr>
          <p:nvPr>
            <p:extLst>
              <p:ext uri="{D42A27DB-BD31-4B8C-83A1-F6EECF244321}">
                <p14:modId xmlns:p14="http://schemas.microsoft.com/office/powerpoint/2010/main" val="4273986117"/>
              </p:ext>
            </p:extLst>
          </p:nvPr>
        </p:nvGraphicFramePr>
        <p:xfrm>
          <a:off x="5908385" y="4537282"/>
          <a:ext cx="5540832" cy="1047750"/>
        </p:xfrm>
        <a:graphic>
          <a:graphicData uri="http://schemas.openxmlformats.org/drawingml/2006/table">
            <a:tbl>
              <a:tblPr firstRow="1" bandRow="1">
                <a:tableStyleId>{5C22544A-7EE6-4342-B048-85BDC9FD1C3A}</a:tableStyleId>
              </a:tblPr>
              <a:tblGrid>
                <a:gridCol w="1787815">
                  <a:extLst>
                    <a:ext uri="{9D8B030D-6E8A-4147-A177-3AD203B41FA5}">
                      <a16:colId xmlns:a16="http://schemas.microsoft.com/office/drawing/2014/main" val="441190165"/>
                    </a:ext>
                  </a:extLst>
                </a:gridCol>
                <a:gridCol w="740229">
                  <a:extLst>
                    <a:ext uri="{9D8B030D-6E8A-4147-A177-3AD203B41FA5}">
                      <a16:colId xmlns:a16="http://schemas.microsoft.com/office/drawing/2014/main" val="603207171"/>
                    </a:ext>
                  </a:extLst>
                </a:gridCol>
                <a:gridCol w="805542">
                  <a:extLst>
                    <a:ext uri="{9D8B030D-6E8A-4147-A177-3AD203B41FA5}">
                      <a16:colId xmlns:a16="http://schemas.microsoft.com/office/drawing/2014/main" val="779268651"/>
                    </a:ext>
                  </a:extLst>
                </a:gridCol>
                <a:gridCol w="783772">
                  <a:extLst>
                    <a:ext uri="{9D8B030D-6E8A-4147-A177-3AD203B41FA5}">
                      <a16:colId xmlns:a16="http://schemas.microsoft.com/office/drawing/2014/main" val="1685026183"/>
                    </a:ext>
                  </a:extLst>
                </a:gridCol>
                <a:gridCol w="740228">
                  <a:extLst>
                    <a:ext uri="{9D8B030D-6E8A-4147-A177-3AD203B41FA5}">
                      <a16:colId xmlns:a16="http://schemas.microsoft.com/office/drawing/2014/main" val="830408064"/>
                    </a:ext>
                  </a:extLst>
                </a:gridCol>
                <a:gridCol w="683246">
                  <a:extLst>
                    <a:ext uri="{9D8B030D-6E8A-4147-A177-3AD203B41FA5}">
                      <a16:colId xmlns:a16="http://schemas.microsoft.com/office/drawing/2014/main" val="3375812699"/>
                    </a:ext>
                  </a:extLst>
                </a:gridCol>
              </a:tblGrid>
              <a:tr h="203200">
                <a:tc>
                  <a:txBody>
                    <a:bodyPr/>
                    <a:lstStyle/>
                    <a:p>
                      <a:pPr algn="l" fontAlgn="b">
                        <a:buNone/>
                      </a:pPr>
                      <a:r>
                        <a:rPr lang="fr-FR" sz="1000" u="none" strike="noStrike">
                          <a:effectLst/>
                          <a:latin typeface="Aptos Narrow" panose="020B0004020202020204" pitchFamily="34" charset="0"/>
                        </a:rPr>
                        <a:t>New Customer (T)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I </a:t>
                      </a:r>
                      <a:r>
                        <a:rPr lang="fr-FR" sz="1000" u="none" strike="noStrike" err="1">
                          <a:effectLst/>
                          <a:latin typeface="Aptos Narrow" panose="020B0004020202020204" pitchFamily="34" charset="0"/>
                        </a:rPr>
                        <a:t>haven't</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visited</a:t>
                      </a:r>
                      <a:r>
                        <a:rPr lang="fr-FR" sz="1000" u="none" strike="noStrike">
                          <a:effectLst/>
                          <a:latin typeface="Aptos Narrow" panose="020B0004020202020204" pitchFamily="34" charset="0"/>
                        </a:rPr>
                        <a:t> </a:t>
                      </a:r>
                      <a:r>
                        <a:rPr lang="fr-FR" sz="1000" u="none" strike="noStrike" err="1">
                          <a:effectLst/>
                          <a:latin typeface="Aptos Narrow" panose="020B0004020202020204" pitchFamily="34" charset="0"/>
                        </a:rPr>
                        <a:t>it</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during the stay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Once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000" u="none" strike="noStrike">
                          <a:effectLst/>
                          <a:latin typeface="Aptos Narrow" panose="020B0004020202020204" pitchFamily="34" charset="0"/>
                        </a:rPr>
                        <a:t>Several times a day</a:t>
                      </a:r>
                      <a:endParaRPr lang="fr-FR" sz="1000" b="0" i="0" u="none" strike="noStrike">
                        <a:solidFill>
                          <a:srgbClr val="000000"/>
                        </a:solidFill>
                        <a:effectLst/>
                        <a:latin typeface="Aptos Narrow" panose="020B0004020202020204" pitchFamily="34" charset="0"/>
                      </a:endParaRPr>
                    </a:p>
                  </a:txBody>
                  <a:tcPr marL="6350" marR="6350" marT="6350" marB="0" anchor="b"/>
                </a:tc>
                <a:tc>
                  <a:txBody>
                    <a:bodyPr/>
                    <a:lstStyle/>
                    <a:p>
                      <a:pPr algn="l" fontAlgn="b">
                        <a:buNone/>
                      </a:pPr>
                      <a:r>
                        <a:rPr lang="fr-FR" sz="1100" u="none" strike="noStrike">
                          <a:effectLst/>
                          <a:latin typeface="Aptos Narrow" panose="020B0004020202020204" pitchFamily="34" charset="0"/>
                        </a:rPr>
                        <a:t>Total</a:t>
                      </a:r>
                      <a:endParaRPr lang="fr-FR" sz="11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569404993"/>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A</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67%</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3</a:t>
                      </a:r>
                    </a:p>
                  </a:txBody>
                  <a:tcPr marL="6350" marR="6350" marT="6350" marB="0" anchor="b"/>
                </a:tc>
                <a:extLst>
                  <a:ext uri="{0D108BD9-81ED-4DB2-BD59-A6C34878D82A}">
                    <a16:rowId xmlns:a16="http://schemas.microsoft.com/office/drawing/2014/main" val="994909886"/>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R</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66%</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64</a:t>
                      </a:r>
                    </a:p>
                  </a:txBody>
                  <a:tcPr marL="6350" marR="6350" marT="6350" marB="0" anchor="b"/>
                </a:tc>
                <a:extLst>
                  <a:ext uri="{0D108BD9-81ED-4DB2-BD59-A6C34878D82A}">
                    <a16:rowId xmlns:a16="http://schemas.microsoft.com/office/drawing/2014/main" val="304074195"/>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2%</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14%</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70%</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104</a:t>
                      </a:r>
                    </a:p>
                  </a:txBody>
                  <a:tcPr marL="6350" marR="6350" marT="6350" marB="0" anchor="b"/>
                </a:tc>
                <a:extLst>
                  <a:ext uri="{0D108BD9-81ED-4DB2-BD59-A6C34878D82A}">
                    <a16:rowId xmlns:a16="http://schemas.microsoft.com/office/drawing/2014/main" val="496629267"/>
                  </a:ext>
                </a:extLst>
              </a:tr>
              <a:tr h="184150">
                <a:tc>
                  <a:txBody>
                    <a:bodyPr/>
                    <a:lstStyle/>
                    <a:p>
                      <a:pPr algn="l" fontAlgn="b">
                        <a:buNone/>
                      </a:pPr>
                      <a:r>
                        <a:rPr lang="fr-FR" sz="1100" u="none" strike="noStrike">
                          <a:solidFill>
                            <a:schemeClr val="bg1">
                              <a:lumMod val="10000"/>
                            </a:schemeClr>
                          </a:solidFill>
                          <a:effectLst/>
                          <a:latin typeface="Aptos Narrow" panose="020B0004020202020204" pitchFamily="34" charset="0"/>
                        </a:rPr>
                        <a:t>Total</a:t>
                      </a:r>
                      <a:endParaRPr lang="fr-FR" sz="1100" b="0" i="0" u="none" strike="noStrike">
                        <a:solidFill>
                          <a:schemeClr val="bg1">
                            <a:lumMod val="10000"/>
                          </a:schemeClr>
                        </a:solidFill>
                        <a:effectLst/>
                        <a:latin typeface="Aptos Narrow" panose="020B0004020202020204" pitchFamily="34" charset="0"/>
                      </a:endParaRP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68%</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13%</a:t>
                      </a:r>
                    </a:p>
                  </a:txBody>
                  <a:tcPr marL="6350" marR="6350" marT="6350" marB="0" anchor="b"/>
                </a:tc>
                <a:tc>
                  <a:txBody>
                    <a:bodyPr/>
                    <a:lstStyle/>
                    <a:p>
                      <a:pPr algn="r" fontAlgn="b">
                        <a:buNone/>
                      </a:pPr>
                      <a:r>
                        <a:rPr lang="fr-FR" sz="1100" b="0" i="0" u="none" strike="noStrike">
                          <a:solidFill>
                            <a:srgbClr val="000000"/>
                          </a:solidFill>
                          <a:effectLst/>
                          <a:latin typeface="Aptos Narrow" panose="020B0004020202020204" pitchFamily="34" charset="0"/>
                        </a:rPr>
                        <a:t>171</a:t>
                      </a:r>
                    </a:p>
                  </a:txBody>
                  <a:tcPr marL="6350" marR="6350" marT="6350" marB="0" anchor="b"/>
                </a:tc>
                <a:extLst>
                  <a:ext uri="{0D108BD9-81ED-4DB2-BD59-A6C34878D82A}">
                    <a16:rowId xmlns:a16="http://schemas.microsoft.com/office/drawing/2014/main" val="1146501627"/>
                  </a:ext>
                </a:extLst>
              </a:tr>
            </a:tbl>
          </a:graphicData>
        </a:graphic>
      </p:graphicFrame>
      <p:sp>
        <p:nvSpPr>
          <p:cNvPr id="5" name="Rectangle : coins arrondis 4">
            <a:extLst>
              <a:ext uri="{FF2B5EF4-FFF2-40B4-BE49-F238E27FC236}">
                <a16:creationId xmlns:a16="http://schemas.microsoft.com/office/drawing/2014/main" id="{3B99C83E-C0CA-DB84-768B-B7E1FA1C1523}"/>
              </a:ext>
            </a:extLst>
          </p:cNvPr>
          <p:cNvSpPr/>
          <p:nvPr/>
        </p:nvSpPr>
        <p:spPr>
          <a:xfrm>
            <a:off x="334963" y="2541775"/>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tx1"/>
                </a:solidFill>
                <a:cs typeface="Bagoss Standard"/>
              </a:rPr>
              <a:t>Family with Children 12-17 visit several times the aqua mundo than any other household structure</a:t>
            </a:r>
          </a:p>
        </p:txBody>
      </p:sp>
      <p:sp>
        <p:nvSpPr>
          <p:cNvPr id="16" name="Rectangle : coins arrondis 15">
            <a:extLst>
              <a:ext uri="{FF2B5EF4-FFF2-40B4-BE49-F238E27FC236}">
                <a16:creationId xmlns:a16="http://schemas.microsoft.com/office/drawing/2014/main" id="{209E93D7-711E-F4EE-35A0-9651A7E50CC0}"/>
              </a:ext>
            </a:extLst>
          </p:cNvPr>
          <p:cNvSpPr/>
          <p:nvPr/>
        </p:nvSpPr>
        <p:spPr>
          <a:xfrm>
            <a:off x="334963" y="3593313"/>
            <a:ext cx="4867337" cy="671890"/>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a:solidFill>
                  <a:schemeClr val="tx1"/>
                </a:solidFill>
                <a:cs typeface="Bagoss Standard"/>
              </a:rPr>
              <a:t>There is no significant difference between Repeaters and Trialists </a:t>
            </a:r>
            <a:endParaRPr lang="en-US" sz="1400" b="1">
              <a:solidFill>
                <a:schemeClr val="tx1"/>
              </a:solidFill>
              <a:cs typeface="Bagoss Standard"/>
            </a:endParaRPr>
          </a:p>
        </p:txBody>
      </p:sp>
      <p:sp>
        <p:nvSpPr>
          <p:cNvPr id="18" name="Rectangle : coins arrondis 17">
            <a:extLst>
              <a:ext uri="{FF2B5EF4-FFF2-40B4-BE49-F238E27FC236}">
                <a16:creationId xmlns:a16="http://schemas.microsoft.com/office/drawing/2014/main" id="{FC1226EE-3D52-B92F-9DA4-089E001C79FE}"/>
              </a:ext>
            </a:extLst>
          </p:cNvPr>
          <p:cNvSpPr/>
          <p:nvPr/>
        </p:nvSpPr>
        <p:spPr>
          <a:xfrm>
            <a:off x="334963" y="4653045"/>
            <a:ext cx="4867337" cy="746973"/>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buClr>
                <a:srgbClr val="045E51"/>
              </a:buClr>
              <a:defRPr/>
            </a:pPr>
            <a:r>
              <a:rPr lang="en-US" sz="1400" b="1">
                <a:solidFill>
                  <a:schemeClr val="tx1"/>
                </a:solidFill>
                <a:cs typeface="Bagoss Standard"/>
              </a:rPr>
              <a:t>NO </a:t>
            </a:r>
            <a:r>
              <a:rPr lang="en-US" sz="1400">
                <a:solidFill>
                  <a:schemeClr val="tx1"/>
                </a:solidFill>
                <a:cs typeface="Bagoss Standard"/>
              </a:rPr>
              <a:t>has the lowest number of quests who visit the aqua mundo (all countries combined)</a:t>
            </a:r>
          </a:p>
        </p:txBody>
      </p:sp>
    </p:spTree>
    <p:extLst>
      <p:ext uri="{BB962C8B-B14F-4D97-AF65-F5344CB8AC3E}">
        <p14:creationId xmlns:p14="http://schemas.microsoft.com/office/powerpoint/2010/main" val="2304606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6AD75-1648-1D63-0085-D012DF5E2DA3}"/>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A706AD5F-FFBF-A79F-E5FC-B729E147257A}"/>
              </a:ext>
            </a:extLst>
          </p:cNvPr>
          <p:cNvSpPr>
            <a:spLocks noGrp="1"/>
          </p:cNvSpPr>
          <p:nvPr>
            <p:ph type="sldNum" sz="quarter" idx="12"/>
          </p:nvPr>
        </p:nvSpPr>
        <p:spPr/>
        <p:txBody>
          <a:bodyPr/>
          <a:lstStyle/>
          <a:p>
            <a:fld id="{0D2E6A04-B99A-6C4D-8942-945F97C9E705}" type="slidenum">
              <a:rPr lang="en-US" smtClean="0"/>
              <a:pPr/>
              <a:t>15</a:t>
            </a:fld>
            <a:endParaRPr lang="en-US"/>
          </a:p>
        </p:txBody>
      </p:sp>
      <p:sp>
        <p:nvSpPr>
          <p:cNvPr id="4" name="Espace réservé de la date 3">
            <a:extLst>
              <a:ext uri="{FF2B5EF4-FFF2-40B4-BE49-F238E27FC236}">
                <a16:creationId xmlns:a16="http://schemas.microsoft.com/office/drawing/2014/main" id="{C9024733-7DD0-A1D8-EBDC-A44877BBBDEE}"/>
              </a:ext>
            </a:extLst>
          </p:cNvPr>
          <p:cNvSpPr>
            <a:spLocks noGrp="1"/>
          </p:cNvSpPr>
          <p:nvPr>
            <p:ph type="dt" sz="half" idx="10"/>
          </p:nvPr>
        </p:nvSpPr>
        <p:spPr/>
        <p:txBody>
          <a:bodyPr/>
          <a:lstStyle/>
          <a:p>
            <a:fld id="{42628A07-F0D7-471C-A13C-E725AF7B83B4}" type="datetime1">
              <a:rPr lang="fr-FR" smtClean="0"/>
              <a:t>24/07/2026</a:t>
            </a:fld>
            <a:endParaRPr lang="en-US"/>
          </a:p>
        </p:txBody>
      </p:sp>
      <p:sp>
        <p:nvSpPr>
          <p:cNvPr id="6" name="Titre 5">
            <a:extLst>
              <a:ext uri="{FF2B5EF4-FFF2-40B4-BE49-F238E27FC236}">
                <a16:creationId xmlns:a16="http://schemas.microsoft.com/office/drawing/2014/main" id="{87C6D7D0-4ADC-7740-960A-DAF5AE1D2146}"/>
              </a:ext>
            </a:extLst>
          </p:cNvPr>
          <p:cNvSpPr>
            <a:spLocks noGrp="1"/>
          </p:cNvSpPr>
          <p:nvPr>
            <p:ph type="title"/>
          </p:nvPr>
        </p:nvSpPr>
        <p:spPr/>
        <p:txBody>
          <a:bodyPr/>
          <a:lstStyle/>
          <a:p>
            <a:r>
              <a:rPr lang="en-US" dirty="0"/>
              <a:t>Why some guests don't visit Aqua Mundo</a:t>
            </a:r>
            <a:endParaRPr lang="fr-FR" dirty="0"/>
          </a:p>
        </p:txBody>
      </p:sp>
      <p:sp>
        <p:nvSpPr>
          <p:cNvPr id="9" name="Tijdelijke aanduiding voor tekst 5">
            <a:extLst>
              <a:ext uri="{FF2B5EF4-FFF2-40B4-BE49-F238E27FC236}">
                <a16:creationId xmlns:a16="http://schemas.microsoft.com/office/drawing/2014/main" id="{93975E19-9847-5787-ABB5-373449CE827F}"/>
              </a:ext>
            </a:extLst>
          </p:cNvPr>
          <p:cNvSpPr txBox="1">
            <a:spLocks/>
          </p:cNvSpPr>
          <p:nvPr/>
        </p:nvSpPr>
        <p:spPr>
          <a:xfrm>
            <a:off x="512187" y="1036496"/>
            <a:ext cx="7014229" cy="5210577"/>
          </a:xfrm>
          <a:prstGeom prst="rect">
            <a:avLst/>
          </a:prstGeom>
        </p:spPr>
        <p:txBody>
          <a:bodyPr vert="horz" lIns="0" tIns="0" rIns="0" bIns="0" rtlCol="0" anchor="t">
            <a:noAutofit/>
          </a:bodyPr>
          <a:lstStyle>
            <a:lvl1pPr marL="266700" indent="-266700" algn="l" defTabSz="914400" rtl="0" eaLnBrk="1" latinLnBrk="0" hangingPunct="1">
              <a:lnSpc>
                <a:spcPct val="90000"/>
              </a:lnSpc>
              <a:spcBef>
                <a:spcPts val="600"/>
              </a:spcBef>
              <a:spcAft>
                <a:spcPts val="600"/>
              </a:spcAft>
              <a:buClr>
                <a:schemeClr val="bg2"/>
              </a:buClr>
              <a:buFontTx/>
              <a:buBlip>
                <a:blip>
                  <a:extLst>
                    <a:ext uri="{96DAC541-7B7A-43D3-8B79-37D633B846F1}">
                      <asvg:svgBlip xmlns:asvg="http://schemas.microsoft.com/office/drawing/2016/SVG/main" r:embed="rId2"/>
                    </a:ext>
                  </a:extLst>
                </a:blip>
              </a:buBlip>
              <a:tabLst/>
              <a:defRPr sz="1600" kern="1200">
                <a:solidFill>
                  <a:schemeClr val="tx2"/>
                </a:solidFill>
                <a:latin typeface="+mn-lt"/>
                <a:ea typeface="+mn-ea"/>
                <a:cs typeface="+mn-cs"/>
              </a:defRPr>
            </a:lvl1pPr>
            <a:lvl2pPr marL="533400" indent="-266700" algn="l" defTabSz="914400" rtl="0" eaLnBrk="1" latinLnBrk="0" hangingPunct="1">
              <a:lnSpc>
                <a:spcPct val="90000"/>
              </a:lnSpc>
              <a:spcBef>
                <a:spcPts val="600"/>
              </a:spcBef>
              <a:spcAft>
                <a:spcPts val="600"/>
              </a:spcAft>
              <a:buFontTx/>
              <a:buBlip>
                <a:blip>
                  <a:extLst>
                    <a:ext uri="{96DAC541-7B7A-43D3-8B79-37D633B846F1}">
                      <asvg:svgBlip xmlns:asvg="http://schemas.microsoft.com/office/drawing/2016/SVG/main" r:embed="rId2"/>
                    </a:ext>
                  </a:extLst>
                </a:blip>
              </a:buBlip>
              <a:tabLst/>
              <a:defRPr sz="1600" kern="1200">
                <a:solidFill>
                  <a:schemeClr val="tx2"/>
                </a:solidFill>
                <a:latin typeface="+mn-lt"/>
                <a:ea typeface="+mn-ea"/>
                <a:cs typeface="+mn-cs"/>
              </a:defRPr>
            </a:lvl2pPr>
            <a:lvl3pPr marL="800100" indent="-266700" algn="l" defTabSz="914400" rtl="0" eaLnBrk="1" latinLnBrk="0" hangingPunct="1">
              <a:lnSpc>
                <a:spcPct val="90000"/>
              </a:lnSpc>
              <a:spcBef>
                <a:spcPts val="600"/>
              </a:spcBef>
              <a:spcAft>
                <a:spcPts val="600"/>
              </a:spcAft>
              <a:buClr>
                <a:schemeClr val="tx2"/>
              </a:buClr>
              <a:buFont typeface="Systeemlettertype regulier"/>
              <a:buChar char="⎼"/>
              <a:tabLst/>
              <a:defRPr sz="14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n-lt"/>
                <a:ea typeface="+mn-ea"/>
                <a:cs typeface="+mn-cs"/>
              </a:defRPr>
            </a:lvl4pPr>
            <a:lvl5pPr marL="7938" indent="0" algn="l" defTabSz="914400" rtl="0" eaLnBrk="1" latinLnBrk="0" hangingPunct="1">
              <a:lnSpc>
                <a:spcPct val="90000"/>
              </a:lnSpc>
              <a:spcBef>
                <a:spcPts val="600"/>
              </a:spcBef>
              <a:spcAft>
                <a:spcPts val="600"/>
              </a:spcAft>
              <a:buFont typeface="Arial" panose="020B0604020202020204" pitchFamily="34" charset="0"/>
              <a:buNone/>
              <a:tabLst/>
              <a:defRPr sz="2400" kern="1200">
                <a:solidFill>
                  <a:schemeClr val="tx2"/>
                </a:solidFill>
                <a:latin typeface="+mj-lt"/>
                <a:ea typeface="+mn-ea"/>
                <a:cs typeface="+mn-cs"/>
              </a:defRPr>
            </a:lvl5pPr>
            <a:lvl6pPr marL="7938"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j-lt"/>
                <a:ea typeface="+mn-ea"/>
                <a:cs typeface="+mn-cs"/>
              </a:defRPr>
            </a:lvl6pPr>
            <a:lvl7pPr marL="355600" indent="-352425" algn="l" defTabSz="914400" rtl="0" eaLnBrk="1" latinLnBrk="0" hangingPunct="1">
              <a:lnSpc>
                <a:spcPct val="90000"/>
              </a:lnSpc>
              <a:spcBef>
                <a:spcPts val="600"/>
              </a:spcBef>
              <a:spcAft>
                <a:spcPts val="600"/>
              </a:spcAft>
              <a:buFont typeface="+mj-lt"/>
              <a:buAutoNum type="arabicPeriod"/>
              <a:tabLst/>
              <a:defRPr sz="1600" kern="1200">
                <a:solidFill>
                  <a:schemeClr val="tx2"/>
                </a:solidFill>
                <a:latin typeface="+mn-lt"/>
                <a:ea typeface="+mn-ea"/>
                <a:cs typeface="+mn-cs"/>
              </a:defRPr>
            </a:lvl7pPr>
            <a:lvl8pPr marL="355600" indent="-352425" algn="l" defTabSz="914400" rtl="0" eaLnBrk="1" latinLnBrk="0" hangingPunct="1">
              <a:lnSpc>
                <a:spcPct val="90000"/>
              </a:lnSpc>
              <a:spcBef>
                <a:spcPts val="600"/>
              </a:spcBef>
              <a:spcAft>
                <a:spcPts val="600"/>
              </a:spcAft>
              <a:buFont typeface="+mj-lt"/>
              <a:buAutoNum type="alphaLcPeriod"/>
              <a:tabLst/>
              <a:defRPr sz="1600" kern="1200">
                <a:solidFill>
                  <a:schemeClr val="tx2"/>
                </a:solidFill>
                <a:latin typeface="+mn-lt"/>
                <a:ea typeface="+mn-ea"/>
                <a:cs typeface="+mn-cs"/>
              </a:defRPr>
            </a:lvl8pPr>
            <a:lvl9pPr marL="3175" indent="0" algn="l" defTabSz="914400" rtl="0" eaLnBrk="1" latinLnBrk="0" hangingPunct="1">
              <a:lnSpc>
                <a:spcPct val="90000"/>
              </a:lnSpc>
              <a:spcBef>
                <a:spcPts val="600"/>
              </a:spcBef>
              <a:spcAft>
                <a:spcPts val="600"/>
              </a:spcAft>
              <a:buFont typeface="Arial" panose="020B0604020202020204" pitchFamily="34" charset="0"/>
              <a:buNone/>
              <a:tabLst/>
              <a:defRPr sz="1200" i="1" kern="1200">
                <a:solidFill>
                  <a:schemeClr val="bg1">
                    <a:lumMod val="65000"/>
                  </a:schemeClr>
                </a:solidFill>
                <a:latin typeface="+mn-lt"/>
                <a:ea typeface="+mn-ea"/>
                <a:cs typeface="+mn-cs"/>
              </a:defRPr>
            </a:lvl9pPr>
          </a:lstStyle>
          <a:p>
            <a:pPr marL="0" lvl="0" indent="0">
              <a:buClr>
                <a:srgbClr val="045E51"/>
              </a:buClr>
              <a:buNone/>
              <a:defRPr/>
            </a:pPr>
            <a:r>
              <a:rPr lang="fr-FR" sz="1400" b="1" dirty="0">
                <a:solidFill>
                  <a:schemeClr val="tx1"/>
                </a:solidFill>
                <a:highlight>
                  <a:srgbClr val="B2EDA7"/>
                </a:highlight>
                <a:latin typeface="+mj-lt"/>
              </a:rPr>
              <a:t>576 </a:t>
            </a:r>
            <a:r>
              <a:rPr lang="fr-FR" sz="1400" b="1" dirty="0" err="1">
                <a:solidFill>
                  <a:schemeClr val="tx1"/>
                </a:solidFill>
                <a:highlight>
                  <a:srgbClr val="B2EDA7"/>
                </a:highlight>
                <a:latin typeface="+mj-lt"/>
              </a:rPr>
              <a:t>Reviews</a:t>
            </a:r>
            <a:endParaRPr lang="fr-FR" sz="1400" b="1" dirty="0">
              <a:solidFill>
                <a:schemeClr val="tx1"/>
              </a:solidFill>
              <a:highlight>
                <a:srgbClr val="B2EDA7"/>
              </a:highlight>
              <a:latin typeface="+mj-lt"/>
            </a:endParaRPr>
          </a:p>
          <a:p>
            <a:pPr marL="0" lvl="0" indent="0">
              <a:buClr>
                <a:srgbClr val="045E51"/>
              </a:buClr>
              <a:buNone/>
              <a:defRPr/>
            </a:pPr>
            <a:r>
              <a:rPr kumimoji="0" lang="fr-FR" sz="1400" b="1" i="0" u="none" strike="noStrike" kern="1200" cap="none" spc="0" normalizeH="0" baseline="0" noProof="0" dirty="0">
                <a:ln>
                  <a:noFill/>
                </a:ln>
                <a:solidFill>
                  <a:schemeClr val="tx1"/>
                </a:solidFill>
                <a:effectLst/>
                <a:uLnTx/>
                <a:uFillTx/>
                <a:latin typeface="+mj-lt"/>
                <a:ea typeface="+mn-ea"/>
                <a:cs typeface="+mn-cs"/>
              </a:rPr>
              <a:t>1. </a:t>
            </a:r>
            <a:r>
              <a:rPr lang="fr-FR" sz="1400" b="1" dirty="0">
                <a:solidFill>
                  <a:schemeClr val="tx1"/>
                </a:solidFill>
                <a:latin typeface="+mj-lt"/>
              </a:rPr>
              <a:t>Customer profile and </a:t>
            </a:r>
            <a:r>
              <a:rPr lang="fr-FR" sz="1400" b="1" dirty="0" err="1">
                <a:solidFill>
                  <a:schemeClr val="tx1"/>
                </a:solidFill>
                <a:latin typeface="+mj-lt"/>
              </a:rPr>
              <a:t>disinterest</a:t>
            </a:r>
            <a:r>
              <a:rPr lang="fr-FR" sz="1400" b="1" dirty="0">
                <a:solidFill>
                  <a:schemeClr val="tx1"/>
                </a:solidFill>
                <a:latin typeface="+mj-lt"/>
              </a:rPr>
              <a:t> (32%)</a:t>
            </a:r>
            <a:endParaRPr kumimoji="0" lang="fr-FR" sz="1400" b="1" i="0" u="none" strike="noStrike" kern="1200" cap="none" spc="0" normalizeH="0" baseline="0" noProof="0" dirty="0">
              <a:ln>
                <a:noFill/>
              </a:ln>
              <a:solidFill>
                <a:schemeClr val="tx1"/>
              </a:solidFill>
              <a:effectLst/>
              <a:uLnTx/>
              <a:uFillTx/>
              <a:latin typeface="+mj-lt"/>
              <a:ea typeface="+mn-ea"/>
              <a:cs typeface="+mn-cs"/>
            </a:endParaRPr>
          </a:p>
          <a:p>
            <a:pPr lvl="0">
              <a:buClr>
                <a:srgbClr val="045E51"/>
              </a:buClr>
              <a:defRPr/>
            </a:pPr>
            <a:r>
              <a:rPr lang="en-US" sz="1400" dirty="0">
                <a:solidFill>
                  <a:schemeClr val="tx1"/>
                </a:solidFill>
                <a:latin typeface="+mj-lt"/>
                <a:cs typeface="Bagoss Standard"/>
              </a:rPr>
              <a:t>Disinterest in swimming 
The perception of Aqua Mundo as a child's activity 
"Not swimmers", "not for us", "too old"
Adults without children less concerned</a:t>
            </a:r>
            <a:endParaRPr kumimoji="0" lang="fr-FR" sz="1400" i="0" u="none" strike="noStrike" kern="1200" cap="none" spc="0" normalizeH="0" baseline="0" noProof="0" dirty="0">
              <a:ln>
                <a:noFill/>
              </a:ln>
              <a:solidFill>
                <a:schemeClr val="tx1"/>
              </a:solidFill>
              <a:effectLst/>
              <a:uLnTx/>
              <a:uFillTx/>
              <a:latin typeface="+mj-lt"/>
              <a:ea typeface="+mn-ea"/>
              <a:cs typeface="Bagoss Standard"/>
            </a:endParaRPr>
          </a:p>
          <a:p>
            <a:pPr marL="0" lvl="0" indent="0">
              <a:buClr>
                <a:srgbClr val="045E51"/>
              </a:buClr>
              <a:buNone/>
              <a:defRPr/>
            </a:pPr>
            <a:r>
              <a:rPr lang="fr-FR" sz="1400" b="1" dirty="0">
                <a:solidFill>
                  <a:schemeClr val="tx1"/>
                </a:solidFill>
              </a:rPr>
              <a:t>2. External </a:t>
            </a:r>
            <a:r>
              <a:rPr lang="fr-FR" sz="1400" b="1" dirty="0" err="1">
                <a:solidFill>
                  <a:schemeClr val="tx1"/>
                </a:solidFill>
              </a:rPr>
              <a:t>constraints</a:t>
            </a:r>
            <a:r>
              <a:rPr lang="fr-FR" sz="1400" b="1" dirty="0">
                <a:solidFill>
                  <a:schemeClr val="tx1"/>
                </a:solidFill>
              </a:rPr>
              <a:t> (34%)</a:t>
            </a:r>
          </a:p>
          <a:p>
            <a:pPr lvl="0">
              <a:buClr>
                <a:srgbClr val="045E51"/>
              </a:buClr>
              <a:defRPr/>
            </a:pPr>
            <a:r>
              <a:rPr lang="en-US" sz="1400" dirty="0">
                <a:solidFill>
                  <a:schemeClr val="tx1"/>
                </a:solidFill>
                <a:cs typeface="Bagoss Standard"/>
              </a:rPr>
              <a:t>Lack of time, short stays or </a:t>
            </a:r>
            <a:r>
              <a:rPr lang="en-US" sz="1400" dirty="0" err="1">
                <a:solidFill>
                  <a:schemeClr val="tx1"/>
                </a:solidFill>
                <a:cs typeface="Bagoss Standard"/>
              </a:rPr>
              <a:t>favourable</a:t>
            </a:r>
            <a:r>
              <a:rPr lang="en-US" sz="1400" dirty="0">
                <a:solidFill>
                  <a:schemeClr val="tx1"/>
                </a:solidFill>
                <a:cs typeface="Bagoss Standard"/>
              </a:rPr>
              <a:t> weather </a:t>
            </a:r>
            <a:r>
              <a:rPr lang="en-US" sz="1400" dirty="0" err="1">
                <a:solidFill>
                  <a:schemeClr val="tx1"/>
                </a:solidFill>
                <a:cs typeface="Bagoss Standard"/>
              </a:rPr>
              <a:t>favour</a:t>
            </a:r>
            <a:r>
              <a:rPr lang="en-US" sz="1400" dirty="0">
                <a:solidFill>
                  <a:schemeClr val="tx1"/>
                </a:solidFill>
                <a:cs typeface="Bagoss Standard"/>
              </a:rPr>
              <a:t> outdoor activities to the detriment of a visit to Aqua Mundo</a:t>
            </a:r>
            <a:r>
              <a:rPr lang="fr-FR" sz="1400" dirty="0">
                <a:solidFill>
                  <a:schemeClr val="tx1"/>
                </a:solidFill>
                <a:cs typeface="Bagoss Standard"/>
              </a:rPr>
              <a:t>.</a:t>
            </a:r>
          </a:p>
          <a:p>
            <a:pPr marL="0" lvl="0" indent="0">
              <a:buClr>
                <a:srgbClr val="045E51"/>
              </a:buClr>
              <a:buNone/>
              <a:defRPr/>
            </a:pPr>
            <a:r>
              <a:rPr lang="fr-FR" sz="1400" b="1" dirty="0">
                <a:solidFill>
                  <a:schemeClr val="tx1"/>
                </a:solidFill>
              </a:rPr>
              <a:t>3. </a:t>
            </a:r>
            <a:r>
              <a:rPr lang="en-US" sz="1400" b="1" dirty="0">
                <a:solidFill>
                  <a:schemeClr val="tx1"/>
                </a:solidFill>
              </a:rPr>
              <a:t>Health limitations and personal circumstances</a:t>
            </a:r>
            <a:r>
              <a:rPr lang="fr-FR" sz="1400" b="1" dirty="0">
                <a:solidFill>
                  <a:schemeClr val="tx1"/>
                </a:solidFill>
              </a:rPr>
              <a:t> (12%)</a:t>
            </a:r>
          </a:p>
          <a:p>
            <a:pPr lvl="0">
              <a:buClr>
                <a:srgbClr val="045E51"/>
              </a:buClr>
              <a:defRPr/>
            </a:pPr>
            <a:r>
              <a:rPr lang="en-US" sz="1400" dirty="0">
                <a:solidFill>
                  <a:schemeClr val="tx1"/>
                </a:solidFill>
              </a:rPr>
              <a:t>Illness, disability, age or the presence of young sick children often prevent access to Aqua Mundo</a:t>
            </a:r>
            <a:r>
              <a:rPr lang="fr-FR" sz="1400" dirty="0">
                <a:solidFill>
                  <a:schemeClr val="tx1"/>
                </a:solidFill>
              </a:rPr>
              <a:t>.</a:t>
            </a:r>
          </a:p>
          <a:p>
            <a:pPr marL="0" lvl="0" indent="0">
              <a:buClr>
                <a:srgbClr val="045E51"/>
              </a:buClr>
              <a:buNone/>
              <a:defRPr/>
            </a:pPr>
            <a:r>
              <a:rPr lang="fr-FR" sz="1400" b="1" dirty="0">
                <a:solidFill>
                  <a:schemeClr val="tx1"/>
                </a:solidFill>
              </a:rPr>
              <a:t>4. </a:t>
            </a:r>
            <a:r>
              <a:rPr lang="en-US" sz="1400" b="1" dirty="0">
                <a:solidFill>
                  <a:schemeClr val="tx1"/>
                </a:solidFill>
              </a:rPr>
              <a:t>Problems with the Aqua Mundo experience</a:t>
            </a:r>
            <a:r>
              <a:rPr lang="fr-FR" sz="1400" b="1" dirty="0">
                <a:solidFill>
                  <a:schemeClr val="tx1"/>
                </a:solidFill>
              </a:rPr>
              <a:t> (13%)</a:t>
            </a:r>
          </a:p>
          <a:p>
            <a:pPr lvl="0">
              <a:buClr>
                <a:srgbClr val="045E51"/>
              </a:buClr>
              <a:defRPr/>
            </a:pPr>
            <a:r>
              <a:rPr lang="en-US" sz="1400" dirty="0">
                <a:solidFill>
                  <a:schemeClr val="tx1"/>
                </a:solidFill>
                <a:cs typeface="Bagoss Standard"/>
              </a:rPr>
              <a:t>Overcrowding, noise, cold water, closed facilities, pool cleanliness, aqua </a:t>
            </a:r>
            <a:r>
              <a:rPr lang="en-US" sz="1400" dirty="0" err="1">
                <a:solidFill>
                  <a:schemeClr val="tx1"/>
                </a:solidFill>
                <a:cs typeface="Bagoss Standard"/>
              </a:rPr>
              <a:t>mundo</a:t>
            </a:r>
            <a:r>
              <a:rPr lang="en-US" sz="1400" dirty="0">
                <a:solidFill>
                  <a:schemeClr val="tx1"/>
                </a:solidFill>
                <a:cs typeface="Bagoss Standard"/>
              </a:rPr>
              <a:t> perceived as too small…</a:t>
            </a:r>
            <a:endParaRPr lang="fr-FR" sz="1400" dirty="0">
              <a:solidFill>
                <a:schemeClr val="tx1"/>
              </a:solidFill>
              <a:cs typeface="Bagoss Standard"/>
            </a:endParaRPr>
          </a:p>
          <a:p>
            <a:pPr marL="0" lvl="0" indent="0">
              <a:buClr>
                <a:srgbClr val="045E51"/>
              </a:buClr>
              <a:buNone/>
              <a:defRPr/>
            </a:pPr>
            <a:r>
              <a:rPr lang="en-US" sz="1400" b="1" dirty="0">
                <a:solidFill>
                  <a:schemeClr val="tx1"/>
                </a:solidFill>
              </a:rPr>
              <a:t>5. </a:t>
            </a:r>
            <a:r>
              <a:rPr lang="fr-FR" sz="1400" b="1" dirty="0" err="1">
                <a:solidFill>
                  <a:schemeClr val="tx1"/>
                </a:solidFill>
              </a:rPr>
              <a:t>Personal</a:t>
            </a:r>
            <a:r>
              <a:rPr lang="fr-FR" sz="1400" b="1" dirty="0">
                <a:solidFill>
                  <a:schemeClr val="tx1"/>
                </a:solidFill>
              </a:rPr>
              <a:t> &amp; </a:t>
            </a:r>
            <a:r>
              <a:rPr lang="fr-FR" sz="1400" b="1" dirty="0" err="1">
                <a:solidFill>
                  <a:schemeClr val="tx1"/>
                </a:solidFill>
              </a:rPr>
              <a:t>family-related</a:t>
            </a:r>
            <a:r>
              <a:rPr lang="fr-FR" sz="1400" b="1" dirty="0">
                <a:solidFill>
                  <a:schemeClr val="tx1"/>
                </a:solidFill>
              </a:rPr>
              <a:t> contraints (10%)</a:t>
            </a:r>
          </a:p>
          <a:p>
            <a:pPr lvl="0">
              <a:buClr>
                <a:srgbClr val="045E51"/>
              </a:buClr>
              <a:defRPr/>
            </a:pPr>
            <a:r>
              <a:rPr lang="en-US" sz="1400" dirty="0">
                <a:solidFill>
                  <a:schemeClr val="tx1"/>
                </a:solidFill>
              </a:rPr>
              <a:t>Families with pets, adults with very young children (0-2) </a:t>
            </a:r>
            <a:endParaRPr lang="fr-FR" sz="1400" dirty="0">
              <a:solidFill>
                <a:schemeClr val="tx1"/>
              </a:solidFill>
            </a:endParaRPr>
          </a:p>
          <a:p>
            <a:pPr marL="0" lvl="0" indent="0">
              <a:buClr>
                <a:srgbClr val="045E51"/>
              </a:buClr>
              <a:buNone/>
              <a:defRPr/>
            </a:pPr>
            <a:endParaRPr lang="fr-FR" sz="1400" dirty="0">
              <a:solidFill>
                <a:schemeClr val="tx1"/>
              </a:solidFill>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400" i="0" u="none" strike="noStrike" kern="1200" cap="none" spc="0" normalizeH="0" baseline="0" noProof="0" dirty="0">
              <a:ln>
                <a:noFill/>
              </a:ln>
              <a:solidFill>
                <a:schemeClr val="tx1"/>
              </a:solidFill>
              <a:effectLst/>
              <a:uLnTx/>
              <a:uFillTx/>
              <a:latin typeface="+mj-lt"/>
              <a:ea typeface="+mn-ea"/>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400" i="0" u="none" strike="noStrike" kern="1200" cap="none" spc="0" normalizeH="0" baseline="0" noProof="0" dirty="0">
              <a:ln>
                <a:noFill/>
              </a:ln>
              <a:solidFill>
                <a:schemeClr val="tx1"/>
              </a:solidFill>
              <a:effectLst/>
              <a:uLnTx/>
              <a:uFillTx/>
              <a:latin typeface="Bagoss Standard"/>
              <a:ea typeface="+mn-ea"/>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400" i="0" u="none" strike="noStrike" kern="1200" cap="none" spc="0" normalizeH="0" baseline="0" noProof="0" dirty="0">
              <a:ln>
                <a:noFill/>
              </a:ln>
              <a:solidFill>
                <a:schemeClr val="tx1"/>
              </a:solidFill>
              <a:effectLst/>
              <a:uLnTx/>
              <a:uFillTx/>
              <a:latin typeface="Bagoss Standard"/>
              <a:ea typeface="+mn-ea"/>
              <a:cs typeface="Bagoss Standard"/>
            </a:endParaRPr>
          </a:p>
        </p:txBody>
      </p:sp>
      <p:pic>
        <p:nvPicPr>
          <p:cNvPr id="2" name="Espace réservé pour une image  16">
            <a:extLst>
              <a:ext uri="{FF2B5EF4-FFF2-40B4-BE49-F238E27FC236}">
                <a16:creationId xmlns:a16="http://schemas.microsoft.com/office/drawing/2014/main" id="{0502DFB5-896A-64CC-97E8-53C418DBAA51}"/>
              </a:ext>
            </a:extLst>
          </p:cNvPr>
          <p:cNvPicPr>
            <a:picLocks noGrp="1" noChangeAspect="1"/>
          </p:cNvPicPr>
          <p:nvPr>
            <p:ph type="pic" sz="quarter" idx="24"/>
          </p:nvPr>
        </p:nvPicPr>
        <p:blipFill>
          <a:blip r:embed="rId3">
            <a:extLst>
              <a:ext uri="{28A0092B-C50C-407E-A947-70E740481C1C}">
                <a14:useLocalDpi xmlns:a14="http://schemas.microsoft.com/office/drawing/2010/main" val="0"/>
              </a:ext>
            </a:extLst>
          </a:blip>
          <a:srcRect l="4292" r="4292"/>
          <a:stretch/>
        </p:blipFill>
        <p:spPr>
          <a:xfrm>
            <a:off x="7967785" y="1398696"/>
            <a:ext cx="3712028" cy="4060608"/>
          </a:xfrm>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rgbClr val="B1EDA6"/>
          </a:solidFill>
        </p:spPr>
      </p:pic>
      <p:sp>
        <p:nvSpPr>
          <p:cNvPr id="12" name="Légende : flèche vers la gauche 11">
            <a:extLst>
              <a:ext uri="{FF2B5EF4-FFF2-40B4-BE49-F238E27FC236}">
                <a16:creationId xmlns:a16="http://schemas.microsoft.com/office/drawing/2014/main" id="{0F10F697-1B02-8CD7-FACF-B3C6AB16F473}"/>
              </a:ext>
            </a:extLst>
          </p:cNvPr>
          <p:cNvSpPr/>
          <p:nvPr/>
        </p:nvSpPr>
        <p:spPr>
          <a:xfrm>
            <a:off x="4323831" y="1075906"/>
            <a:ext cx="2125476" cy="765008"/>
          </a:xfrm>
          <a:prstGeom prst="leftArrowCallou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relative </a:t>
            </a:r>
            <a:r>
              <a:rPr lang="fr-FR" sz="1200" b="1" dirty="0" err="1">
                <a:solidFill>
                  <a:schemeClr val="bg1"/>
                </a:solidFill>
              </a:rPr>
              <a:t>weight</a:t>
            </a:r>
            <a:r>
              <a:rPr lang="fr-FR" sz="1200" b="1" dirty="0">
                <a:solidFill>
                  <a:schemeClr val="bg1"/>
                </a:solidFill>
              </a:rPr>
              <a:t> by </a:t>
            </a:r>
            <a:r>
              <a:rPr lang="fr-FR" sz="1200" b="1" dirty="0" err="1">
                <a:solidFill>
                  <a:schemeClr val="bg1"/>
                </a:solidFill>
              </a:rPr>
              <a:t>category</a:t>
            </a:r>
            <a:r>
              <a:rPr lang="fr-FR" sz="1200" b="1" dirty="0">
                <a:solidFill>
                  <a:schemeClr val="bg1"/>
                </a:solidFill>
              </a:rPr>
              <a:t> (%)</a:t>
            </a:r>
          </a:p>
        </p:txBody>
      </p:sp>
    </p:spTree>
    <p:extLst>
      <p:ext uri="{BB962C8B-B14F-4D97-AF65-F5344CB8AC3E}">
        <p14:creationId xmlns:p14="http://schemas.microsoft.com/office/powerpoint/2010/main" val="3899148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5BEA-746B-FBD7-3FAE-6C94A77C5FA4}"/>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6F4EA2C1-E47E-F80D-CDBC-23AC976450B7}"/>
              </a:ext>
            </a:extLst>
          </p:cNvPr>
          <p:cNvSpPr>
            <a:spLocks noGrp="1"/>
          </p:cNvSpPr>
          <p:nvPr>
            <p:ph type="sldNum" sz="quarter" idx="12"/>
          </p:nvPr>
        </p:nvSpPr>
        <p:spPr/>
        <p:txBody>
          <a:bodyPr/>
          <a:lstStyle/>
          <a:p>
            <a:fld id="{0D2E6A04-B99A-6C4D-8942-945F97C9E705}" type="slidenum">
              <a:rPr lang="en-US" smtClean="0"/>
              <a:pPr/>
              <a:t>16</a:t>
            </a:fld>
            <a:endParaRPr lang="en-US"/>
          </a:p>
        </p:txBody>
      </p:sp>
      <p:sp>
        <p:nvSpPr>
          <p:cNvPr id="4" name="Espace réservé de la date 3">
            <a:extLst>
              <a:ext uri="{FF2B5EF4-FFF2-40B4-BE49-F238E27FC236}">
                <a16:creationId xmlns:a16="http://schemas.microsoft.com/office/drawing/2014/main" id="{90C87540-FF7C-4BB3-EEBA-48C216052D73}"/>
              </a:ext>
            </a:extLst>
          </p:cNvPr>
          <p:cNvSpPr>
            <a:spLocks noGrp="1"/>
          </p:cNvSpPr>
          <p:nvPr>
            <p:ph type="dt" sz="half" idx="10"/>
          </p:nvPr>
        </p:nvSpPr>
        <p:spPr/>
        <p:txBody>
          <a:bodyPr/>
          <a:lstStyle/>
          <a:p>
            <a:fld id="{42628A07-F0D7-471C-A13C-E725AF7B83B4}" type="datetime1">
              <a:rPr lang="fr-FR" smtClean="0"/>
              <a:t>24/07/2026</a:t>
            </a:fld>
            <a:endParaRPr lang="en-US"/>
          </a:p>
        </p:txBody>
      </p:sp>
      <p:sp>
        <p:nvSpPr>
          <p:cNvPr id="6" name="Titre 5">
            <a:extLst>
              <a:ext uri="{FF2B5EF4-FFF2-40B4-BE49-F238E27FC236}">
                <a16:creationId xmlns:a16="http://schemas.microsoft.com/office/drawing/2014/main" id="{EE63B2F7-CA75-9BDA-EFC1-73C18BF5FEBD}"/>
              </a:ext>
            </a:extLst>
          </p:cNvPr>
          <p:cNvSpPr>
            <a:spLocks noGrp="1"/>
          </p:cNvSpPr>
          <p:nvPr>
            <p:ph type="title"/>
          </p:nvPr>
        </p:nvSpPr>
        <p:spPr/>
        <p:txBody>
          <a:bodyPr/>
          <a:lstStyle/>
          <a:p>
            <a:r>
              <a:rPr lang="en-US" dirty="0"/>
              <a:t>Why some guests don't visit the Aqua Mundo at Parc Sandur</a:t>
            </a:r>
            <a:endParaRPr lang="fr-FR" dirty="0"/>
          </a:p>
        </p:txBody>
      </p:sp>
      <p:sp>
        <p:nvSpPr>
          <p:cNvPr id="9" name="Tijdelijke aanduiding voor tekst 5">
            <a:extLst>
              <a:ext uri="{FF2B5EF4-FFF2-40B4-BE49-F238E27FC236}">
                <a16:creationId xmlns:a16="http://schemas.microsoft.com/office/drawing/2014/main" id="{26A8908D-94E0-1BB6-43A9-8FD3062AF95B}"/>
              </a:ext>
            </a:extLst>
          </p:cNvPr>
          <p:cNvSpPr txBox="1">
            <a:spLocks/>
          </p:cNvSpPr>
          <p:nvPr/>
        </p:nvSpPr>
        <p:spPr>
          <a:xfrm>
            <a:off x="527755" y="1425305"/>
            <a:ext cx="6460872" cy="4895615"/>
          </a:xfrm>
          <a:prstGeom prst="rect">
            <a:avLst/>
          </a:prstGeom>
        </p:spPr>
        <p:txBody>
          <a:bodyPr vert="horz" lIns="0" tIns="0" rIns="0" bIns="0" rtlCol="0" anchor="t">
            <a:noAutofit/>
          </a:bodyPr>
          <a:lstStyle>
            <a:lvl1pPr marL="266700" indent="-266700" algn="l" defTabSz="914400" rtl="0" eaLnBrk="1" latinLnBrk="0" hangingPunct="1">
              <a:lnSpc>
                <a:spcPct val="90000"/>
              </a:lnSpc>
              <a:spcBef>
                <a:spcPts val="600"/>
              </a:spcBef>
              <a:spcAft>
                <a:spcPts val="600"/>
              </a:spcAft>
              <a:buClr>
                <a:schemeClr val="bg2"/>
              </a:buClr>
              <a:buFontTx/>
              <a:buBlip>
                <a:blip>
                  <a:extLst>
                    <a:ext uri="{96DAC541-7B7A-43D3-8B79-37D633B846F1}">
                      <asvg:svgBlip xmlns:asvg="http://schemas.microsoft.com/office/drawing/2016/SVG/main" r:embed="rId2"/>
                    </a:ext>
                  </a:extLst>
                </a:blip>
              </a:buBlip>
              <a:tabLst/>
              <a:defRPr sz="1600" kern="1200">
                <a:solidFill>
                  <a:schemeClr val="tx2"/>
                </a:solidFill>
                <a:latin typeface="+mn-lt"/>
                <a:ea typeface="+mn-ea"/>
                <a:cs typeface="+mn-cs"/>
              </a:defRPr>
            </a:lvl1pPr>
            <a:lvl2pPr marL="533400" indent="-266700" algn="l" defTabSz="914400" rtl="0" eaLnBrk="1" latinLnBrk="0" hangingPunct="1">
              <a:lnSpc>
                <a:spcPct val="90000"/>
              </a:lnSpc>
              <a:spcBef>
                <a:spcPts val="600"/>
              </a:spcBef>
              <a:spcAft>
                <a:spcPts val="600"/>
              </a:spcAft>
              <a:buFontTx/>
              <a:buBlip>
                <a:blip>
                  <a:extLst>
                    <a:ext uri="{96DAC541-7B7A-43D3-8B79-37D633B846F1}">
                      <asvg:svgBlip xmlns:asvg="http://schemas.microsoft.com/office/drawing/2016/SVG/main" r:embed="rId2"/>
                    </a:ext>
                  </a:extLst>
                </a:blip>
              </a:buBlip>
              <a:tabLst/>
              <a:defRPr sz="1600" kern="1200">
                <a:solidFill>
                  <a:schemeClr val="tx2"/>
                </a:solidFill>
                <a:latin typeface="+mn-lt"/>
                <a:ea typeface="+mn-ea"/>
                <a:cs typeface="+mn-cs"/>
              </a:defRPr>
            </a:lvl2pPr>
            <a:lvl3pPr marL="800100" indent="-266700" algn="l" defTabSz="914400" rtl="0" eaLnBrk="1" latinLnBrk="0" hangingPunct="1">
              <a:lnSpc>
                <a:spcPct val="90000"/>
              </a:lnSpc>
              <a:spcBef>
                <a:spcPts val="600"/>
              </a:spcBef>
              <a:spcAft>
                <a:spcPts val="600"/>
              </a:spcAft>
              <a:buClr>
                <a:schemeClr val="tx2"/>
              </a:buClr>
              <a:buFont typeface="Systeemlettertype regulier"/>
              <a:buChar char="⎼"/>
              <a:tabLst/>
              <a:defRPr sz="14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n-lt"/>
                <a:ea typeface="+mn-ea"/>
                <a:cs typeface="+mn-cs"/>
              </a:defRPr>
            </a:lvl4pPr>
            <a:lvl5pPr marL="7938" indent="0" algn="l" defTabSz="914400" rtl="0" eaLnBrk="1" latinLnBrk="0" hangingPunct="1">
              <a:lnSpc>
                <a:spcPct val="90000"/>
              </a:lnSpc>
              <a:spcBef>
                <a:spcPts val="600"/>
              </a:spcBef>
              <a:spcAft>
                <a:spcPts val="600"/>
              </a:spcAft>
              <a:buFont typeface="Arial" panose="020B0604020202020204" pitchFamily="34" charset="0"/>
              <a:buNone/>
              <a:tabLst/>
              <a:defRPr sz="2400" kern="1200">
                <a:solidFill>
                  <a:schemeClr val="tx2"/>
                </a:solidFill>
                <a:latin typeface="+mj-lt"/>
                <a:ea typeface="+mn-ea"/>
                <a:cs typeface="+mn-cs"/>
              </a:defRPr>
            </a:lvl5pPr>
            <a:lvl6pPr marL="7938"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j-lt"/>
                <a:ea typeface="+mn-ea"/>
                <a:cs typeface="+mn-cs"/>
              </a:defRPr>
            </a:lvl6pPr>
            <a:lvl7pPr marL="355600" indent="-352425" algn="l" defTabSz="914400" rtl="0" eaLnBrk="1" latinLnBrk="0" hangingPunct="1">
              <a:lnSpc>
                <a:spcPct val="90000"/>
              </a:lnSpc>
              <a:spcBef>
                <a:spcPts val="600"/>
              </a:spcBef>
              <a:spcAft>
                <a:spcPts val="600"/>
              </a:spcAft>
              <a:buFont typeface="+mj-lt"/>
              <a:buAutoNum type="arabicPeriod"/>
              <a:tabLst/>
              <a:defRPr sz="1600" kern="1200">
                <a:solidFill>
                  <a:schemeClr val="tx2"/>
                </a:solidFill>
                <a:latin typeface="+mn-lt"/>
                <a:ea typeface="+mn-ea"/>
                <a:cs typeface="+mn-cs"/>
              </a:defRPr>
            </a:lvl7pPr>
            <a:lvl8pPr marL="355600" indent="-352425" algn="l" defTabSz="914400" rtl="0" eaLnBrk="1" latinLnBrk="0" hangingPunct="1">
              <a:lnSpc>
                <a:spcPct val="90000"/>
              </a:lnSpc>
              <a:spcBef>
                <a:spcPts val="600"/>
              </a:spcBef>
              <a:spcAft>
                <a:spcPts val="600"/>
              </a:spcAft>
              <a:buFont typeface="+mj-lt"/>
              <a:buAutoNum type="alphaLcPeriod"/>
              <a:tabLst/>
              <a:defRPr sz="1600" kern="1200">
                <a:solidFill>
                  <a:schemeClr val="tx2"/>
                </a:solidFill>
                <a:latin typeface="+mn-lt"/>
                <a:ea typeface="+mn-ea"/>
                <a:cs typeface="+mn-cs"/>
              </a:defRPr>
            </a:lvl8pPr>
            <a:lvl9pPr marL="3175" indent="0" algn="l" defTabSz="914400" rtl="0" eaLnBrk="1" latinLnBrk="0" hangingPunct="1">
              <a:lnSpc>
                <a:spcPct val="90000"/>
              </a:lnSpc>
              <a:spcBef>
                <a:spcPts val="600"/>
              </a:spcBef>
              <a:spcAft>
                <a:spcPts val="600"/>
              </a:spcAft>
              <a:buFont typeface="Arial" panose="020B0604020202020204" pitchFamily="34" charset="0"/>
              <a:buNone/>
              <a:tabLst/>
              <a:defRPr sz="1200" i="1" kern="1200">
                <a:solidFill>
                  <a:schemeClr val="bg1">
                    <a:lumMod val="65000"/>
                  </a:schemeClr>
                </a:solidFill>
                <a:latin typeface="+mn-lt"/>
                <a:ea typeface="+mn-ea"/>
                <a:cs typeface="+mn-cs"/>
              </a:defRPr>
            </a:lvl9pPr>
          </a:lstStyle>
          <a:p>
            <a:pPr marL="0" lvl="0" indent="0">
              <a:buClr>
                <a:srgbClr val="045E51"/>
              </a:buClr>
              <a:buNone/>
              <a:defRPr/>
            </a:pPr>
            <a:r>
              <a:rPr lang="fr-FR" sz="1400" b="1" dirty="0">
                <a:solidFill>
                  <a:schemeClr val="tx1"/>
                </a:solidFill>
                <a:latin typeface="+mj-lt"/>
              </a:rPr>
              <a:t>        35 </a:t>
            </a:r>
            <a:r>
              <a:rPr lang="fr-FR" sz="1400" b="1" dirty="0" err="1">
                <a:solidFill>
                  <a:schemeClr val="tx1"/>
                </a:solidFill>
                <a:latin typeface="+mj-lt"/>
              </a:rPr>
              <a:t>Reviews</a:t>
            </a:r>
            <a:endParaRPr lang="fr-FR" sz="1400" b="1" dirty="0">
              <a:solidFill>
                <a:schemeClr val="tx1"/>
              </a:solidFill>
              <a:latin typeface="+mj-lt"/>
            </a:endParaRPr>
          </a:p>
          <a:p>
            <a:pPr marL="0" lvl="0" indent="0">
              <a:buClr>
                <a:srgbClr val="045E51"/>
              </a:buClr>
              <a:buNone/>
              <a:defRPr/>
            </a:pPr>
            <a:r>
              <a:rPr kumimoji="0" lang="fr-FR" sz="1400" b="1" i="0" u="none" strike="noStrike" kern="1200" cap="none" spc="0" normalizeH="0" baseline="0" noProof="0" dirty="0">
                <a:ln>
                  <a:noFill/>
                </a:ln>
                <a:solidFill>
                  <a:schemeClr val="tx1"/>
                </a:solidFill>
                <a:effectLst/>
                <a:uLnTx/>
                <a:uFillTx/>
                <a:latin typeface="+mj-lt"/>
                <a:ea typeface="+mn-ea"/>
                <a:cs typeface="+mn-cs"/>
              </a:rPr>
              <a:t>1. </a:t>
            </a:r>
            <a:r>
              <a:rPr lang="en-US" sz="1400" b="1" dirty="0">
                <a:solidFill>
                  <a:schemeClr val="tx1"/>
                </a:solidFill>
                <a:latin typeface="+mj-lt"/>
              </a:rPr>
              <a:t>Lack of time / other priorities</a:t>
            </a:r>
            <a:r>
              <a:rPr lang="fr-FR" sz="1400" b="1" dirty="0">
                <a:solidFill>
                  <a:schemeClr val="tx1"/>
                </a:solidFill>
                <a:latin typeface="+mj-lt"/>
              </a:rPr>
              <a:t> </a:t>
            </a:r>
            <a:endParaRPr kumimoji="0" lang="fr-FR" sz="1400" b="1" i="0" u="none" strike="noStrike" kern="1200" cap="none" spc="0" normalizeH="0" baseline="0" noProof="0" dirty="0">
              <a:ln>
                <a:noFill/>
              </a:ln>
              <a:solidFill>
                <a:schemeClr val="tx1"/>
              </a:solidFill>
              <a:effectLst/>
              <a:uLnTx/>
              <a:uFillTx/>
              <a:latin typeface="+mj-lt"/>
              <a:ea typeface="+mn-ea"/>
              <a:cs typeface="+mn-cs"/>
            </a:endParaRPr>
          </a:p>
          <a:p>
            <a:pPr lvl="0">
              <a:buClr>
                <a:srgbClr val="045E51"/>
              </a:buClr>
              <a:defRPr/>
            </a:pPr>
            <a:r>
              <a:rPr lang="en-US" sz="1400" dirty="0">
                <a:solidFill>
                  <a:schemeClr val="tx1"/>
                </a:solidFill>
                <a:latin typeface="+mj-lt"/>
                <a:cs typeface="Bagoss Standard"/>
              </a:rPr>
              <a:t>“Busy with other </a:t>
            </a:r>
            <a:r>
              <a:rPr lang="en-US" sz="1400" dirty="0" err="1">
                <a:solidFill>
                  <a:schemeClr val="tx1"/>
                </a:solidFill>
                <a:latin typeface="+mj-lt"/>
                <a:cs typeface="Bagoss Standard"/>
              </a:rPr>
              <a:t>activitie</a:t>
            </a:r>
            <a:r>
              <a:rPr lang="en-US" sz="1400" dirty="0">
                <a:solidFill>
                  <a:schemeClr val="tx1"/>
                </a:solidFill>
                <a:latin typeface="+mj-lt"/>
                <a:cs typeface="Bagoss Standard"/>
              </a:rPr>
              <a:t>”
“had short stays” </a:t>
            </a:r>
          </a:p>
          <a:p>
            <a:pPr marL="0" lvl="0" indent="0">
              <a:buClr>
                <a:srgbClr val="045E51"/>
              </a:buClr>
              <a:buNone/>
              <a:defRPr/>
            </a:pPr>
            <a:r>
              <a:rPr lang="fr-FR" sz="1400" b="1" dirty="0">
                <a:solidFill>
                  <a:schemeClr val="tx1"/>
                </a:solidFill>
              </a:rPr>
              <a:t>2. </a:t>
            </a:r>
            <a:r>
              <a:rPr lang="en-US" sz="1400" b="1" dirty="0">
                <a:solidFill>
                  <a:schemeClr val="tx1"/>
                </a:solidFill>
              </a:rPr>
              <a:t>Aqua Mundo perceived as too small or not attractive enough</a:t>
            </a:r>
            <a:r>
              <a:rPr lang="fr-FR" sz="1400" b="1" dirty="0">
                <a:solidFill>
                  <a:schemeClr val="tx1"/>
                </a:solidFill>
              </a:rPr>
              <a:t> </a:t>
            </a:r>
          </a:p>
          <a:p>
            <a:pPr lvl="0">
              <a:buClr>
                <a:srgbClr val="045E51"/>
              </a:buClr>
              <a:defRPr/>
            </a:pPr>
            <a:r>
              <a:rPr lang="en-US" sz="1400" dirty="0">
                <a:solidFill>
                  <a:schemeClr val="tx1"/>
                </a:solidFill>
                <a:cs typeface="Bagoss Standard"/>
              </a:rPr>
              <a:t>Several respondents described the facility as “small”, “like a regular swimming pool”, or lacking attractions</a:t>
            </a:r>
          </a:p>
          <a:p>
            <a:pPr marL="0" lvl="0" indent="0">
              <a:buClr>
                <a:srgbClr val="045E51"/>
              </a:buClr>
              <a:buNone/>
              <a:defRPr/>
            </a:pPr>
            <a:r>
              <a:rPr lang="fr-FR" sz="1400" b="1" dirty="0">
                <a:solidFill>
                  <a:schemeClr val="tx1"/>
                </a:solidFill>
              </a:rPr>
              <a:t>3. </a:t>
            </a:r>
            <a:r>
              <a:rPr lang="en-US" sz="1400" b="1" dirty="0">
                <a:solidFill>
                  <a:schemeClr val="tx1"/>
                </a:solidFill>
              </a:rPr>
              <a:t>Health limitations and personal circumstances</a:t>
            </a:r>
            <a:r>
              <a:rPr lang="fr-FR" sz="1400" b="1" dirty="0">
                <a:solidFill>
                  <a:schemeClr val="tx1"/>
                </a:solidFill>
              </a:rPr>
              <a:t> </a:t>
            </a:r>
          </a:p>
          <a:p>
            <a:pPr lvl="0">
              <a:buClr>
                <a:srgbClr val="045E51"/>
              </a:buClr>
              <a:defRPr/>
            </a:pPr>
            <a:r>
              <a:rPr lang="en-US" sz="1400" dirty="0">
                <a:solidFill>
                  <a:schemeClr val="tx1"/>
                </a:solidFill>
              </a:rPr>
              <a:t>Illness, sick children, skin conditions, or needing to care for children prevented some guests from visiting</a:t>
            </a:r>
          </a:p>
          <a:p>
            <a:pPr marL="0" lvl="0" indent="0">
              <a:buClr>
                <a:srgbClr val="045E51"/>
              </a:buClr>
              <a:buNone/>
              <a:defRPr/>
            </a:pPr>
            <a:r>
              <a:rPr lang="fr-FR" sz="1400" b="1" dirty="0">
                <a:solidFill>
                  <a:schemeClr val="tx1"/>
                </a:solidFill>
              </a:rPr>
              <a:t>4. </a:t>
            </a:r>
            <a:r>
              <a:rPr lang="en-US" sz="1400" b="1" dirty="0">
                <a:solidFill>
                  <a:schemeClr val="tx1"/>
                </a:solidFill>
              </a:rPr>
              <a:t>Preference for staying in accommodation</a:t>
            </a:r>
            <a:r>
              <a:rPr lang="fr-FR" sz="1400" b="1" dirty="0">
                <a:solidFill>
                  <a:schemeClr val="tx1"/>
                </a:solidFill>
              </a:rPr>
              <a:t> </a:t>
            </a:r>
          </a:p>
          <a:p>
            <a:pPr lvl="0">
              <a:buClr>
                <a:srgbClr val="045E51"/>
              </a:buClr>
              <a:defRPr/>
            </a:pPr>
            <a:r>
              <a:rPr lang="en-US" sz="1400" dirty="0">
                <a:solidFill>
                  <a:schemeClr val="tx1"/>
                </a:solidFill>
                <a:cs typeface="Bagoss Standard"/>
              </a:rPr>
              <a:t>Some guests preferred relaxing in their cottage or spending time elsewhere in the park.</a:t>
            </a:r>
          </a:p>
          <a:p>
            <a:pPr marL="0" lvl="0" indent="0">
              <a:buClr>
                <a:srgbClr val="045E51"/>
              </a:buClr>
              <a:buNone/>
              <a:defRPr/>
            </a:pPr>
            <a:r>
              <a:rPr kumimoji="0" lang="en-US" sz="1400" b="1" i="0" u="none" strike="noStrike" kern="1200" cap="none" spc="0" normalizeH="0" baseline="0" noProof="0" dirty="0">
                <a:ln>
                  <a:noFill/>
                </a:ln>
                <a:solidFill>
                  <a:schemeClr val="tx1"/>
                </a:solidFill>
                <a:effectLst/>
                <a:uLnTx/>
                <a:uFillTx/>
                <a:latin typeface="+mj-lt"/>
                <a:ea typeface="+mn-ea"/>
                <a:cs typeface="Bagoss Standard"/>
              </a:rPr>
              <a:t>5. Limited opening hours</a:t>
            </a:r>
            <a:endParaRPr kumimoji="0" lang="fr-FR" sz="1400" b="1" i="0" u="none" strike="noStrike" kern="1200" cap="none" spc="0" normalizeH="0" baseline="0" noProof="0" dirty="0">
              <a:ln>
                <a:noFill/>
              </a:ln>
              <a:solidFill>
                <a:schemeClr val="tx1"/>
              </a:solidFill>
              <a:effectLst/>
              <a:uLnTx/>
              <a:uFillTx/>
              <a:latin typeface="+mj-lt"/>
              <a:ea typeface="+mn-ea"/>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400" i="0" u="none" strike="noStrike" kern="1200" cap="none" spc="0" normalizeH="0" baseline="0" noProof="0" dirty="0">
              <a:ln>
                <a:noFill/>
              </a:ln>
              <a:solidFill>
                <a:schemeClr val="tx1"/>
              </a:solidFill>
              <a:effectLst/>
              <a:uLnTx/>
              <a:uFillTx/>
              <a:latin typeface="Bagoss Standard"/>
              <a:ea typeface="+mn-ea"/>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400" i="0" u="none" strike="noStrike" kern="1200" cap="none" spc="0" normalizeH="0" baseline="0" noProof="0" dirty="0">
              <a:ln>
                <a:noFill/>
              </a:ln>
              <a:solidFill>
                <a:schemeClr val="tx1"/>
              </a:solidFill>
              <a:effectLst/>
              <a:uLnTx/>
              <a:uFillTx/>
              <a:latin typeface="Bagoss Standard"/>
              <a:ea typeface="+mn-ea"/>
              <a:cs typeface="Bagoss Standard"/>
            </a:endParaRPr>
          </a:p>
        </p:txBody>
      </p:sp>
      <p:pic>
        <p:nvPicPr>
          <p:cNvPr id="7" name="Espace réservé pour une image  18">
            <a:extLst>
              <a:ext uri="{FF2B5EF4-FFF2-40B4-BE49-F238E27FC236}">
                <a16:creationId xmlns:a16="http://schemas.microsoft.com/office/drawing/2014/main" id="{50E0A33D-73E2-B1AA-F055-164C18137C4F}"/>
              </a:ext>
            </a:extLst>
          </p:cNvPr>
          <p:cNvPicPr>
            <a:picLocks noChangeAspect="1"/>
          </p:cNvPicPr>
          <p:nvPr/>
        </p:nvPicPr>
        <p:blipFill>
          <a:blip r:embed="rId3">
            <a:extLst>
              <a:ext uri="{28A0092B-C50C-407E-A947-70E740481C1C}">
                <a14:useLocalDpi xmlns:a14="http://schemas.microsoft.com/office/drawing/2010/main" val="0"/>
              </a:ext>
            </a:extLst>
          </a:blip>
          <a:srcRect l="10952" r="10952"/>
          <a:stretch/>
        </p:blipFill>
        <p:spPr>
          <a:xfrm flipH="1">
            <a:off x="7434897" y="1761276"/>
            <a:ext cx="4423474" cy="4248102"/>
          </a:xfrm>
          <a:prstGeom prst="teardrop">
            <a:avLst/>
          </a:prstGeom>
          <a:solidFill>
            <a:srgbClr val="B1EDA6"/>
          </a:solidFill>
        </p:spPr>
      </p:pic>
      <p:pic>
        <p:nvPicPr>
          <p:cNvPr id="8" name="Graphic 344">
            <a:extLst>
              <a:ext uri="{FF2B5EF4-FFF2-40B4-BE49-F238E27FC236}">
                <a16:creationId xmlns:a16="http://schemas.microsoft.com/office/drawing/2014/main" id="{7DA15EDD-5651-713C-12E4-13A644F306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755" y="1330381"/>
            <a:ext cx="357116" cy="357116"/>
          </a:xfrm>
          <a:prstGeom prst="rect">
            <a:avLst/>
          </a:prstGeom>
        </p:spPr>
      </p:pic>
    </p:spTree>
    <p:extLst>
      <p:ext uri="{BB962C8B-B14F-4D97-AF65-F5344CB8AC3E}">
        <p14:creationId xmlns:p14="http://schemas.microsoft.com/office/powerpoint/2010/main" val="758713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437FA-18E8-4B2E-05CE-580346B5D55F}"/>
            </a:ext>
          </a:extLst>
        </p:cNvPr>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97BA35E0-5F76-D8D2-4BFA-63F207E361C9}"/>
              </a:ext>
            </a:extLst>
          </p:cNvPr>
          <p:cNvSpPr>
            <a:spLocks noGrp="1"/>
          </p:cNvSpPr>
          <p:nvPr>
            <p:ph type="sldNum" sz="quarter" idx="12"/>
          </p:nvPr>
        </p:nvSpPr>
        <p:spPr/>
        <p:txBody>
          <a:bodyPr/>
          <a:lstStyle/>
          <a:p>
            <a:fld id="{0D2E6A04-B99A-6C4D-8942-945F97C9E705}" type="slidenum">
              <a:rPr lang="en-US" smtClean="0"/>
              <a:pPr/>
              <a:t>17</a:t>
            </a:fld>
            <a:endParaRPr lang="en-US"/>
          </a:p>
        </p:txBody>
      </p:sp>
      <p:sp>
        <p:nvSpPr>
          <p:cNvPr id="4" name="Espace réservé de la date 3">
            <a:extLst>
              <a:ext uri="{FF2B5EF4-FFF2-40B4-BE49-F238E27FC236}">
                <a16:creationId xmlns:a16="http://schemas.microsoft.com/office/drawing/2014/main" id="{97A3C0A2-0662-E44D-277C-CE24E398F34A}"/>
              </a:ext>
            </a:extLst>
          </p:cNvPr>
          <p:cNvSpPr>
            <a:spLocks noGrp="1"/>
          </p:cNvSpPr>
          <p:nvPr>
            <p:ph type="dt" sz="half" idx="10"/>
          </p:nvPr>
        </p:nvSpPr>
        <p:spPr/>
        <p:txBody>
          <a:bodyPr/>
          <a:lstStyle/>
          <a:p>
            <a:fld id="{42628A07-F0D7-471C-A13C-E725AF7B83B4}" type="datetime1">
              <a:rPr lang="fr-FR" smtClean="0"/>
              <a:t>24/07/2026</a:t>
            </a:fld>
            <a:endParaRPr lang="en-US"/>
          </a:p>
        </p:txBody>
      </p:sp>
      <p:sp>
        <p:nvSpPr>
          <p:cNvPr id="6" name="Titre 5">
            <a:extLst>
              <a:ext uri="{FF2B5EF4-FFF2-40B4-BE49-F238E27FC236}">
                <a16:creationId xmlns:a16="http://schemas.microsoft.com/office/drawing/2014/main" id="{09E44B99-203C-49AF-FD4E-7000B825546B}"/>
              </a:ext>
            </a:extLst>
          </p:cNvPr>
          <p:cNvSpPr>
            <a:spLocks noGrp="1"/>
          </p:cNvSpPr>
          <p:nvPr>
            <p:ph type="title"/>
          </p:nvPr>
        </p:nvSpPr>
        <p:spPr/>
        <p:txBody>
          <a:bodyPr/>
          <a:lstStyle/>
          <a:p>
            <a:r>
              <a:rPr lang="fr-FR" dirty="0" err="1"/>
              <a:t>What</a:t>
            </a:r>
            <a:r>
              <a:rPr lang="fr-FR" dirty="0"/>
              <a:t> </a:t>
            </a:r>
            <a:r>
              <a:rPr lang="fr-FR" dirty="0" err="1"/>
              <a:t>customers</a:t>
            </a:r>
            <a:r>
              <a:rPr lang="fr-FR" dirty="0"/>
              <a:t> love</a:t>
            </a:r>
          </a:p>
        </p:txBody>
      </p:sp>
      <p:sp>
        <p:nvSpPr>
          <p:cNvPr id="9" name="Tijdelijke aanduiding voor tekst 5">
            <a:extLst>
              <a:ext uri="{FF2B5EF4-FFF2-40B4-BE49-F238E27FC236}">
                <a16:creationId xmlns:a16="http://schemas.microsoft.com/office/drawing/2014/main" id="{71C15926-D09E-C7CF-B20D-7B0D37A5238C}"/>
              </a:ext>
            </a:extLst>
          </p:cNvPr>
          <p:cNvSpPr txBox="1">
            <a:spLocks/>
          </p:cNvSpPr>
          <p:nvPr/>
        </p:nvSpPr>
        <p:spPr>
          <a:xfrm>
            <a:off x="821670" y="1269000"/>
            <a:ext cx="5990096" cy="4811981"/>
          </a:xfrm>
          <a:prstGeom prst="rect">
            <a:avLst/>
          </a:prstGeom>
        </p:spPr>
        <p:txBody>
          <a:bodyPr vert="horz" lIns="0" tIns="0" rIns="0" bIns="0" rtlCol="0" anchor="t">
            <a:noAutofit/>
          </a:bodyPr>
          <a:lstStyle>
            <a:lvl1pPr marL="266700" indent="-266700" algn="l" defTabSz="914400" rtl="0" eaLnBrk="1" latinLnBrk="0" hangingPunct="1">
              <a:lnSpc>
                <a:spcPct val="90000"/>
              </a:lnSpc>
              <a:spcBef>
                <a:spcPts val="600"/>
              </a:spcBef>
              <a:spcAft>
                <a:spcPts val="600"/>
              </a:spcAft>
              <a:buClr>
                <a:schemeClr val="bg2"/>
              </a:buClr>
              <a:buFontTx/>
              <a:buBlip>
                <a:blip>
                  <a:extLst>
                    <a:ext uri="{96DAC541-7B7A-43D3-8B79-37D633B846F1}">
                      <asvg:svgBlip xmlns:asvg="http://schemas.microsoft.com/office/drawing/2016/SVG/main" r:embed="rId2"/>
                    </a:ext>
                  </a:extLst>
                </a:blip>
              </a:buBlip>
              <a:tabLst/>
              <a:defRPr sz="1600" kern="1200">
                <a:solidFill>
                  <a:schemeClr val="tx2"/>
                </a:solidFill>
                <a:latin typeface="+mn-lt"/>
                <a:ea typeface="+mn-ea"/>
                <a:cs typeface="+mn-cs"/>
              </a:defRPr>
            </a:lvl1pPr>
            <a:lvl2pPr marL="533400" indent="-266700" algn="l" defTabSz="914400" rtl="0" eaLnBrk="1" latinLnBrk="0" hangingPunct="1">
              <a:lnSpc>
                <a:spcPct val="90000"/>
              </a:lnSpc>
              <a:spcBef>
                <a:spcPts val="600"/>
              </a:spcBef>
              <a:spcAft>
                <a:spcPts val="600"/>
              </a:spcAft>
              <a:buFontTx/>
              <a:buBlip>
                <a:blip>
                  <a:extLst>
                    <a:ext uri="{96DAC541-7B7A-43D3-8B79-37D633B846F1}">
                      <asvg:svgBlip xmlns:asvg="http://schemas.microsoft.com/office/drawing/2016/SVG/main" r:embed="rId2"/>
                    </a:ext>
                  </a:extLst>
                </a:blip>
              </a:buBlip>
              <a:tabLst/>
              <a:defRPr sz="1600" kern="1200">
                <a:solidFill>
                  <a:schemeClr val="tx2"/>
                </a:solidFill>
                <a:latin typeface="+mn-lt"/>
                <a:ea typeface="+mn-ea"/>
                <a:cs typeface="+mn-cs"/>
              </a:defRPr>
            </a:lvl2pPr>
            <a:lvl3pPr marL="800100" indent="-266700" algn="l" defTabSz="914400" rtl="0" eaLnBrk="1" latinLnBrk="0" hangingPunct="1">
              <a:lnSpc>
                <a:spcPct val="90000"/>
              </a:lnSpc>
              <a:spcBef>
                <a:spcPts val="600"/>
              </a:spcBef>
              <a:spcAft>
                <a:spcPts val="600"/>
              </a:spcAft>
              <a:buClr>
                <a:schemeClr val="tx2"/>
              </a:buClr>
              <a:buFont typeface="Systeemlettertype regulier"/>
              <a:buChar char="⎼"/>
              <a:tabLst/>
              <a:defRPr sz="14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n-lt"/>
                <a:ea typeface="+mn-ea"/>
                <a:cs typeface="+mn-cs"/>
              </a:defRPr>
            </a:lvl4pPr>
            <a:lvl5pPr marL="7938" indent="0" algn="l" defTabSz="914400" rtl="0" eaLnBrk="1" latinLnBrk="0" hangingPunct="1">
              <a:lnSpc>
                <a:spcPct val="90000"/>
              </a:lnSpc>
              <a:spcBef>
                <a:spcPts val="600"/>
              </a:spcBef>
              <a:spcAft>
                <a:spcPts val="600"/>
              </a:spcAft>
              <a:buFont typeface="Arial" panose="020B0604020202020204" pitchFamily="34" charset="0"/>
              <a:buNone/>
              <a:tabLst/>
              <a:defRPr sz="2400" kern="1200">
                <a:solidFill>
                  <a:schemeClr val="tx2"/>
                </a:solidFill>
                <a:latin typeface="+mj-lt"/>
                <a:ea typeface="+mn-ea"/>
                <a:cs typeface="+mn-cs"/>
              </a:defRPr>
            </a:lvl5pPr>
            <a:lvl6pPr marL="7938"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j-lt"/>
                <a:ea typeface="+mn-ea"/>
                <a:cs typeface="+mn-cs"/>
              </a:defRPr>
            </a:lvl6pPr>
            <a:lvl7pPr marL="355600" indent="-352425" algn="l" defTabSz="914400" rtl="0" eaLnBrk="1" latinLnBrk="0" hangingPunct="1">
              <a:lnSpc>
                <a:spcPct val="90000"/>
              </a:lnSpc>
              <a:spcBef>
                <a:spcPts val="600"/>
              </a:spcBef>
              <a:spcAft>
                <a:spcPts val="600"/>
              </a:spcAft>
              <a:buFont typeface="+mj-lt"/>
              <a:buAutoNum type="arabicPeriod"/>
              <a:tabLst/>
              <a:defRPr sz="1600" kern="1200">
                <a:solidFill>
                  <a:schemeClr val="tx2"/>
                </a:solidFill>
                <a:latin typeface="+mn-lt"/>
                <a:ea typeface="+mn-ea"/>
                <a:cs typeface="+mn-cs"/>
              </a:defRPr>
            </a:lvl7pPr>
            <a:lvl8pPr marL="355600" indent="-352425" algn="l" defTabSz="914400" rtl="0" eaLnBrk="1" latinLnBrk="0" hangingPunct="1">
              <a:lnSpc>
                <a:spcPct val="90000"/>
              </a:lnSpc>
              <a:spcBef>
                <a:spcPts val="600"/>
              </a:spcBef>
              <a:spcAft>
                <a:spcPts val="600"/>
              </a:spcAft>
              <a:buFont typeface="+mj-lt"/>
              <a:buAutoNum type="alphaLcPeriod"/>
              <a:tabLst/>
              <a:defRPr sz="1600" kern="1200">
                <a:solidFill>
                  <a:schemeClr val="tx2"/>
                </a:solidFill>
                <a:latin typeface="+mn-lt"/>
                <a:ea typeface="+mn-ea"/>
                <a:cs typeface="+mn-cs"/>
              </a:defRPr>
            </a:lvl8pPr>
            <a:lvl9pPr marL="3175" indent="0" algn="l" defTabSz="914400" rtl="0" eaLnBrk="1" latinLnBrk="0" hangingPunct="1">
              <a:lnSpc>
                <a:spcPct val="90000"/>
              </a:lnSpc>
              <a:spcBef>
                <a:spcPts val="600"/>
              </a:spcBef>
              <a:spcAft>
                <a:spcPts val="600"/>
              </a:spcAft>
              <a:buFont typeface="Arial" panose="020B0604020202020204" pitchFamily="34" charset="0"/>
              <a:buNone/>
              <a:tabLst/>
              <a:defRPr sz="1200" i="1" kern="1200">
                <a:solidFill>
                  <a:schemeClr val="bg1">
                    <a:lumMod val="65000"/>
                  </a:schemeClr>
                </a:solidFill>
                <a:latin typeface="+mn-lt"/>
                <a:ea typeface="+mn-ea"/>
                <a:cs typeface="+mn-cs"/>
              </a:defRPr>
            </a:lvl9pPr>
          </a:lstStyle>
          <a:p>
            <a:pPr marL="0" lvl="0" indent="0">
              <a:buClr>
                <a:srgbClr val="045E51"/>
              </a:buClr>
              <a:buNone/>
              <a:defRPr/>
            </a:pPr>
            <a:r>
              <a:rPr kumimoji="0" lang="fr-FR" sz="1400" b="1" i="0" u="none" strike="noStrike" kern="1200" cap="none" spc="0" normalizeH="0" baseline="0" noProof="0" dirty="0">
                <a:ln>
                  <a:noFill/>
                </a:ln>
                <a:solidFill>
                  <a:schemeClr val="tx1"/>
                </a:solidFill>
                <a:effectLst/>
                <a:uLnTx/>
                <a:uFillTx/>
                <a:latin typeface="+mj-lt"/>
                <a:ea typeface="+mn-ea"/>
                <a:cs typeface="+mn-cs"/>
              </a:rPr>
              <a:t>1</a:t>
            </a:r>
            <a:r>
              <a:rPr lang="fr-FR" sz="1400" b="1" dirty="0">
                <a:solidFill>
                  <a:schemeClr val="tx1"/>
                </a:solidFill>
                <a:latin typeface="+mj-lt"/>
              </a:rPr>
              <a:t>. Attractions (48%)</a:t>
            </a:r>
            <a:endParaRPr kumimoji="0" lang="fr-FR" sz="1400" i="0" u="none" strike="noStrike" kern="1200" cap="none" spc="0" normalizeH="0" baseline="0" noProof="0" dirty="0">
              <a:ln>
                <a:noFill/>
              </a:ln>
              <a:solidFill>
                <a:schemeClr val="tx1"/>
              </a:solidFill>
              <a:effectLst/>
              <a:uLnTx/>
              <a:uFillTx/>
              <a:latin typeface="+mj-lt"/>
              <a:ea typeface="+mn-ea"/>
              <a:cs typeface="Bagoss Standard"/>
            </a:endParaRPr>
          </a:p>
          <a:p>
            <a:pPr marL="266700" marR="0" lvl="0" indent="-266700" algn="l" defTabSz="914400" rtl="0" eaLnBrk="1" fontAlgn="auto" latinLnBrk="0" hangingPunct="1">
              <a:lnSpc>
                <a:spcPct val="90000"/>
              </a:lnSpc>
              <a:spcBef>
                <a:spcPts val="600"/>
              </a:spcBef>
              <a:spcAft>
                <a:spcPts val="600"/>
              </a:spcAft>
              <a:buClr>
                <a:srgbClr val="045E51"/>
              </a:buClr>
              <a:buSzTx/>
              <a:buFontTx/>
              <a:buBlip>
                <a:blip>
                  <a:extLst>
                    <a:ext uri="{96DAC541-7B7A-43D3-8B79-37D633B846F1}">
                      <asvg:svgBlip xmlns:asvg="http://schemas.microsoft.com/office/drawing/2016/SVG/main" r:embed="rId2"/>
                    </a:ext>
                  </a:extLst>
                </a:blip>
              </a:buBlip>
              <a:tabLst/>
              <a:defRPr/>
            </a:pPr>
            <a:r>
              <a:rPr lang="fr-FR" sz="1400" dirty="0" err="1">
                <a:solidFill>
                  <a:schemeClr val="tx1"/>
                </a:solidFill>
                <a:latin typeface="+mj-lt"/>
                <a:cs typeface="Bagoss Standard"/>
              </a:rPr>
              <a:t>Wildwaterbaan</a:t>
            </a:r>
            <a:r>
              <a:rPr lang="fr-FR" sz="1400" dirty="0">
                <a:solidFill>
                  <a:schemeClr val="tx1"/>
                </a:solidFill>
                <a:latin typeface="+mj-lt"/>
                <a:cs typeface="Bagoss Standard"/>
              </a:rPr>
              <a:t> (rivière sauvage) </a:t>
            </a:r>
          </a:p>
          <a:p>
            <a:pPr lvl="0">
              <a:buClr>
                <a:srgbClr val="045E51"/>
              </a:buClr>
              <a:defRPr/>
            </a:pPr>
            <a:r>
              <a:rPr lang="fr-FR" sz="1400" dirty="0">
                <a:solidFill>
                  <a:schemeClr val="tx1"/>
                </a:solidFill>
                <a:latin typeface="+mj-lt"/>
                <a:cs typeface="Bagoss Standard"/>
              </a:rPr>
              <a:t>Slides</a:t>
            </a:r>
          </a:p>
          <a:p>
            <a:pPr lvl="0">
              <a:buClr>
                <a:srgbClr val="045E51"/>
              </a:buClr>
              <a:defRPr/>
            </a:pPr>
            <a:r>
              <a:rPr lang="fr-FR" sz="1400" dirty="0">
                <a:solidFill>
                  <a:schemeClr val="tx1"/>
                </a:solidFill>
                <a:latin typeface="+mj-lt"/>
                <a:cs typeface="Bagoss Standard"/>
              </a:rPr>
              <a:t>Wave pool
</a:t>
            </a:r>
            <a:r>
              <a:rPr lang="fr-FR" sz="1400" dirty="0" err="1">
                <a:solidFill>
                  <a:schemeClr val="tx1"/>
                </a:solidFill>
                <a:latin typeface="+mj-lt"/>
                <a:cs typeface="Bagoss Standard"/>
              </a:rPr>
              <a:t>Children's</a:t>
            </a:r>
            <a:r>
              <a:rPr lang="fr-FR" sz="1400" dirty="0">
                <a:solidFill>
                  <a:schemeClr val="tx1"/>
                </a:solidFill>
                <a:latin typeface="+mj-lt"/>
                <a:cs typeface="Bagoss Standard"/>
              </a:rPr>
              <a:t> </a:t>
            </a:r>
            <a:r>
              <a:rPr lang="fr-FR" sz="1400" dirty="0" err="1">
                <a:solidFill>
                  <a:schemeClr val="tx1"/>
                </a:solidFill>
                <a:latin typeface="+mj-lt"/>
                <a:cs typeface="Bagoss Standard"/>
              </a:rPr>
              <a:t>games</a:t>
            </a:r>
            <a:r>
              <a:rPr lang="fr-FR" sz="1400" dirty="0">
                <a:solidFill>
                  <a:schemeClr val="tx1"/>
                </a:solidFill>
                <a:latin typeface="+mj-lt"/>
                <a:cs typeface="Bagoss Standard"/>
              </a:rPr>
              <a:t> </a:t>
            </a:r>
          </a:p>
          <a:p>
            <a:pPr marL="0" lvl="0" indent="0">
              <a:buClr>
                <a:srgbClr val="045E51"/>
              </a:buClr>
              <a:buNone/>
              <a:defRPr/>
            </a:pPr>
            <a:r>
              <a:rPr lang="fr-FR" sz="1400" b="1" dirty="0">
                <a:solidFill>
                  <a:schemeClr val="tx1"/>
                </a:solidFill>
              </a:rPr>
              <a:t>2. Family orientation (28%)</a:t>
            </a:r>
          </a:p>
          <a:p>
            <a:pPr lvl="0">
              <a:buClr>
                <a:srgbClr val="045E51"/>
              </a:buClr>
              <a:defRPr/>
            </a:pPr>
            <a:r>
              <a:rPr lang="en-US" sz="1400" dirty="0">
                <a:solidFill>
                  <a:schemeClr val="tx1"/>
                </a:solidFill>
                <a:cs typeface="Bagoss Standard"/>
              </a:rPr>
              <a:t>Children's areas, baby equipment (vests, dedicated areas)
"For all ages"</a:t>
            </a:r>
            <a:r>
              <a:rPr lang="fr-FR" sz="1400" dirty="0">
                <a:solidFill>
                  <a:schemeClr val="tx1"/>
                </a:solidFill>
                <a:cs typeface="Bagoss Standard"/>
              </a:rPr>
              <a:t> </a:t>
            </a:r>
          </a:p>
          <a:p>
            <a:pPr marL="0" lvl="0" indent="0">
              <a:buClr>
                <a:srgbClr val="045E51"/>
              </a:buClr>
              <a:buNone/>
              <a:defRPr/>
            </a:pPr>
            <a:r>
              <a:rPr lang="fr-FR" sz="1400" b="1" dirty="0">
                <a:solidFill>
                  <a:schemeClr val="tx1"/>
                </a:solidFill>
              </a:rPr>
              <a:t>3. The </a:t>
            </a:r>
            <a:r>
              <a:rPr lang="fr-FR" sz="1400" b="1" dirty="0" err="1">
                <a:solidFill>
                  <a:schemeClr val="tx1"/>
                </a:solidFill>
              </a:rPr>
              <a:t>overall</a:t>
            </a:r>
            <a:r>
              <a:rPr lang="fr-FR" sz="1400" b="1" dirty="0">
                <a:solidFill>
                  <a:schemeClr val="tx1"/>
                </a:solidFill>
              </a:rPr>
              <a:t> </a:t>
            </a:r>
            <a:r>
              <a:rPr lang="fr-FR" sz="1400" b="1" dirty="0" err="1">
                <a:solidFill>
                  <a:schemeClr val="tx1"/>
                </a:solidFill>
              </a:rPr>
              <a:t>experience</a:t>
            </a:r>
            <a:r>
              <a:rPr lang="fr-FR" sz="1400" b="1" dirty="0">
                <a:solidFill>
                  <a:schemeClr val="tx1"/>
                </a:solidFill>
              </a:rPr>
              <a:t> (19%)</a:t>
            </a:r>
          </a:p>
          <a:p>
            <a:pPr lvl="0">
              <a:buClr>
                <a:srgbClr val="045E51"/>
              </a:buClr>
              <a:defRPr/>
            </a:pPr>
            <a:r>
              <a:rPr lang="en-US" sz="1400" dirty="0">
                <a:solidFill>
                  <a:schemeClr val="tx1"/>
                </a:solidFill>
              </a:rPr>
              <a:t>Tropical atmosphere, Vegetation, cleanliness, Immersion / "change of scenery"</a:t>
            </a:r>
            <a:r>
              <a:rPr lang="fr-FR" sz="1400" dirty="0">
                <a:solidFill>
                  <a:schemeClr val="tx1"/>
                </a:solidFill>
              </a:rPr>
              <a:t> </a:t>
            </a:r>
          </a:p>
          <a:p>
            <a:pPr marL="0" lvl="0" indent="0">
              <a:buClr>
                <a:srgbClr val="045E51"/>
              </a:buClr>
              <a:buNone/>
              <a:defRPr/>
            </a:pPr>
            <a:r>
              <a:rPr lang="fr-FR" sz="1400" b="1" dirty="0">
                <a:solidFill>
                  <a:schemeClr val="tx1"/>
                </a:solidFill>
              </a:rPr>
              <a:t>4. Relaxation &amp; </a:t>
            </a:r>
            <a:r>
              <a:rPr lang="fr-FR" sz="1400" b="1" dirty="0" err="1">
                <a:solidFill>
                  <a:schemeClr val="tx1"/>
                </a:solidFill>
              </a:rPr>
              <a:t>Wellness</a:t>
            </a:r>
            <a:r>
              <a:rPr lang="fr-FR" sz="1400" b="1" dirty="0">
                <a:solidFill>
                  <a:schemeClr val="tx1"/>
                </a:solidFill>
              </a:rPr>
              <a:t> (3%)</a:t>
            </a:r>
          </a:p>
          <a:p>
            <a:pPr lvl="0">
              <a:buClr>
                <a:srgbClr val="045E51"/>
              </a:buClr>
              <a:defRPr/>
            </a:pPr>
            <a:r>
              <a:rPr lang="en-US" sz="1400" dirty="0">
                <a:solidFill>
                  <a:schemeClr val="tx1"/>
                </a:solidFill>
                <a:cs typeface="Bagoss Standard"/>
              </a:rPr>
              <a:t>Relaxation, jacuzzi, well-being</a:t>
            </a:r>
            <a:r>
              <a:rPr lang="fr-FR" sz="1400" dirty="0">
                <a:solidFill>
                  <a:schemeClr val="tx1"/>
                </a:solidFill>
                <a:cs typeface="Bagoss Standard"/>
              </a:rPr>
              <a:t> </a:t>
            </a:r>
            <a:endParaRPr kumimoji="0" lang="fr-FR" sz="1400" i="0" u="none" strike="noStrike" kern="1200" cap="none" spc="0" normalizeH="0" baseline="0" noProof="0" dirty="0">
              <a:ln>
                <a:noFill/>
              </a:ln>
              <a:solidFill>
                <a:schemeClr val="tx1"/>
              </a:solidFill>
              <a:effectLst/>
              <a:uLnTx/>
              <a:uFillTx/>
              <a:latin typeface="Bagoss Standard"/>
              <a:ea typeface="+mn-ea"/>
              <a:cs typeface="Bagoss Standard"/>
            </a:endParaRPr>
          </a:p>
          <a:p>
            <a:pPr marL="0" lvl="0" indent="0">
              <a:buClr>
                <a:srgbClr val="045E51"/>
              </a:buClr>
              <a:buNone/>
              <a:defRPr/>
            </a:pPr>
            <a:r>
              <a:rPr lang="fr-FR" sz="1400" b="1" dirty="0">
                <a:solidFill>
                  <a:schemeClr val="tx1"/>
                </a:solidFill>
              </a:rPr>
              <a:t>5. Security/personnel (2%)</a:t>
            </a:r>
          </a:p>
          <a:p>
            <a:pPr lvl="0">
              <a:buClr>
                <a:srgbClr val="045E51"/>
              </a:buClr>
              <a:defRPr/>
            </a:pPr>
            <a:r>
              <a:rPr lang="en-US" sz="1400" dirty="0">
                <a:solidFill>
                  <a:schemeClr val="tx1"/>
                </a:solidFill>
                <a:cs typeface="Bagoss Standard"/>
              </a:rPr>
              <a:t>Numerous lifeguards, vigilance, safety</a:t>
            </a:r>
            <a:r>
              <a:rPr lang="fr-FR" sz="1400" dirty="0">
                <a:solidFill>
                  <a:schemeClr val="tx1"/>
                </a:solidFill>
                <a:cs typeface="Bagoss Standard"/>
              </a:rPr>
              <a:t> </a:t>
            </a:r>
            <a:endParaRPr kumimoji="0" lang="fr-FR" sz="1400" i="0" u="none" strike="noStrike" kern="1200" cap="none" spc="0" normalizeH="0" baseline="0" noProof="0" dirty="0">
              <a:ln>
                <a:noFill/>
              </a:ln>
              <a:solidFill>
                <a:schemeClr val="tx1"/>
              </a:solidFill>
              <a:effectLst/>
              <a:uLnTx/>
              <a:uFillTx/>
              <a:latin typeface="Bagoss Standard"/>
              <a:ea typeface="+mn-ea"/>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400" i="0" u="none" strike="noStrike" kern="1200" cap="none" spc="0" normalizeH="0" baseline="0" noProof="0" dirty="0">
              <a:ln>
                <a:noFill/>
              </a:ln>
              <a:solidFill>
                <a:schemeClr val="tx1"/>
              </a:solidFill>
              <a:effectLst/>
              <a:uLnTx/>
              <a:uFillTx/>
              <a:latin typeface="Bagoss Standard"/>
              <a:ea typeface="+mn-ea"/>
              <a:cs typeface="Bagoss Standard"/>
            </a:endParaRPr>
          </a:p>
        </p:txBody>
      </p:sp>
      <p:pic>
        <p:nvPicPr>
          <p:cNvPr id="8" name="Espace réservé pour une image  20">
            <a:extLst>
              <a:ext uri="{FF2B5EF4-FFF2-40B4-BE49-F238E27FC236}">
                <a16:creationId xmlns:a16="http://schemas.microsoft.com/office/drawing/2014/main" id="{E6F06CEE-A5BB-F85F-0FCD-D6707A74C665}"/>
              </a:ext>
            </a:extLst>
          </p:cNvPr>
          <p:cNvPicPr>
            <a:picLocks noChangeAspect="1"/>
          </p:cNvPicPr>
          <p:nvPr/>
        </p:nvPicPr>
        <p:blipFill>
          <a:blip r:embed="rId3">
            <a:extLst>
              <a:ext uri="{28A0092B-C50C-407E-A947-70E740481C1C}">
                <a14:useLocalDpi xmlns:a14="http://schemas.microsoft.com/office/drawing/2010/main" val="0"/>
              </a:ext>
            </a:extLst>
          </a:blip>
          <a:srcRect l="12871" r="12871"/>
          <a:stretch/>
        </p:blipFill>
        <p:spPr>
          <a:xfrm>
            <a:off x="7310509" y="1341077"/>
            <a:ext cx="4263182" cy="4301440"/>
          </a:xfrm>
          <a:custGeom>
            <a:avLst/>
            <a:gdLst>
              <a:gd name="connsiteX0" fmla="*/ 0 w 4823819"/>
              <a:gd name="connsiteY0" fmla="*/ 3582764 h 4789266"/>
              <a:gd name="connsiteX1" fmla="*/ 0 w 4823819"/>
              <a:gd name="connsiteY1" fmla="*/ 3582765 h 4789266"/>
              <a:gd name="connsiteX2" fmla="*/ 0 w 4823819"/>
              <a:gd name="connsiteY2" fmla="*/ 3582765 h 4789266"/>
              <a:gd name="connsiteX3" fmla="*/ 0 w 4823819"/>
              <a:gd name="connsiteY3" fmla="*/ 1206500 h 4789266"/>
              <a:gd name="connsiteX4" fmla="*/ 0 w 4823819"/>
              <a:gd name="connsiteY4" fmla="*/ 1206500 h 4789266"/>
              <a:gd name="connsiteX5" fmla="*/ 0 w 4823819"/>
              <a:gd name="connsiteY5" fmla="*/ 1206501 h 4789266"/>
              <a:gd name="connsiteX6" fmla="*/ 1206501 w 4823819"/>
              <a:gd name="connsiteY6" fmla="*/ 0 h 4789266"/>
              <a:gd name="connsiteX7" fmla="*/ 3617318 w 4823819"/>
              <a:gd name="connsiteY7" fmla="*/ 0 h 4789266"/>
              <a:gd name="connsiteX8" fmla="*/ 4823819 w 4823819"/>
              <a:gd name="connsiteY8" fmla="*/ 1206501 h 4789266"/>
              <a:gd name="connsiteX9" fmla="*/ 4823818 w 4823819"/>
              <a:gd name="connsiteY9" fmla="*/ 1206501 h 4789266"/>
              <a:gd name="connsiteX10" fmla="*/ 3860469 w 4823819"/>
              <a:gd name="connsiteY10" fmla="*/ 2388490 h 4789266"/>
              <a:gd name="connsiteX11" fmla="*/ 3820220 w 4823819"/>
              <a:gd name="connsiteY11" fmla="*/ 2394633 h 4789266"/>
              <a:gd name="connsiteX12" fmla="*/ 3860470 w 4823819"/>
              <a:gd name="connsiteY12" fmla="*/ 2400776 h 4789266"/>
              <a:gd name="connsiteX13" fmla="*/ 4823819 w 4823819"/>
              <a:gd name="connsiteY13" fmla="*/ 3582765 h 4789266"/>
              <a:gd name="connsiteX14" fmla="*/ 4823818 w 4823819"/>
              <a:gd name="connsiteY14" fmla="*/ 3582765 h 4789266"/>
              <a:gd name="connsiteX15" fmla="*/ 3617317 w 4823819"/>
              <a:gd name="connsiteY15" fmla="*/ 4789266 h 4789266"/>
              <a:gd name="connsiteX16" fmla="*/ 1206501 w 4823819"/>
              <a:gd name="connsiteY16" fmla="*/ 4789265 h 4789266"/>
              <a:gd name="connsiteX17" fmla="*/ 6229 w 4823819"/>
              <a:gd name="connsiteY17" fmla="*/ 3706122 h 4789266"/>
              <a:gd name="connsiteX18" fmla="*/ 0 w 4823819"/>
              <a:gd name="connsiteY18" fmla="*/ 3582765 h 4789266"/>
              <a:gd name="connsiteX19" fmla="*/ 6229 w 4823819"/>
              <a:gd name="connsiteY19" fmla="*/ 3459408 h 4789266"/>
              <a:gd name="connsiteX20" fmla="*/ 963349 w 4823819"/>
              <a:gd name="connsiteY20" fmla="*/ 2400776 h 4789266"/>
              <a:gd name="connsiteX21" fmla="*/ 1003602 w 4823819"/>
              <a:gd name="connsiteY21" fmla="*/ 2394633 h 4789266"/>
              <a:gd name="connsiteX22" fmla="*/ 963349 w 4823819"/>
              <a:gd name="connsiteY22" fmla="*/ 2388489 h 4789266"/>
              <a:gd name="connsiteX23" fmla="*/ 6229 w 4823819"/>
              <a:gd name="connsiteY23" fmla="*/ 1329858 h 4789266"/>
              <a:gd name="connsiteX24" fmla="*/ 0 w 4823819"/>
              <a:gd name="connsiteY24" fmla="*/ 1206500 h 4789266"/>
              <a:gd name="connsiteX25" fmla="*/ 6229 w 4823819"/>
              <a:gd name="connsiteY25" fmla="*/ 1083143 h 4789266"/>
              <a:gd name="connsiteX26" fmla="*/ 1206501 w 4823819"/>
              <a:gd name="connsiteY26" fmla="*/ 0 h 4789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23819" h="4789266">
                <a:moveTo>
                  <a:pt x="0" y="3582764"/>
                </a:moveTo>
                <a:lnTo>
                  <a:pt x="0" y="3582765"/>
                </a:lnTo>
                <a:lnTo>
                  <a:pt x="0" y="3582765"/>
                </a:lnTo>
                <a:close/>
                <a:moveTo>
                  <a:pt x="0" y="1206500"/>
                </a:moveTo>
                <a:lnTo>
                  <a:pt x="0" y="1206500"/>
                </a:lnTo>
                <a:lnTo>
                  <a:pt x="0" y="1206501"/>
                </a:lnTo>
                <a:close/>
                <a:moveTo>
                  <a:pt x="1206501" y="0"/>
                </a:moveTo>
                <a:lnTo>
                  <a:pt x="3617318" y="0"/>
                </a:lnTo>
                <a:cubicBezTo>
                  <a:pt x="4283650" y="0"/>
                  <a:pt x="4823819" y="540169"/>
                  <a:pt x="4823819" y="1206501"/>
                </a:cubicBezTo>
                <a:lnTo>
                  <a:pt x="4823818" y="1206501"/>
                </a:lnTo>
                <a:cubicBezTo>
                  <a:pt x="4823818" y="1789541"/>
                  <a:pt x="4410251" y="2275988"/>
                  <a:pt x="3860469" y="2388490"/>
                </a:cubicBezTo>
                <a:lnTo>
                  <a:pt x="3820220" y="2394633"/>
                </a:lnTo>
                <a:lnTo>
                  <a:pt x="3860470" y="2400776"/>
                </a:lnTo>
                <a:cubicBezTo>
                  <a:pt x="4410252" y="2513278"/>
                  <a:pt x="4823819" y="2999725"/>
                  <a:pt x="4823819" y="3582765"/>
                </a:cubicBezTo>
                <a:lnTo>
                  <a:pt x="4823818" y="3582765"/>
                </a:lnTo>
                <a:cubicBezTo>
                  <a:pt x="4823818" y="4249097"/>
                  <a:pt x="4283649" y="4789266"/>
                  <a:pt x="3617317" y="4789266"/>
                </a:cubicBezTo>
                <a:lnTo>
                  <a:pt x="1206501" y="4789265"/>
                </a:lnTo>
                <a:cubicBezTo>
                  <a:pt x="581815" y="4789265"/>
                  <a:pt x="68014" y="4314507"/>
                  <a:pt x="6229" y="3706122"/>
                </a:cubicBezTo>
                <a:lnTo>
                  <a:pt x="0" y="3582765"/>
                </a:lnTo>
                <a:lnTo>
                  <a:pt x="6229" y="3459408"/>
                </a:lnTo>
                <a:cubicBezTo>
                  <a:pt x="59776" y="2932140"/>
                  <a:pt x="452837" y="2505242"/>
                  <a:pt x="963349" y="2400776"/>
                </a:cubicBezTo>
                <a:lnTo>
                  <a:pt x="1003602" y="2394633"/>
                </a:lnTo>
                <a:lnTo>
                  <a:pt x="963349" y="2388489"/>
                </a:lnTo>
                <a:cubicBezTo>
                  <a:pt x="452837" y="2284023"/>
                  <a:pt x="59776" y="1857125"/>
                  <a:pt x="6229" y="1329858"/>
                </a:cubicBezTo>
                <a:lnTo>
                  <a:pt x="0" y="1206500"/>
                </a:lnTo>
                <a:lnTo>
                  <a:pt x="6229" y="1083143"/>
                </a:lnTo>
                <a:cubicBezTo>
                  <a:pt x="68014" y="474758"/>
                  <a:pt x="581815" y="0"/>
                  <a:pt x="1206501" y="0"/>
                </a:cubicBezTo>
                <a:close/>
              </a:path>
            </a:pathLst>
          </a:custGeom>
          <a:solidFill>
            <a:srgbClr val="B1EDA6"/>
          </a:solidFill>
        </p:spPr>
      </p:pic>
    </p:spTree>
    <p:extLst>
      <p:ext uri="{BB962C8B-B14F-4D97-AF65-F5344CB8AC3E}">
        <p14:creationId xmlns:p14="http://schemas.microsoft.com/office/powerpoint/2010/main" val="832482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927B3-20B3-D087-FC4B-36B01968AAA5}"/>
            </a:ext>
          </a:extLst>
        </p:cNvPr>
        <p:cNvGrpSpPr/>
        <p:nvPr/>
      </p:nvGrpSpPr>
      <p:grpSpPr>
        <a:xfrm>
          <a:off x="0" y="0"/>
          <a:ext cx="0" cy="0"/>
          <a:chOff x="0" y="0"/>
          <a:chExt cx="0" cy="0"/>
        </a:xfrm>
      </p:grpSpPr>
      <p:pic>
        <p:nvPicPr>
          <p:cNvPr id="17" name="Espace réservé pour une image  16">
            <a:extLst>
              <a:ext uri="{FF2B5EF4-FFF2-40B4-BE49-F238E27FC236}">
                <a16:creationId xmlns:a16="http://schemas.microsoft.com/office/drawing/2014/main" id="{BB83A1C6-EE7D-CA6D-438C-64DFF4A9EC0F}"/>
              </a:ext>
            </a:extLst>
          </p:cNvPr>
          <p:cNvPicPr>
            <a:picLocks noGrp="1" noChangeAspect="1"/>
          </p:cNvPicPr>
          <p:nvPr>
            <p:ph type="pic" sz="quarter" idx="24"/>
          </p:nvPr>
        </p:nvPicPr>
        <p:blipFill>
          <a:blip r:embed="rId2">
            <a:extLst>
              <a:ext uri="{28A0092B-C50C-407E-A947-70E740481C1C}">
                <a14:useLocalDpi xmlns:a14="http://schemas.microsoft.com/office/drawing/2010/main" val="0"/>
              </a:ext>
            </a:extLst>
          </a:blip>
          <a:srcRect l="1799" r="1799"/>
          <a:stretch/>
        </p:blipFill>
        <p:spPr>
          <a:custGeom>
            <a:avLst/>
            <a:gdLst>
              <a:gd name="connsiteX0" fmla="*/ 2118800 w 4400525"/>
              <a:gd name="connsiteY0" fmla="*/ 0 h 4281874"/>
              <a:gd name="connsiteX1" fmla="*/ 2281725 w 4400525"/>
              <a:gd name="connsiteY1" fmla="*/ 0 h 4281874"/>
              <a:gd name="connsiteX2" fmla="*/ 4400525 w 4400525"/>
              <a:gd name="connsiteY2" fmla="*/ 2118800 h 4281874"/>
              <a:gd name="connsiteX3" fmla="*/ 4400525 w 4400525"/>
              <a:gd name="connsiteY3" fmla="*/ 4281874 h 4281874"/>
              <a:gd name="connsiteX4" fmla="*/ 4400525 w 4400525"/>
              <a:gd name="connsiteY4" fmla="*/ 4281874 h 4281874"/>
              <a:gd name="connsiteX5" fmla="*/ 0 w 4400525"/>
              <a:gd name="connsiteY5" fmla="*/ 4281874 h 4281874"/>
              <a:gd name="connsiteX6" fmla="*/ 0 w 4400525"/>
              <a:gd name="connsiteY6" fmla="*/ 4281874 h 4281874"/>
              <a:gd name="connsiteX7" fmla="*/ 0 w 4400525"/>
              <a:gd name="connsiteY7" fmla="*/ 2118800 h 4281874"/>
              <a:gd name="connsiteX8" fmla="*/ 2118800 w 4400525"/>
              <a:gd name="connsiteY8" fmla="*/ 0 h 4281874"/>
              <a:gd name="connsiteX0" fmla="*/ 2118800 w 4428234"/>
              <a:gd name="connsiteY0" fmla="*/ 0 h 4461983"/>
              <a:gd name="connsiteX1" fmla="*/ 2281725 w 4428234"/>
              <a:gd name="connsiteY1" fmla="*/ 0 h 4461983"/>
              <a:gd name="connsiteX2" fmla="*/ 4400525 w 4428234"/>
              <a:gd name="connsiteY2" fmla="*/ 2118800 h 4461983"/>
              <a:gd name="connsiteX3" fmla="*/ 4400525 w 4428234"/>
              <a:gd name="connsiteY3" fmla="*/ 4281874 h 4461983"/>
              <a:gd name="connsiteX4" fmla="*/ 4428234 w 4428234"/>
              <a:gd name="connsiteY4" fmla="*/ 4461983 h 4461983"/>
              <a:gd name="connsiteX5" fmla="*/ 0 w 4428234"/>
              <a:gd name="connsiteY5" fmla="*/ 4281874 h 4461983"/>
              <a:gd name="connsiteX6" fmla="*/ 0 w 4428234"/>
              <a:gd name="connsiteY6" fmla="*/ 4281874 h 4461983"/>
              <a:gd name="connsiteX7" fmla="*/ 0 w 4428234"/>
              <a:gd name="connsiteY7" fmla="*/ 2118800 h 4461983"/>
              <a:gd name="connsiteX8" fmla="*/ 2118800 w 4428234"/>
              <a:gd name="connsiteY8" fmla="*/ 0 h 4461983"/>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7709 w 4455943"/>
              <a:gd name="connsiteY5" fmla="*/ 4281874 h 4489692"/>
              <a:gd name="connsiteX6" fmla="*/ 0 w 4455943"/>
              <a:gd name="connsiteY6" fmla="*/ 4489692 h 4489692"/>
              <a:gd name="connsiteX7" fmla="*/ 27709 w 4455943"/>
              <a:gd name="connsiteY7" fmla="*/ 2118800 h 4489692"/>
              <a:gd name="connsiteX8" fmla="*/ 2146509 w 4455943"/>
              <a:gd name="connsiteY8" fmla="*/ 0 h 4489692"/>
              <a:gd name="connsiteX0" fmla="*/ 2146509 w 4455943"/>
              <a:gd name="connsiteY0" fmla="*/ 0 h 4489692"/>
              <a:gd name="connsiteX1" fmla="*/ 2309434 w 4455943"/>
              <a:gd name="connsiteY1" fmla="*/ 0 h 4489692"/>
              <a:gd name="connsiteX2" fmla="*/ 4428234 w 4455943"/>
              <a:gd name="connsiteY2" fmla="*/ 2118800 h 4489692"/>
              <a:gd name="connsiteX3" fmla="*/ 4428234 w 4455943"/>
              <a:gd name="connsiteY3" fmla="*/ 4281874 h 4489692"/>
              <a:gd name="connsiteX4" fmla="*/ 4455943 w 4455943"/>
              <a:gd name="connsiteY4" fmla="*/ 4461983 h 4489692"/>
              <a:gd name="connsiteX5" fmla="*/ 2036619 w 4455943"/>
              <a:gd name="connsiteY5" fmla="*/ 4475837 h 4489692"/>
              <a:gd name="connsiteX6" fmla="*/ 0 w 4455943"/>
              <a:gd name="connsiteY6" fmla="*/ 4489692 h 4489692"/>
              <a:gd name="connsiteX7" fmla="*/ 27709 w 4455943"/>
              <a:gd name="connsiteY7" fmla="*/ 2118800 h 4489692"/>
              <a:gd name="connsiteX8" fmla="*/ 2146509 w 4455943"/>
              <a:gd name="connsiteY8" fmla="*/ 0 h 4489692"/>
              <a:gd name="connsiteX0" fmla="*/ 2118800 w 4428234"/>
              <a:gd name="connsiteY0" fmla="*/ 0 h 4475942"/>
              <a:gd name="connsiteX1" fmla="*/ 2281725 w 4428234"/>
              <a:gd name="connsiteY1" fmla="*/ 0 h 4475942"/>
              <a:gd name="connsiteX2" fmla="*/ 4400525 w 4428234"/>
              <a:gd name="connsiteY2" fmla="*/ 2118800 h 4475942"/>
              <a:gd name="connsiteX3" fmla="*/ 4400525 w 4428234"/>
              <a:gd name="connsiteY3" fmla="*/ 4281874 h 4475942"/>
              <a:gd name="connsiteX4" fmla="*/ 4428234 w 4428234"/>
              <a:gd name="connsiteY4" fmla="*/ 4461983 h 4475942"/>
              <a:gd name="connsiteX5" fmla="*/ 2008910 w 4428234"/>
              <a:gd name="connsiteY5" fmla="*/ 4475837 h 4475942"/>
              <a:gd name="connsiteX6" fmla="*/ 6667 w 4428234"/>
              <a:gd name="connsiteY6" fmla="*/ 4475942 h 4475942"/>
              <a:gd name="connsiteX7" fmla="*/ 0 w 4428234"/>
              <a:gd name="connsiteY7" fmla="*/ 2118800 h 4475942"/>
              <a:gd name="connsiteX8" fmla="*/ 2118800 w 4428234"/>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036349 w 4400525"/>
              <a:gd name="connsiteY4" fmla="*/ 4365731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475942"/>
              <a:gd name="connsiteX1" fmla="*/ 2281725 w 4400525"/>
              <a:gd name="connsiteY1" fmla="*/ 0 h 4475942"/>
              <a:gd name="connsiteX2" fmla="*/ 4400525 w 4400525"/>
              <a:gd name="connsiteY2" fmla="*/ 2118800 h 4475942"/>
              <a:gd name="connsiteX3" fmla="*/ 4400525 w 4400525"/>
              <a:gd name="connsiteY3" fmla="*/ 4281874 h 4475942"/>
              <a:gd name="connsiteX4" fmla="*/ 4393859 w 4400525"/>
              <a:gd name="connsiteY4" fmla="*/ 4468859 h 4475942"/>
              <a:gd name="connsiteX5" fmla="*/ 2008910 w 4400525"/>
              <a:gd name="connsiteY5" fmla="*/ 4475837 h 4475942"/>
              <a:gd name="connsiteX6" fmla="*/ 6667 w 4400525"/>
              <a:gd name="connsiteY6" fmla="*/ 4475942 h 4475942"/>
              <a:gd name="connsiteX7" fmla="*/ 0 w 4400525"/>
              <a:gd name="connsiteY7" fmla="*/ 2118800 h 4475942"/>
              <a:gd name="connsiteX8" fmla="*/ 2118800 w 4400525"/>
              <a:gd name="connsiteY8" fmla="*/ 0 h 4475942"/>
              <a:gd name="connsiteX0" fmla="*/ 2118800 w 4400525"/>
              <a:gd name="connsiteY0" fmla="*/ 0 h 4817051"/>
              <a:gd name="connsiteX1" fmla="*/ 2281725 w 4400525"/>
              <a:gd name="connsiteY1" fmla="*/ 0 h 4817051"/>
              <a:gd name="connsiteX2" fmla="*/ 4400525 w 4400525"/>
              <a:gd name="connsiteY2" fmla="*/ 2118800 h 4817051"/>
              <a:gd name="connsiteX3" fmla="*/ 4400525 w 4400525"/>
              <a:gd name="connsiteY3" fmla="*/ 4281874 h 4817051"/>
              <a:gd name="connsiteX4" fmla="*/ 4393859 w 4400525"/>
              <a:gd name="connsiteY4" fmla="*/ 4468859 h 4817051"/>
              <a:gd name="connsiteX5" fmla="*/ 2008910 w 4400525"/>
              <a:gd name="connsiteY5" fmla="*/ 4475837 h 4817051"/>
              <a:gd name="connsiteX6" fmla="*/ 6667 w 4400525"/>
              <a:gd name="connsiteY6" fmla="*/ 4817051 h 4817051"/>
              <a:gd name="connsiteX7" fmla="*/ 0 w 4400525"/>
              <a:gd name="connsiteY7" fmla="*/ 2118800 h 4817051"/>
              <a:gd name="connsiteX8" fmla="*/ 2118800 w 4400525"/>
              <a:gd name="connsiteY8" fmla="*/ 0 h 4817051"/>
              <a:gd name="connsiteX0" fmla="*/ 2118800 w 4400525"/>
              <a:gd name="connsiteY0" fmla="*/ 0 h 4824204"/>
              <a:gd name="connsiteX1" fmla="*/ 2281725 w 4400525"/>
              <a:gd name="connsiteY1" fmla="*/ 0 h 4824204"/>
              <a:gd name="connsiteX2" fmla="*/ 4400525 w 4400525"/>
              <a:gd name="connsiteY2" fmla="*/ 2118800 h 4824204"/>
              <a:gd name="connsiteX3" fmla="*/ 4400525 w 4400525"/>
              <a:gd name="connsiteY3" fmla="*/ 4281874 h 4824204"/>
              <a:gd name="connsiteX4" fmla="*/ 4393859 w 4400525"/>
              <a:gd name="connsiteY4" fmla="*/ 4468859 h 4824204"/>
              <a:gd name="connsiteX5" fmla="*/ 2023425 w 4400525"/>
              <a:gd name="connsiteY5" fmla="*/ 4824204 h 4824204"/>
              <a:gd name="connsiteX6" fmla="*/ 6667 w 4400525"/>
              <a:gd name="connsiteY6" fmla="*/ 4817051 h 4824204"/>
              <a:gd name="connsiteX7" fmla="*/ 0 w 4400525"/>
              <a:gd name="connsiteY7" fmla="*/ 2118800 h 4824204"/>
              <a:gd name="connsiteX8" fmla="*/ 2118800 w 4400525"/>
              <a:gd name="connsiteY8" fmla="*/ 0 h 4824204"/>
              <a:gd name="connsiteX0" fmla="*/ 2118800 w 4415633"/>
              <a:gd name="connsiteY0" fmla="*/ 0 h 4824484"/>
              <a:gd name="connsiteX1" fmla="*/ 2281725 w 4415633"/>
              <a:gd name="connsiteY1" fmla="*/ 0 h 4824484"/>
              <a:gd name="connsiteX2" fmla="*/ 4400525 w 4415633"/>
              <a:gd name="connsiteY2" fmla="*/ 2118800 h 4824484"/>
              <a:gd name="connsiteX3" fmla="*/ 4400525 w 4415633"/>
              <a:gd name="connsiteY3" fmla="*/ 4281874 h 4824484"/>
              <a:gd name="connsiteX4" fmla="*/ 4415633 w 4415633"/>
              <a:gd name="connsiteY4" fmla="*/ 4824484 h 4824484"/>
              <a:gd name="connsiteX5" fmla="*/ 2023425 w 4415633"/>
              <a:gd name="connsiteY5" fmla="*/ 4824204 h 4824484"/>
              <a:gd name="connsiteX6" fmla="*/ 6667 w 4415633"/>
              <a:gd name="connsiteY6" fmla="*/ 4817051 h 4824484"/>
              <a:gd name="connsiteX7" fmla="*/ 0 w 4415633"/>
              <a:gd name="connsiteY7" fmla="*/ 2118800 h 4824484"/>
              <a:gd name="connsiteX8" fmla="*/ 2118800 w 4415633"/>
              <a:gd name="connsiteY8" fmla="*/ 0 h 4824484"/>
              <a:gd name="connsiteX0" fmla="*/ 2119972 w 4416805"/>
              <a:gd name="connsiteY0" fmla="*/ 0 h 4831567"/>
              <a:gd name="connsiteX1" fmla="*/ 2282897 w 4416805"/>
              <a:gd name="connsiteY1" fmla="*/ 0 h 4831567"/>
              <a:gd name="connsiteX2" fmla="*/ 4401697 w 4416805"/>
              <a:gd name="connsiteY2" fmla="*/ 2118800 h 4831567"/>
              <a:gd name="connsiteX3" fmla="*/ 4401697 w 4416805"/>
              <a:gd name="connsiteY3" fmla="*/ 4281874 h 4831567"/>
              <a:gd name="connsiteX4" fmla="*/ 4416805 w 4416805"/>
              <a:gd name="connsiteY4" fmla="*/ 4824484 h 4831567"/>
              <a:gd name="connsiteX5" fmla="*/ 2024597 w 4416805"/>
              <a:gd name="connsiteY5" fmla="*/ 4824204 h 4831567"/>
              <a:gd name="connsiteX6" fmla="*/ 580 w 4416805"/>
              <a:gd name="connsiteY6" fmla="*/ 4831567 h 4831567"/>
              <a:gd name="connsiteX7" fmla="*/ 1172 w 4416805"/>
              <a:gd name="connsiteY7" fmla="*/ 2118800 h 4831567"/>
              <a:gd name="connsiteX8" fmla="*/ 2119972 w 4416805"/>
              <a:gd name="connsiteY8" fmla="*/ 0 h 483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6805" h="4831567">
                <a:moveTo>
                  <a:pt x="2119972" y="0"/>
                </a:moveTo>
                <a:lnTo>
                  <a:pt x="2282897" y="0"/>
                </a:lnTo>
                <a:cubicBezTo>
                  <a:pt x="3453078" y="0"/>
                  <a:pt x="4401697" y="948619"/>
                  <a:pt x="4401697" y="2118800"/>
                </a:cubicBezTo>
                <a:lnTo>
                  <a:pt x="4401697" y="4281874"/>
                </a:lnTo>
                <a:lnTo>
                  <a:pt x="4416805" y="4824484"/>
                </a:lnTo>
                <a:lnTo>
                  <a:pt x="2024597" y="4824204"/>
                </a:lnTo>
                <a:lnTo>
                  <a:pt x="580" y="4831567"/>
                </a:lnTo>
                <a:cubicBezTo>
                  <a:pt x="-1642" y="4045853"/>
                  <a:pt x="3394" y="2904514"/>
                  <a:pt x="1172" y="2118800"/>
                </a:cubicBezTo>
                <a:cubicBezTo>
                  <a:pt x="1172" y="948619"/>
                  <a:pt x="949791" y="0"/>
                  <a:pt x="2119972" y="0"/>
                </a:cubicBezTo>
                <a:close/>
              </a:path>
            </a:pathLst>
          </a:custGeom>
          <a:solidFill>
            <a:srgbClr val="B1EDA6"/>
          </a:solidFill>
        </p:spPr>
      </p:pic>
      <p:sp>
        <p:nvSpPr>
          <p:cNvPr id="3" name="Espace réservé du numéro de diapositive 2">
            <a:extLst>
              <a:ext uri="{FF2B5EF4-FFF2-40B4-BE49-F238E27FC236}">
                <a16:creationId xmlns:a16="http://schemas.microsoft.com/office/drawing/2014/main" id="{1ADFD3B8-C043-F71A-A9B4-65FA08137C9E}"/>
              </a:ext>
            </a:extLst>
          </p:cNvPr>
          <p:cNvSpPr>
            <a:spLocks noGrp="1"/>
          </p:cNvSpPr>
          <p:nvPr>
            <p:ph type="sldNum" sz="quarter" idx="12"/>
          </p:nvPr>
        </p:nvSpPr>
        <p:spPr/>
        <p:txBody>
          <a:bodyPr/>
          <a:lstStyle/>
          <a:p>
            <a:fld id="{0D2E6A04-B99A-6C4D-8942-945F97C9E705}" type="slidenum">
              <a:rPr lang="en-US" smtClean="0"/>
              <a:pPr/>
              <a:t>18</a:t>
            </a:fld>
            <a:endParaRPr lang="en-US"/>
          </a:p>
        </p:txBody>
      </p:sp>
      <p:sp>
        <p:nvSpPr>
          <p:cNvPr id="4" name="Espace réservé de la date 3">
            <a:extLst>
              <a:ext uri="{FF2B5EF4-FFF2-40B4-BE49-F238E27FC236}">
                <a16:creationId xmlns:a16="http://schemas.microsoft.com/office/drawing/2014/main" id="{AD65826C-E680-D935-63A7-A436D4F6A4F7}"/>
              </a:ext>
            </a:extLst>
          </p:cNvPr>
          <p:cNvSpPr>
            <a:spLocks noGrp="1"/>
          </p:cNvSpPr>
          <p:nvPr>
            <p:ph type="dt" sz="half" idx="10"/>
          </p:nvPr>
        </p:nvSpPr>
        <p:spPr/>
        <p:txBody>
          <a:bodyPr/>
          <a:lstStyle/>
          <a:p>
            <a:fld id="{42628A07-F0D7-471C-A13C-E725AF7B83B4}" type="datetime1">
              <a:rPr lang="fr-FR" smtClean="0"/>
              <a:t>24/07/2026</a:t>
            </a:fld>
            <a:endParaRPr lang="en-US"/>
          </a:p>
        </p:txBody>
      </p:sp>
      <p:sp>
        <p:nvSpPr>
          <p:cNvPr id="6" name="Titre 5">
            <a:extLst>
              <a:ext uri="{FF2B5EF4-FFF2-40B4-BE49-F238E27FC236}">
                <a16:creationId xmlns:a16="http://schemas.microsoft.com/office/drawing/2014/main" id="{3B6B647D-2E05-EEC2-CD81-504431667572}"/>
              </a:ext>
            </a:extLst>
          </p:cNvPr>
          <p:cNvSpPr>
            <a:spLocks noGrp="1"/>
          </p:cNvSpPr>
          <p:nvPr>
            <p:ph type="title"/>
          </p:nvPr>
        </p:nvSpPr>
        <p:spPr/>
        <p:txBody>
          <a:bodyPr/>
          <a:lstStyle/>
          <a:p>
            <a:r>
              <a:rPr lang="en-US"/>
              <a:t>Main irritants impacting the customer experience</a:t>
            </a:r>
            <a:endParaRPr lang="fr-FR"/>
          </a:p>
        </p:txBody>
      </p:sp>
      <p:sp>
        <p:nvSpPr>
          <p:cNvPr id="9" name="Tijdelijke aanduiding voor tekst 5">
            <a:extLst>
              <a:ext uri="{FF2B5EF4-FFF2-40B4-BE49-F238E27FC236}">
                <a16:creationId xmlns:a16="http://schemas.microsoft.com/office/drawing/2014/main" id="{84634A33-199F-CB5B-FF3A-313257C51E9B}"/>
              </a:ext>
            </a:extLst>
          </p:cNvPr>
          <p:cNvSpPr txBox="1">
            <a:spLocks/>
          </p:cNvSpPr>
          <p:nvPr/>
        </p:nvSpPr>
        <p:spPr>
          <a:xfrm>
            <a:off x="527755" y="1508939"/>
            <a:ext cx="6460872" cy="4811981"/>
          </a:xfrm>
          <a:prstGeom prst="rect">
            <a:avLst/>
          </a:prstGeom>
        </p:spPr>
        <p:txBody>
          <a:bodyPr vert="horz" lIns="0" tIns="0" rIns="0" bIns="0" rtlCol="0" anchor="t">
            <a:noAutofit/>
          </a:bodyPr>
          <a:lstStyle>
            <a:lvl1pPr marL="266700" indent="-266700" algn="l" defTabSz="914400" rtl="0" eaLnBrk="1" latinLnBrk="0" hangingPunct="1">
              <a:lnSpc>
                <a:spcPct val="90000"/>
              </a:lnSpc>
              <a:spcBef>
                <a:spcPts val="600"/>
              </a:spcBef>
              <a:spcAft>
                <a:spcPts val="600"/>
              </a:spcAft>
              <a:buClr>
                <a:schemeClr val="bg2"/>
              </a:buClr>
              <a:buFontTx/>
              <a:buBlip>
                <a:blip>
                  <a:extLst>
                    <a:ext uri="{96DAC541-7B7A-43D3-8B79-37D633B846F1}">
                      <asvg:svgBlip xmlns:asvg="http://schemas.microsoft.com/office/drawing/2016/SVG/main" r:embed="rId3"/>
                    </a:ext>
                  </a:extLst>
                </a:blip>
              </a:buBlip>
              <a:tabLst/>
              <a:defRPr sz="1600" kern="1200">
                <a:solidFill>
                  <a:schemeClr val="tx2"/>
                </a:solidFill>
                <a:latin typeface="+mn-lt"/>
                <a:ea typeface="+mn-ea"/>
                <a:cs typeface="+mn-cs"/>
              </a:defRPr>
            </a:lvl1pPr>
            <a:lvl2pPr marL="533400" indent="-266700" algn="l" defTabSz="914400" rtl="0" eaLnBrk="1" latinLnBrk="0" hangingPunct="1">
              <a:lnSpc>
                <a:spcPct val="90000"/>
              </a:lnSpc>
              <a:spcBef>
                <a:spcPts val="600"/>
              </a:spcBef>
              <a:spcAft>
                <a:spcPts val="600"/>
              </a:spcAft>
              <a:buFontTx/>
              <a:buBlip>
                <a:blip>
                  <a:extLst>
                    <a:ext uri="{96DAC541-7B7A-43D3-8B79-37D633B846F1}">
                      <asvg:svgBlip xmlns:asvg="http://schemas.microsoft.com/office/drawing/2016/SVG/main" r:embed="rId3"/>
                    </a:ext>
                  </a:extLst>
                </a:blip>
              </a:buBlip>
              <a:tabLst/>
              <a:defRPr sz="1600" kern="1200">
                <a:solidFill>
                  <a:schemeClr val="tx2"/>
                </a:solidFill>
                <a:latin typeface="+mn-lt"/>
                <a:ea typeface="+mn-ea"/>
                <a:cs typeface="+mn-cs"/>
              </a:defRPr>
            </a:lvl2pPr>
            <a:lvl3pPr marL="800100" indent="-266700" algn="l" defTabSz="914400" rtl="0" eaLnBrk="1" latinLnBrk="0" hangingPunct="1">
              <a:lnSpc>
                <a:spcPct val="90000"/>
              </a:lnSpc>
              <a:spcBef>
                <a:spcPts val="600"/>
              </a:spcBef>
              <a:spcAft>
                <a:spcPts val="600"/>
              </a:spcAft>
              <a:buClr>
                <a:schemeClr val="tx2"/>
              </a:buClr>
              <a:buFont typeface="Systeemlettertype regulier"/>
              <a:buChar char="⎼"/>
              <a:tabLst/>
              <a:defRPr sz="1400" kern="1200">
                <a:solidFill>
                  <a:schemeClr val="tx2"/>
                </a:solidFill>
                <a:latin typeface="+mn-lt"/>
                <a:ea typeface="+mn-ea"/>
                <a:cs typeface="+mn-cs"/>
              </a:defRPr>
            </a:lvl3pPr>
            <a:lvl4pPr marL="0"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n-lt"/>
                <a:ea typeface="+mn-ea"/>
                <a:cs typeface="+mn-cs"/>
              </a:defRPr>
            </a:lvl4pPr>
            <a:lvl5pPr marL="7938" indent="0" algn="l" defTabSz="914400" rtl="0" eaLnBrk="1" latinLnBrk="0" hangingPunct="1">
              <a:lnSpc>
                <a:spcPct val="90000"/>
              </a:lnSpc>
              <a:spcBef>
                <a:spcPts val="600"/>
              </a:spcBef>
              <a:spcAft>
                <a:spcPts val="600"/>
              </a:spcAft>
              <a:buFont typeface="Arial" panose="020B0604020202020204" pitchFamily="34" charset="0"/>
              <a:buNone/>
              <a:tabLst/>
              <a:defRPr sz="2400" kern="1200">
                <a:solidFill>
                  <a:schemeClr val="tx2"/>
                </a:solidFill>
                <a:latin typeface="+mj-lt"/>
                <a:ea typeface="+mn-ea"/>
                <a:cs typeface="+mn-cs"/>
              </a:defRPr>
            </a:lvl5pPr>
            <a:lvl6pPr marL="7938" indent="0" algn="l" defTabSz="914400" rtl="0" eaLnBrk="1" latinLnBrk="0" hangingPunct="1">
              <a:lnSpc>
                <a:spcPct val="90000"/>
              </a:lnSpc>
              <a:spcBef>
                <a:spcPts val="600"/>
              </a:spcBef>
              <a:spcAft>
                <a:spcPts val="600"/>
              </a:spcAft>
              <a:buFont typeface="Arial" panose="020B0604020202020204" pitchFamily="34" charset="0"/>
              <a:buNone/>
              <a:tabLst/>
              <a:defRPr sz="1600" kern="1200">
                <a:solidFill>
                  <a:schemeClr val="tx2"/>
                </a:solidFill>
                <a:latin typeface="+mj-lt"/>
                <a:ea typeface="+mn-ea"/>
                <a:cs typeface="+mn-cs"/>
              </a:defRPr>
            </a:lvl6pPr>
            <a:lvl7pPr marL="355600" indent="-352425" algn="l" defTabSz="914400" rtl="0" eaLnBrk="1" latinLnBrk="0" hangingPunct="1">
              <a:lnSpc>
                <a:spcPct val="90000"/>
              </a:lnSpc>
              <a:spcBef>
                <a:spcPts val="600"/>
              </a:spcBef>
              <a:spcAft>
                <a:spcPts val="600"/>
              </a:spcAft>
              <a:buFont typeface="+mj-lt"/>
              <a:buAutoNum type="arabicPeriod"/>
              <a:tabLst/>
              <a:defRPr sz="1600" kern="1200">
                <a:solidFill>
                  <a:schemeClr val="tx2"/>
                </a:solidFill>
                <a:latin typeface="+mn-lt"/>
                <a:ea typeface="+mn-ea"/>
                <a:cs typeface="+mn-cs"/>
              </a:defRPr>
            </a:lvl7pPr>
            <a:lvl8pPr marL="355600" indent="-352425" algn="l" defTabSz="914400" rtl="0" eaLnBrk="1" latinLnBrk="0" hangingPunct="1">
              <a:lnSpc>
                <a:spcPct val="90000"/>
              </a:lnSpc>
              <a:spcBef>
                <a:spcPts val="600"/>
              </a:spcBef>
              <a:spcAft>
                <a:spcPts val="600"/>
              </a:spcAft>
              <a:buFont typeface="+mj-lt"/>
              <a:buAutoNum type="alphaLcPeriod"/>
              <a:tabLst/>
              <a:defRPr sz="1600" kern="1200">
                <a:solidFill>
                  <a:schemeClr val="tx2"/>
                </a:solidFill>
                <a:latin typeface="+mn-lt"/>
                <a:ea typeface="+mn-ea"/>
                <a:cs typeface="+mn-cs"/>
              </a:defRPr>
            </a:lvl8pPr>
            <a:lvl9pPr marL="3175" indent="0" algn="l" defTabSz="914400" rtl="0" eaLnBrk="1" latinLnBrk="0" hangingPunct="1">
              <a:lnSpc>
                <a:spcPct val="90000"/>
              </a:lnSpc>
              <a:spcBef>
                <a:spcPts val="600"/>
              </a:spcBef>
              <a:spcAft>
                <a:spcPts val="600"/>
              </a:spcAft>
              <a:buFont typeface="Arial" panose="020B0604020202020204" pitchFamily="34" charset="0"/>
              <a:buNone/>
              <a:tabLst/>
              <a:defRPr sz="1200" i="1" kern="1200">
                <a:solidFill>
                  <a:schemeClr val="bg1">
                    <a:lumMod val="65000"/>
                  </a:schemeClr>
                </a:solidFill>
                <a:latin typeface="+mn-lt"/>
                <a:ea typeface="+mn-ea"/>
                <a:cs typeface="+mn-cs"/>
              </a:defRPr>
            </a:lvl9pPr>
          </a:lstStyle>
          <a:p>
            <a:pPr marL="0" lvl="0" indent="0">
              <a:buClr>
                <a:srgbClr val="045E51"/>
              </a:buClr>
              <a:buNone/>
              <a:defRPr/>
            </a:pPr>
            <a:r>
              <a:rPr kumimoji="0" lang="fr-FR" sz="1400" b="1" i="0" u="none" strike="noStrike" kern="1200" cap="none" spc="0" normalizeH="0" baseline="0" noProof="0">
                <a:ln>
                  <a:noFill/>
                </a:ln>
                <a:solidFill>
                  <a:schemeClr val="tx1"/>
                </a:solidFill>
                <a:effectLst/>
                <a:uLnTx/>
                <a:uFillTx/>
                <a:latin typeface="+mj-lt"/>
                <a:ea typeface="+mn-ea"/>
                <a:cs typeface="+mn-cs"/>
              </a:rPr>
              <a:t>1</a:t>
            </a:r>
            <a:r>
              <a:rPr lang="fr-FR" sz="1400" b="1">
                <a:solidFill>
                  <a:schemeClr val="tx1"/>
                </a:solidFill>
                <a:latin typeface="+mj-lt"/>
              </a:rPr>
              <a:t>. </a:t>
            </a:r>
            <a:r>
              <a:rPr lang="fr-FR" sz="1400" b="1" err="1">
                <a:solidFill>
                  <a:schemeClr val="tx1"/>
                </a:solidFill>
                <a:latin typeface="+mj-lt"/>
              </a:rPr>
              <a:t>Temperature</a:t>
            </a:r>
            <a:r>
              <a:rPr lang="fr-FR" sz="1400" b="1">
                <a:solidFill>
                  <a:schemeClr val="tx1"/>
                </a:solidFill>
                <a:latin typeface="+mj-lt"/>
              </a:rPr>
              <a:t> issues </a:t>
            </a:r>
            <a:endParaRPr kumimoji="0" lang="fr-FR" sz="1400" b="1" i="0" u="none" strike="noStrike" kern="1200" cap="none" spc="0" normalizeH="0" baseline="0" noProof="0">
              <a:ln>
                <a:noFill/>
              </a:ln>
              <a:solidFill>
                <a:schemeClr val="tx1"/>
              </a:solidFill>
              <a:effectLst/>
              <a:uLnTx/>
              <a:uFillTx/>
              <a:latin typeface="+mj-lt"/>
              <a:ea typeface="+mn-ea"/>
              <a:cs typeface="+mn-cs"/>
            </a:endParaRPr>
          </a:p>
          <a:p>
            <a:pPr lvl="0">
              <a:buClr>
                <a:srgbClr val="045E51"/>
              </a:buClr>
              <a:defRPr/>
            </a:pPr>
            <a:r>
              <a:rPr lang="en-US" sz="1400">
                <a:solidFill>
                  <a:schemeClr val="tx1"/>
                </a:solidFill>
                <a:latin typeface="+mj-lt"/>
                <a:cs typeface="Bagoss Standard"/>
              </a:rPr>
              <a:t>The water and air temperature is often too cold, especially for children, which creates frustration</a:t>
            </a:r>
            <a:r>
              <a:rPr kumimoji="0" lang="fr-FR" sz="1400" i="0" u="none" strike="noStrike" kern="1200" cap="none" spc="0" normalizeH="0" baseline="0" noProof="0">
                <a:ln>
                  <a:noFill/>
                </a:ln>
                <a:solidFill>
                  <a:schemeClr val="tx1"/>
                </a:solidFill>
                <a:effectLst/>
                <a:uLnTx/>
                <a:uFillTx/>
                <a:latin typeface="+mj-lt"/>
                <a:ea typeface="+mn-ea"/>
                <a:cs typeface="Bagoss Standard"/>
              </a:rPr>
              <a:t>.</a:t>
            </a:r>
          </a:p>
          <a:p>
            <a:pPr marL="0" lvl="0" indent="0">
              <a:buClr>
                <a:srgbClr val="045E51"/>
              </a:buClr>
              <a:buNone/>
              <a:defRPr/>
            </a:pPr>
            <a:r>
              <a:rPr lang="fr-FR" sz="1400" b="1">
                <a:solidFill>
                  <a:schemeClr val="tx1"/>
                </a:solidFill>
              </a:rPr>
              <a:t>2. </a:t>
            </a:r>
            <a:r>
              <a:rPr lang="fr-FR" sz="1400" b="1" err="1">
                <a:solidFill>
                  <a:schemeClr val="tx1"/>
                </a:solidFill>
              </a:rPr>
              <a:t>Overcrowding</a:t>
            </a:r>
            <a:r>
              <a:rPr lang="fr-FR" sz="1400" b="1">
                <a:solidFill>
                  <a:schemeClr val="tx1"/>
                </a:solidFill>
              </a:rPr>
              <a:t> and queues </a:t>
            </a:r>
          </a:p>
          <a:p>
            <a:pPr lvl="0">
              <a:buClr>
                <a:srgbClr val="045E51"/>
              </a:buClr>
              <a:defRPr/>
            </a:pPr>
            <a:r>
              <a:rPr lang="en-US" sz="1400">
                <a:solidFill>
                  <a:schemeClr val="tx1"/>
                </a:solidFill>
                <a:cs typeface="Bagoss Standard"/>
              </a:rPr>
              <a:t>Overcrowding during peak periods leads to noise, long queues and a lack of seats</a:t>
            </a:r>
            <a:r>
              <a:rPr lang="fr-FR" sz="1400">
                <a:solidFill>
                  <a:schemeClr val="tx1"/>
                </a:solidFill>
                <a:cs typeface="Bagoss Standard"/>
              </a:rPr>
              <a:t>.</a:t>
            </a:r>
          </a:p>
          <a:p>
            <a:pPr marL="0" lvl="0" indent="0">
              <a:buClr>
                <a:srgbClr val="045E51"/>
              </a:buClr>
              <a:buNone/>
              <a:defRPr/>
            </a:pPr>
            <a:r>
              <a:rPr lang="fr-FR" sz="1400" b="1">
                <a:solidFill>
                  <a:schemeClr val="tx1"/>
                </a:solidFill>
              </a:rPr>
              <a:t>3. Lack of </a:t>
            </a:r>
            <a:r>
              <a:rPr lang="fr-FR" sz="1400" b="1" err="1">
                <a:solidFill>
                  <a:schemeClr val="tx1"/>
                </a:solidFill>
              </a:rPr>
              <a:t>comfort</a:t>
            </a:r>
            <a:r>
              <a:rPr lang="fr-FR" sz="1400" b="1">
                <a:solidFill>
                  <a:schemeClr val="tx1"/>
                </a:solidFill>
              </a:rPr>
              <a:t> </a:t>
            </a:r>
          </a:p>
          <a:p>
            <a:pPr lvl="0">
              <a:buClr>
                <a:srgbClr val="045E51"/>
              </a:buClr>
              <a:defRPr/>
            </a:pPr>
            <a:r>
              <a:rPr lang="en-US" sz="1400">
                <a:solidFill>
                  <a:schemeClr val="tx1"/>
                </a:solidFill>
              </a:rPr>
              <a:t>The quiet areas and relaxation areas are insufficient, and the changing rooms are often saturated, affecting comfort</a:t>
            </a:r>
            <a:r>
              <a:rPr lang="fr-FR" sz="1400">
                <a:solidFill>
                  <a:schemeClr val="tx1"/>
                </a:solidFill>
              </a:rPr>
              <a:t>.</a:t>
            </a:r>
          </a:p>
          <a:p>
            <a:pPr marL="0" lvl="0" indent="0">
              <a:buClr>
                <a:srgbClr val="045E51"/>
              </a:buClr>
              <a:buNone/>
              <a:defRPr/>
            </a:pPr>
            <a:r>
              <a:rPr lang="fr-FR" sz="1400" b="1">
                <a:solidFill>
                  <a:schemeClr val="tx1"/>
                </a:solidFill>
              </a:rPr>
              <a:t>4. Maintenance and </a:t>
            </a:r>
            <a:r>
              <a:rPr lang="fr-FR" sz="1400" b="1" err="1">
                <a:solidFill>
                  <a:schemeClr val="tx1"/>
                </a:solidFill>
              </a:rPr>
              <a:t>cleanliness</a:t>
            </a:r>
            <a:r>
              <a:rPr lang="fr-FR" sz="1400" b="1">
                <a:solidFill>
                  <a:schemeClr val="tx1"/>
                </a:solidFill>
              </a:rPr>
              <a:t> </a:t>
            </a:r>
          </a:p>
          <a:p>
            <a:pPr lvl="0">
              <a:buClr>
                <a:srgbClr val="045E51"/>
              </a:buClr>
              <a:defRPr/>
            </a:pPr>
            <a:r>
              <a:rPr lang="en-US" sz="1400">
                <a:solidFill>
                  <a:schemeClr val="tx1"/>
                </a:solidFill>
                <a:cs typeface="Bagoss Standard"/>
              </a:rPr>
              <a:t>The dilapidated and closed equipment degrades the experience, while the cleanliness of the showers and toilets is sometimes criticized</a:t>
            </a:r>
            <a:r>
              <a:rPr lang="fr-FR" sz="1400">
                <a:solidFill>
                  <a:schemeClr val="tx1"/>
                </a:solidFill>
                <a:cs typeface="Bagoss Standard"/>
              </a:rPr>
              <a:t>.</a:t>
            </a:r>
          </a:p>
          <a:p>
            <a:pPr marL="0" lvl="0" indent="0">
              <a:buClr>
                <a:srgbClr val="045E51"/>
              </a:buClr>
              <a:buNone/>
              <a:defRPr/>
            </a:pPr>
            <a:r>
              <a:rPr lang="fr-FR" sz="1400" b="1">
                <a:solidFill>
                  <a:schemeClr val="tx1"/>
                </a:solidFill>
              </a:rPr>
              <a:t>5. </a:t>
            </a:r>
            <a:r>
              <a:rPr lang="fr-FR" sz="1400" b="1" err="1">
                <a:solidFill>
                  <a:schemeClr val="tx1"/>
                </a:solidFill>
              </a:rPr>
              <a:t>Insufficient</a:t>
            </a:r>
            <a:r>
              <a:rPr lang="fr-FR" sz="1400" b="1">
                <a:solidFill>
                  <a:schemeClr val="tx1"/>
                </a:solidFill>
              </a:rPr>
              <a:t> </a:t>
            </a:r>
            <a:r>
              <a:rPr lang="fr-FR" sz="1400" b="1" err="1">
                <a:solidFill>
                  <a:schemeClr val="tx1"/>
                </a:solidFill>
              </a:rPr>
              <a:t>adult</a:t>
            </a:r>
            <a:r>
              <a:rPr lang="fr-FR" sz="1400" b="1">
                <a:solidFill>
                  <a:schemeClr val="tx1"/>
                </a:solidFill>
              </a:rPr>
              <a:t> </a:t>
            </a:r>
            <a:r>
              <a:rPr lang="fr-FR" sz="1400" b="1" err="1">
                <a:solidFill>
                  <a:schemeClr val="tx1"/>
                </a:solidFill>
              </a:rPr>
              <a:t>supply</a:t>
            </a:r>
            <a:r>
              <a:rPr lang="fr-FR" sz="1400" b="1">
                <a:solidFill>
                  <a:schemeClr val="tx1"/>
                </a:solidFill>
              </a:rPr>
              <a:t> </a:t>
            </a:r>
          </a:p>
          <a:p>
            <a:pPr lvl="0">
              <a:buClr>
                <a:srgbClr val="045E51"/>
              </a:buClr>
              <a:defRPr/>
            </a:pPr>
            <a:r>
              <a:rPr lang="en-US" sz="1400">
                <a:solidFill>
                  <a:schemeClr val="tx1"/>
                </a:solidFill>
                <a:cs typeface="Bagoss Standard"/>
              </a:rPr>
              <a:t>lack of facilities (spa / </a:t>
            </a:r>
            <a:r>
              <a:rPr lang="en-US" sz="1400" err="1">
                <a:solidFill>
                  <a:schemeClr val="tx1"/>
                </a:solidFill>
                <a:cs typeface="Bagoss Standard"/>
              </a:rPr>
              <a:t>jacuzzisauna</a:t>
            </a:r>
            <a:r>
              <a:rPr lang="en-US" sz="1400">
                <a:solidFill>
                  <a:schemeClr val="tx1"/>
                </a:solidFill>
                <a:cs typeface="Bagoss Standard"/>
              </a:rPr>
              <a:t> / hammam), quiet areas, not suitable without children</a:t>
            </a:r>
            <a:endParaRPr kumimoji="0" lang="fr-FR" sz="1400" i="0" u="none" strike="noStrike" kern="1200" cap="none" spc="0" normalizeH="0" baseline="0" noProof="0">
              <a:ln>
                <a:noFill/>
              </a:ln>
              <a:solidFill>
                <a:schemeClr val="tx1"/>
              </a:solidFill>
              <a:effectLst/>
              <a:uLnTx/>
              <a:uFillTx/>
              <a:latin typeface="Bagoss Standard"/>
              <a:ea typeface="+mn-ea"/>
              <a:cs typeface="Bagoss Standard"/>
            </a:endParaRPr>
          </a:p>
          <a:p>
            <a:pPr marL="0" marR="0" lvl="0" indent="0" algn="l" defTabSz="914400" rtl="0" eaLnBrk="1" fontAlgn="auto" latinLnBrk="0" hangingPunct="1">
              <a:lnSpc>
                <a:spcPct val="90000"/>
              </a:lnSpc>
              <a:spcBef>
                <a:spcPts val="600"/>
              </a:spcBef>
              <a:spcAft>
                <a:spcPts val="600"/>
              </a:spcAft>
              <a:buClr>
                <a:srgbClr val="045E51"/>
              </a:buClr>
              <a:buSzTx/>
              <a:buNone/>
              <a:tabLst/>
              <a:defRPr/>
            </a:pPr>
            <a:endParaRPr kumimoji="0" lang="fr-FR" sz="1400" i="0" u="none" strike="noStrike" kern="1200" cap="none" spc="0" normalizeH="0" baseline="0" noProof="0">
              <a:ln>
                <a:noFill/>
              </a:ln>
              <a:solidFill>
                <a:schemeClr val="tx1"/>
              </a:solidFill>
              <a:effectLst/>
              <a:uLnTx/>
              <a:uFillTx/>
              <a:latin typeface="Bagoss Standard"/>
              <a:ea typeface="+mn-ea"/>
              <a:cs typeface="Bagoss Standard"/>
            </a:endParaRPr>
          </a:p>
        </p:txBody>
      </p:sp>
    </p:spTree>
    <p:extLst>
      <p:ext uri="{BB962C8B-B14F-4D97-AF65-F5344CB8AC3E}">
        <p14:creationId xmlns:p14="http://schemas.microsoft.com/office/powerpoint/2010/main" val="4066722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1C8B5-DB40-BAB5-3D62-5DB8A96792D2}"/>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2FF8E4E5-3C4A-9307-9310-A3208A692255}"/>
              </a:ext>
            </a:extLst>
          </p:cNvPr>
          <p:cNvSpPr>
            <a:spLocks noGrp="1"/>
          </p:cNvSpPr>
          <p:nvPr>
            <p:ph type="sldNum" sz="quarter" idx="12"/>
          </p:nvPr>
        </p:nvSpPr>
        <p:spPr/>
        <p:txBody>
          <a:bodyPr/>
          <a:lstStyle/>
          <a:p>
            <a:fld id="{0D2E6A04-B99A-6C4D-8942-945F97C9E705}" type="slidenum">
              <a:rPr lang="en-US" smtClean="0"/>
              <a:pPr/>
              <a:t>19</a:t>
            </a:fld>
            <a:endParaRPr lang="en-US"/>
          </a:p>
        </p:txBody>
      </p:sp>
      <p:sp>
        <p:nvSpPr>
          <p:cNvPr id="3" name="Espace réservé de la date 2">
            <a:extLst>
              <a:ext uri="{FF2B5EF4-FFF2-40B4-BE49-F238E27FC236}">
                <a16:creationId xmlns:a16="http://schemas.microsoft.com/office/drawing/2014/main" id="{7C6ECB7C-BE67-D3FC-BDD7-49EFA56B4BF3}"/>
              </a:ext>
            </a:extLst>
          </p:cNvPr>
          <p:cNvSpPr>
            <a:spLocks noGrp="1"/>
          </p:cNvSpPr>
          <p:nvPr>
            <p:ph type="dt" sz="half" idx="10"/>
          </p:nvPr>
        </p:nvSpPr>
        <p:spPr/>
        <p:txBody>
          <a:bodyPr/>
          <a:lstStyle/>
          <a:p>
            <a:fld id="{05C20A28-4BAC-4477-9026-1E123DBFBC43}" type="datetime1">
              <a:rPr lang="fr-FR" smtClean="0"/>
              <a:t>24/07/2026</a:t>
            </a:fld>
            <a:endParaRPr lang="en-US"/>
          </a:p>
        </p:txBody>
      </p:sp>
      <p:sp>
        <p:nvSpPr>
          <p:cNvPr id="5" name="Titre 4">
            <a:extLst>
              <a:ext uri="{FF2B5EF4-FFF2-40B4-BE49-F238E27FC236}">
                <a16:creationId xmlns:a16="http://schemas.microsoft.com/office/drawing/2014/main" id="{D61B9A94-04F6-728A-0735-3A6A2CFD4471}"/>
              </a:ext>
            </a:extLst>
          </p:cNvPr>
          <p:cNvSpPr>
            <a:spLocks noGrp="1"/>
          </p:cNvSpPr>
          <p:nvPr>
            <p:ph type="title"/>
          </p:nvPr>
        </p:nvSpPr>
        <p:spPr/>
        <p:txBody>
          <a:bodyPr/>
          <a:lstStyle/>
          <a:p>
            <a:r>
              <a:rPr lang="fr-FR" err="1"/>
              <a:t>Strengths</a:t>
            </a:r>
            <a:r>
              <a:rPr lang="fr-FR"/>
              <a:t> and </a:t>
            </a:r>
            <a:r>
              <a:rPr lang="fr-FR" err="1"/>
              <a:t>Weaknesses</a:t>
            </a:r>
            <a:endParaRPr lang="fr-FR"/>
          </a:p>
        </p:txBody>
      </p:sp>
      <p:sp>
        <p:nvSpPr>
          <p:cNvPr id="27" name="ZoneTexte 26">
            <a:extLst>
              <a:ext uri="{FF2B5EF4-FFF2-40B4-BE49-F238E27FC236}">
                <a16:creationId xmlns:a16="http://schemas.microsoft.com/office/drawing/2014/main" id="{301D1E39-76D9-5B7E-2BF6-2E4957C74F74}"/>
              </a:ext>
            </a:extLst>
          </p:cNvPr>
          <p:cNvSpPr txBox="1"/>
          <p:nvPr/>
        </p:nvSpPr>
        <p:spPr>
          <a:xfrm>
            <a:off x="1056344" y="1636810"/>
            <a:ext cx="4658656" cy="4807470"/>
          </a:xfrm>
          <a:prstGeom prst="rect">
            <a:avLst/>
          </a:prstGeom>
          <a:noFill/>
          <a:ln>
            <a:solidFill>
              <a:schemeClr val="accent2">
                <a:lumMod val="75000"/>
              </a:schemeClr>
            </a:solidFill>
          </a:ln>
        </p:spPr>
        <p:txBody>
          <a:bodyPr wrap="square">
            <a:spAutoFit/>
          </a:bodyPr>
          <a:lstStyle/>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Immersive tropical atmosphere
Essential activity of the stay
Strong family experience
Slides and fun activities appreciated
Popular wave pool
Activity adapted for all weathers
Moments of relaxation and relaxation
Activities popular with children
A good complement to the Center Parcs experience
Very strong "holiday" atmosphere
Varied offer for different ages
Generally appreciated staff
Positive emotional experience
High perceived value to families</a:t>
            </a:r>
            <a:endParaRPr lang="fr-FR" sz="1400"/>
          </a:p>
        </p:txBody>
      </p:sp>
      <p:sp>
        <p:nvSpPr>
          <p:cNvPr id="28" name="ZoneTexte 27">
            <a:extLst>
              <a:ext uri="{FF2B5EF4-FFF2-40B4-BE49-F238E27FC236}">
                <a16:creationId xmlns:a16="http://schemas.microsoft.com/office/drawing/2014/main" id="{0EAC5251-2A5C-CCC3-12E5-9804FF8DEFB1}"/>
              </a:ext>
            </a:extLst>
          </p:cNvPr>
          <p:cNvSpPr txBox="1"/>
          <p:nvPr/>
        </p:nvSpPr>
        <p:spPr>
          <a:xfrm>
            <a:off x="6785265" y="1636810"/>
            <a:ext cx="4745742" cy="4653582"/>
          </a:xfrm>
          <a:prstGeom prst="rect">
            <a:avLst/>
          </a:prstGeom>
          <a:noFill/>
          <a:ln>
            <a:solidFill>
              <a:schemeClr val="accent2">
                <a:lumMod val="75000"/>
              </a:schemeClr>
            </a:solidFill>
          </a:ln>
        </p:spPr>
        <p:txBody>
          <a:bodyPr wrap="square">
            <a:spAutoFit/>
          </a:bodyPr>
          <a:lstStyle/>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Overcrowding / too many people</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Queues at attractions</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Water sometimes considered too cold</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Inconvenient locker rooms</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Lack of lockers/hooks</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Difficulty finding quiet spaces</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Insufficient size of some areas</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Feeling of limited space during peak periods</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Visitor flow management could be improved</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Some infrastructure perceived as aging</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Opening hours or accessibility sometimes considered limited</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Varying level of cleanliness at different times</a:t>
            </a:r>
          </a:p>
          <a:p>
            <a:pPr marL="266700" indent="-266700">
              <a:lnSpc>
                <a:spcPct val="90000"/>
              </a:lnSpc>
              <a:spcBef>
                <a:spcPts val="600"/>
              </a:spcBef>
              <a:spcAft>
                <a:spcPts val="600"/>
              </a:spcAft>
              <a:buClr>
                <a:srgbClr val="045E51"/>
              </a:buClr>
              <a:buBlip>
                <a:blip>
                  <a:extLst>
                    <a:ext uri="{96DAC541-7B7A-43D3-8B79-37D633B846F1}">
                      <asvg:svgBlip xmlns:asvg="http://schemas.microsoft.com/office/drawing/2016/SVG/main" r:embed="rId2"/>
                    </a:ext>
                  </a:extLst>
                </a:blip>
              </a:buBlip>
              <a:defRPr/>
            </a:pPr>
            <a:r>
              <a:rPr lang="en-US" sz="1400"/>
              <a:t>Noise and agitation in some areas</a:t>
            </a:r>
          </a:p>
        </p:txBody>
      </p:sp>
      <p:pic>
        <p:nvPicPr>
          <p:cNvPr id="31" name="Graphique 30" descr="Signe pouce en haut avec un remplissage uni">
            <a:extLst>
              <a:ext uri="{FF2B5EF4-FFF2-40B4-BE49-F238E27FC236}">
                <a16:creationId xmlns:a16="http://schemas.microsoft.com/office/drawing/2014/main" id="{50495EFD-4701-0525-1499-C0C2767202B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40795" y="947057"/>
            <a:ext cx="689753" cy="689753"/>
          </a:xfrm>
          <a:prstGeom prst="rect">
            <a:avLst/>
          </a:prstGeom>
        </p:spPr>
      </p:pic>
      <p:pic>
        <p:nvPicPr>
          <p:cNvPr id="32" name="Graphique 31" descr="Signe pouce en haut avec un remplissage uni">
            <a:extLst>
              <a:ext uri="{FF2B5EF4-FFF2-40B4-BE49-F238E27FC236}">
                <a16:creationId xmlns:a16="http://schemas.microsoft.com/office/drawing/2014/main" id="{D48F5D88-C887-170B-ADFC-C72896D883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8813259" y="947057"/>
            <a:ext cx="689753" cy="689753"/>
          </a:xfrm>
          <a:prstGeom prst="rect">
            <a:avLst/>
          </a:prstGeom>
        </p:spPr>
      </p:pic>
    </p:spTree>
    <p:extLst>
      <p:ext uri="{BB962C8B-B14F-4D97-AF65-F5344CB8AC3E}">
        <p14:creationId xmlns:p14="http://schemas.microsoft.com/office/powerpoint/2010/main" val="1133836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B70BFB-1F77-1B8A-0A25-9A8F4981EC28}"/>
              </a:ext>
            </a:extLst>
          </p:cNvPr>
          <p:cNvSpPr>
            <a:spLocks noGrp="1"/>
          </p:cNvSpPr>
          <p:nvPr>
            <p:ph type="title"/>
          </p:nvPr>
        </p:nvSpPr>
        <p:spPr/>
        <p:txBody>
          <a:bodyPr/>
          <a:lstStyle/>
          <a:p>
            <a:r>
              <a:rPr lang="fr-FR" err="1"/>
              <a:t>Thank</a:t>
            </a:r>
            <a:r>
              <a:rPr lang="fr-FR"/>
              <a:t> </a:t>
            </a:r>
            <a:r>
              <a:rPr lang="fr-FR" err="1"/>
              <a:t>you</a:t>
            </a:r>
            <a:endParaRPr lang="fr-FR"/>
          </a:p>
        </p:txBody>
      </p:sp>
      <p:sp>
        <p:nvSpPr>
          <p:cNvPr id="3" name="Espace réservé de la date 2">
            <a:extLst>
              <a:ext uri="{FF2B5EF4-FFF2-40B4-BE49-F238E27FC236}">
                <a16:creationId xmlns:a16="http://schemas.microsoft.com/office/drawing/2014/main" id="{B89B98C5-41FC-0DCB-E387-54389BC866CA}"/>
              </a:ext>
            </a:extLst>
          </p:cNvPr>
          <p:cNvSpPr>
            <a:spLocks noGrp="1"/>
          </p:cNvSpPr>
          <p:nvPr>
            <p:ph type="dt" sz="half" idx="10"/>
          </p:nvPr>
        </p:nvSpPr>
        <p:spPr/>
        <p:txBody>
          <a:bodyPr/>
          <a:lstStyle/>
          <a:p>
            <a:fld id="{CACEA970-51D5-41D8-BAF3-D0927549698A}" type="datetime1">
              <a:rPr lang="fr-FR" smtClean="0"/>
              <a:t>24/07/2026</a:t>
            </a:fld>
            <a:endParaRPr lang="en-US"/>
          </a:p>
        </p:txBody>
      </p:sp>
      <p:sp>
        <p:nvSpPr>
          <p:cNvPr id="4" name="Espace réservé du texte 3">
            <a:extLst>
              <a:ext uri="{FF2B5EF4-FFF2-40B4-BE49-F238E27FC236}">
                <a16:creationId xmlns:a16="http://schemas.microsoft.com/office/drawing/2014/main" id="{560136DB-0821-7040-49F8-875B39E38C39}"/>
              </a:ext>
            </a:extLst>
          </p:cNvPr>
          <p:cNvSpPr>
            <a:spLocks noGrp="1"/>
          </p:cNvSpPr>
          <p:nvPr>
            <p:ph type="body" sz="quarter" idx="11"/>
          </p:nvPr>
        </p:nvSpPr>
        <p:spPr/>
        <p:txBody>
          <a:bodyPr/>
          <a:lstStyle/>
          <a:p>
            <a:endParaRPr lang="fr-FR"/>
          </a:p>
        </p:txBody>
      </p:sp>
    </p:spTree>
    <p:extLst>
      <p:ext uri="{BB962C8B-B14F-4D97-AF65-F5344CB8AC3E}">
        <p14:creationId xmlns:p14="http://schemas.microsoft.com/office/powerpoint/2010/main" val="3466029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8A3031-4752-4CF7-8B4F-CB617AEF5F0E}"/>
              </a:ext>
            </a:extLst>
          </p:cNvPr>
          <p:cNvSpPr>
            <a:spLocks noGrp="1"/>
          </p:cNvSpPr>
          <p:nvPr>
            <p:ph type="title"/>
          </p:nvPr>
        </p:nvSpPr>
        <p:spPr/>
        <p:txBody>
          <a:bodyPr/>
          <a:lstStyle/>
          <a:p>
            <a:endParaRPr lang="fr-FR"/>
          </a:p>
        </p:txBody>
      </p:sp>
      <p:pic>
        <p:nvPicPr>
          <p:cNvPr id="102" name="Graphic 101">
            <a:extLst>
              <a:ext uri="{FF2B5EF4-FFF2-40B4-BE49-F238E27FC236}">
                <a16:creationId xmlns:a16="http://schemas.microsoft.com/office/drawing/2014/main" id="{F6B2BEA9-4C1B-47D6-AC95-E3C566CE17F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93671" y="5449218"/>
            <a:ext cx="500062" cy="500062"/>
          </a:xfrm>
          <a:prstGeom prst="rect">
            <a:avLst/>
          </a:prstGeom>
        </p:spPr>
      </p:pic>
      <p:pic>
        <p:nvPicPr>
          <p:cNvPr id="104" name="Graphic 103">
            <a:extLst>
              <a:ext uri="{FF2B5EF4-FFF2-40B4-BE49-F238E27FC236}">
                <a16:creationId xmlns:a16="http://schemas.microsoft.com/office/drawing/2014/main" id="{3BB9BB98-3BA6-4005-9966-81B8BF7C5A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13168" y="5449218"/>
            <a:ext cx="500062" cy="500062"/>
          </a:xfrm>
          <a:prstGeom prst="rect">
            <a:avLst/>
          </a:prstGeom>
        </p:spPr>
      </p:pic>
      <p:pic>
        <p:nvPicPr>
          <p:cNvPr id="106" name="Graphic 105">
            <a:extLst>
              <a:ext uri="{FF2B5EF4-FFF2-40B4-BE49-F238E27FC236}">
                <a16:creationId xmlns:a16="http://schemas.microsoft.com/office/drawing/2014/main" id="{9D3A7E3E-01AB-42F5-9861-7FEDA370DE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17211" y="5449218"/>
            <a:ext cx="500062" cy="500062"/>
          </a:xfrm>
          <a:prstGeom prst="rect">
            <a:avLst/>
          </a:prstGeom>
        </p:spPr>
      </p:pic>
      <p:pic>
        <p:nvPicPr>
          <p:cNvPr id="108" name="Graphic 107">
            <a:extLst>
              <a:ext uri="{FF2B5EF4-FFF2-40B4-BE49-F238E27FC236}">
                <a16:creationId xmlns:a16="http://schemas.microsoft.com/office/drawing/2014/main" id="{0374E4F5-B7DF-441B-A255-622F102133D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300871" y="5515893"/>
            <a:ext cx="375047" cy="383381"/>
          </a:xfrm>
          <a:prstGeom prst="rect">
            <a:avLst/>
          </a:prstGeom>
        </p:spPr>
      </p:pic>
      <p:pic>
        <p:nvPicPr>
          <p:cNvPr id="110" name="Graphic 109">
            <a:extLst>
              <a:ext uri="{FF2B5EF4-FFF2-40B4-BE49-F238E27FC236}">
                <a16:creationId xmlns:a16="http://schemas.microsoft.com/office/drawing/2014/main" id="{3582CE54-1CD6-4C92-BB7F-03344F3A896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35586" y="5449218"/>
            <a:ext cx="500062" cy="500062"/>
          </a:xfrm>
          <a:prstGeom prst="rect">
            <a:avLst/>
          </a:prstGeom>
        </p:spPr>
      </p:pic>
      <p:pic>
        <p:nvPicPr>
          <p:cNvPr id="112" name="Graphic 111">
            <a:extLst>
              <a:ext uri="{FF2B5EF4-FFF2-40B4-BE49-F238E27FC236}">
                <a16:creationId xmlns:a16="http://schemas.microsoft.com/office/drawing/2014/main" id="{09838FFE-21DA-4FF1-A169-E4E1FA93A99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61576" y="5449218"/>
            <a:ext cx="500062" cy="500062"/>
          </a:xfrm>
          <a:prstGeom prst="rect">
            <a:avLst/>
          </a:prstGeom>
        </p:spPr>
      </p:pic>
      <p:pic>
        <p:nvPicPr>
          <p:cNvPr id="114" name="Graphic 113">
            <a:extLst>
              <a:ext uri="{FF2B5EF4-FFF2-40B4-BE49-F238E27FC236}">
                <a16:creationId xmlns:a16="http://schemas.microsoft.com/office/drawing/2014/main" id="{D7F9E9CB-D2C2-4327-BE43-609EA23B76D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27221" y="5449218"/>
            <a:ext cx="500062" cy="500062"/>
          </a:xfrm>
          <a:prstGeom prst="rect">
            <a:avLst/>
          </a:prstGeom>
        </p:spPr>
      </p:pic>
      <p:pic>
        <p:nvPicPr>
          <p:cNvPr id="116" name="Graphic 115">
            <a:extLst>
              <a:ext uri="{FF2B5EF4-FFF2-40B4-BE49-F238E27FC236}">
                <a16:creationId xmlns:a16="http://schemas.microsoft.com/office/drawing/2014/main" id="{0C24405B-0C3B-431B-A48E-1A05FE2FE8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472065" y="5449218"/>
            <a:ext cx="500062" cy="500062"/>
          </a:xfrm>
          <a:prstGeom prst="rect">
            <a:avLst/>
          </a:prstGeom>
        </p:spPr>
      </p:pic>
      <p:pic>
        <p:nvPicPr>
          <p:cNvPr id="118" name="Graphic 117">
            <a:extLst>
              <a:ext uri="{FF2B5EF4-FFF2-40B4-BE49-F238E27FC236}">
                <a16:creationId xmlns:a16="http://schemas.microsoft.com/office/drawing/2014/main" id="{125AECB1-36E4-4CCA-9079-A188941A356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60565" y="5449218"/>
            <a:ext cx="500062" cy="500062"/>
          </a:xfrm>
          <a:prstGeom prst="rect">
            <a:avLst/>
          </a:prstGeom>
        </p:spPr>
      </p:pic>
      <p:pic>
        <p:nvPicPr>
          <p:cNvPr id="120" name="Graphic 119">
            <a:extLst>
              <a:ext uri="{FF2B5EF4-FFF2-40B4-BE49-F238E27FC236}">
                <a16:creationId xmlns:a16="http://schemas.microsoft.com/office/drawing/2014/main" id="{6735BBA2-268B-4EB7-A50A-77BF2F84F08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082554" y="5449218"/>
            <a:ext cx="500062" cy="500062"/>
          </a:xfrm>
          <a:prstGeom prst="rect">
            <a:avLst/>
          </a:prstGeom>
        </p:spPr>
      </p:pic>
      <p:pic>
        <p:nvPicPr>
          <p:cNvPr id="122" name="Graphic 121">
            <a:extLst>
              <a:ext uri="{FF2B5EF4-FFF2-40B4-BE49-F238E27FC236}">
                <a16:creationId xmlns:a16="http://schemas.microsoft.com/office/drawing/2014/main" id="{64706354-78B6-4F01-BBFF-0B166107A6E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404543" y="5449218"/>
            <a:ext cx="500062" cy="500062"/>
          </a:xfrm>
          <a:prstGeom prst="rect">
            <a:avLst/>
          </a:prstGeom>
        </p:spPr>
      </p:pic>
      <p:pic>
        <p:nvPicPr>
          <p:cNvPr id="124" name="Graphic 123">
            <a:extLst>
              <a:ext uri="{FF2B5EF4-FFF2-40B4-BE49-F238E27FC236}">
                <a16:creationId xmlns:a16="http://schemas.microsoft.com/office/drawing/2014/main" id="{885ADA1D-0F1C-4AF9-A7E6-7DFB7865EAB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706315" y="5449218"/>
            <a:ext cx="500062" cy="500062"/>
          </a:xfrm>
          <a:prstGeom prst="rect">
            <a:avLst/>
          </a:prstGeom>
        </p:spPr>
      </p:pic>
      <p:pic>
        <p:nvPicPr>
          <p:cNvPr id="126" name="Graphic 125">
            <a:extLst>
              <a:ext uri="{FF2B5EF4-FFF2-40B4-BE49-F238E27FC236}">
                <a16:creationId xmlns:a16="http://schemas.microsoft.com/office/drawing/2014/main" id="{C51A6680-FD1E-48FB-8C6D-6E0F65A52DB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35300" y="5449218"/>
            <a:ext cx="500062" cy="500062"/>
          </a:xfrm>
          <a:prstGeom prst="rect">
            <a:avLst/>
          </a:prstGeom>
        </p:spPr>
      </p:pic>
      <p:pic>
        <p:nvPicPr>
          <p:cNvPr id="128" name="Graphic 127">
            <a:extLst>
              <a:ext uri="{FF2B5EF4-FFF2-40B4-BE49-F238E27FC236}">
                <a16:creationId xmlns:a16="http://schemas.microsoft.com/office/drawing/2014/main" id="{D10E1225-5136-4688-8044-1ECA4755BE4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39850" y="5449218"/>
            <a:ext cx="500062" cy="500062"/>
          </a:xfrm>
          <a:prstGeom prst="rect">
            <a:avLst/>
          </a:prstGeom>
        </p:spPr>
      </p:pic>
      <p:pic>
        <p:nvPicPr>
          <p:cNvPr id="130" name="Graphic 129">
            <a:extLst>
              <a:ext uri="{FF2B5EF4-FFF2-40B4-BE49-F238E27FC236}">
                <a16:creationId xmlns:a16="http://schemas.microsoft.com/office/drawing/2014/main" id="{C0E00CF3-7303-4A7C-ABAB-1B5FCD930D2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1233099" y="4729138"/>
            <a:ext cx="500062" cy="500062"/>
          </a:xfrm>
          <a:prstGeom prst="rect">
            <a:avLst/>
          </a:prstGeom>
        </p:spPr>
      </p:pic>
      <p:pic>
        <p:nvPicPr>
          <p:cNvPr id="132" name="Graphic 131">
            <a:extLst>
              <a:ext uri="{FF2B5EF4-FFF2-40B4-BE49-F238E27FC236}">
                <a16:creationId xmlns:a16="http://schemas.microsoft.com/office/drawing/2014/main" id="{F8AC8503-F71F-4E21-A142-FC151786690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0678739" y="4729138"/>
            <a:ext cx="500062" cy="500062"/>
          </a:xfrm>
          <a:prstGeom prst="rect">
            <a:avLst/>
          </a:prstGeom>
        </p:spPr>
      </p:pic>
      <p:pic>
        <p:nvPicPr>
          <p:cNvPr id="134" name="Graphic 133">
            <a:extLst>
              <a:ext uri="{FF2B5EF4-FFF2-40B4-BE49-F238E27FC236}">
                <a16:creationId xmlns:a16="http://schemas.microsoft.com/office/drawing/2014/main" id="{B4153054-4B6A-4663-B280-A10081B30D4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019829" y="4729138"/>
            <a:ext cx="500062" cy="500062"/>
          </a:xfrm>
          <a:prstGeom prst="rect">
            <a:avLst/>
          </a:prstGeom>
        </p:spPr>
      </p:pic>
      <p:pic>
        <p:nvPicPr>
          <p:cNvPr id="136" name="Graphic 135">
            <a:extLst>
              <a:ext uri="{FF2B5EF4-FFF2-40B4-BE49-F238E27FC236}">
                <a16:creationId xmlns:a16="http://schemas.microsoft.com/office/drawing/2014/main" id="{F6829A2E-E316-4F9D-AC2A-C06969C80D3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293671" y="4729138"/>
            <a:ext cx="500062" cy="500062"/>
          </a:xfrm>
          <a:prstGeom prst="rect">
            <a:avLst/>
          </a:prstGeom>
        </p:spPr>
      </p:pic>
      <p:pic>
        <p:nvPicPr>
          <p:cNvPr id="138" name="Graphic 137">
            <a:extLst>
              <a:ext uri="{FF2B5EF4-FFF2-40B4-BE49-F238E27FC236}">
                <a16:creationId xmlns:a16="http://schemas.microsoft.com/office/drawing/2014/main" id="{DCBD8F29-FFA2-4C0E-8F5B-38885A21377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631888" y="4729138"/>
            <a:ext cx="500062" cy="500062"/>
          </a:xfrm>
          <a:prstGeom prst="rect">
            <a:avLst/>
          </a:prstGeom>
        </p:spPr>
      </p:pic>
      <p:pic>
        <p:nvPicPr>
          <p:cNvPr id="140" name="Graphic 139">
            <a:extLst>
              <a:ext uri="{FF2B5EF4-FFF2-40B4-BE49-F238E27FC236}">
                <a16:creationId xmlns:a16="http://schemas.microsoft.com/office/drawing/2014/main" id="{1AF39939-D494-458E-A9F5-3D7E814BDE0A}"/>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936242" y="4729138"/>
            <a:ext cx="500062" cy="500062"/>
          </a:xfrm>
          <a:prstGeom prst="rect">
            <a:avLst/>
          </a:prstGeom>
        </p:spPr>
      </p:pic>
      <p:pic>
        <p:nvPicPr>
          <p:cNvPr id="142" name="Graphic 141">
            <a:extLst>
              <a:ext uri="{FF2B5EF4-FFF2-40B4-BE49-F238E27FC236}">
                <a16:creationId xmlns:a16="http://schemas.microsoft.com/office/drawing/2014/main" id="{5F0DDB9E-BC3B-4058-B94C-AB97D420EF5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7238364" y="4729138"/>
            <a:ext cx="500062" cy="500062"/>
          </a:xfrm>
          <a:prstGeom prst="rect">
            <a:avLst/>
          </a:prstGeom>
        </p:spPr>
      </p:pic>
      <p:pic>
        <p:nvPicPr>
          <p:cNvPr id="144" name="Graphic 143">
            <a:extLst>
              <a:ext uri="{FF2B5EF4-FFF2-40B4-BE49-F238E27FC236}">
                <a16:creationId xmlns:a16="http://schemas.microsoft.com/office/drawing/2014/main" id="{9DBDB904-1157-457B-B452-BA132A36C251}"/>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6549361" y="4729138"/>
            <a:ext cx="500062" cy="500062"/>
          </a:xfrm>
          <a:prstGeom prst="rect">
            <a:avLst/>
          </a:prstGeom>
        </p:spPr>
      </p:pic>
      <p:pic>
        <p:nvPicPr>
          <p:cNvPr id="146" name="Graphic 145">
            <a:extLst>
              <a:ext uri="{FF2B5EF4-FFF2-40B4-BE49-F238E27FC236}">
                <a16:creationId xmlns:a16="http://schemas.microsoft.com/office/drawing/2014/main" id="{BD3F521D-4348-438A-8F06-307E9EB76BFC}"/>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855300" y="4729138"/>
            <a:ext cx="500062" cy="500062"/>
          </a:xfrm>
          <a:prstGeom prst="rect">
            <a:avLst/>
          </a:prstGeom>
        </p:spPr>
      </p:pic>
      <p:pic>
        <p:nvPicPr>
          <p:cNvPr id="148" name="Graphic 147">
            <a:extLst>
              <a:ext uri="{FF2B5EF4-FFF2-40B4-BE49-F238E27FC236}">
                <a16:creationId xmlns:a16="http://schemas.microsoft.com/office/drawing/2014/main" id="{C1535FBF-9912-4F66-9920-B8694E53C5A9}"/>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5161239" y="4729138"/>
            <a:ext cx="500062" cy="500062"/>
          </a:xfrm>
          <a:prstGeom prst="rect">
            <a:avLst/>
          </a:prstGeom>
        </p:spPr>
      </p:pic>
      <p:pic>
        <p:nvPicPr>
          <p:cNvPr id="150" name="Graphic 149">
            <a:extLst>
              <a:ext uri="{FF2B5EF4-FFF2-40B4-BE49-F238E27FC236}">
                <a16:creationId xmlns:a16="http://schemas.microsoft.com/office/drawing/2014/main" id="{765CBB5B-38CE-4C5E-92BE-948FCA3C046A}"/>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4467178" y="4729138"/>
            <a:ext cx="500062" cy="500062"/>
          </a:xfrm>
          <a:prstGeom prst="rect">
            <a:avLst/>
          </a:prstGeom>
        </p:spPr>
      </p:pic>
      <p:pic>
        <p:nvPicPr>
          <p:cNvPr id="152" name="Graphic 151">
            <a:extLst>
              <a:ext uri="{FF2B5EF4-FFF2-40B4-BE49-F238E27FC236}">
                <a16:creationId xmlns:a16="http://schemas.microsoft.com/office/drawing/2014/main" id="{0F12E256-528D-4530-96DB-3DB24A231D4D}"/>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3766841" y="4729138"/>
            <a:ext cx="500062" cy="500062"/>
          </a:xfrm>
          <a:prstGeom prst="rect">
            <a:avLst/>
          </a:prstGeom>
        </p:spPr>
      </p:pic>
      <p:pic>
        <p:nvPicPr>
          <p:cNvPr id="154" name="Graphic 153">
            <a:extLst>
              <a:ext uri="{FF2B5EF4-FFF2-40B4-BE49-F238E27FC236}">
                <a16:creationId xmlns:a16="http://schemas.microsoft.com/office/drawing/2014/main" id="{2AA88C65-98D0-4431-82A6-67FB09573135}"/>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086710" y="4729138"/>
            <a:ext cx="500062" cy="500062"/>
          </a:xfrm>
          <a:prstGeom prst="rect">
            <a:avLst/>
          </a:prstGeom>
        </p:spPr>
      </p:pic>
      <p:pic>
        <p:nvPicPr>
          <p:cNvPr id="156" name="Graphic 155">
            <a:extLst>
              <a:ext uri="{FF2B5EF4-FFF2-40B4-BE49-F238E27FC236}">
                <a16:creationId xmlns:a16="http://schemas.microsoft.com/office/drawing/2014/main" id="{9FFA0161-7C6E-4808-BCE6-60CF7E6327CA}"/>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2398267" y="4729138"/>
            <a:ext cx="500062" cy="500062"/>
          </a:xfrm>
          <a:prstGeom prst="rect">
            <a:avLst/>
          </a:prstGeom>
        </p:spPr>
      </p:pic>
      <p:pic>
        <p:nvPicPr>
          <p:cNvPr id="158" name="Graphic 157">
            <a:extLst>
              <a:ext uri="{FF2B5EF4-FFF2-40B4-BE49-F238E27FC236}">
                <a16:creationId xmlns:a16="http://schemas.microsoft.com/office/drawing/2014/main" id="{32F3552D-F110-4D77-AEEC-B345756A5C36}"/>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713707" y="4729138"/>
            <a:ext cx="500062" cy="500062"/>
          </a:xfrm>
          <a:prstGeom prst="rect">
            <a:avLst/>
          </a:prstGeom>
        </p:spPr>
      </p:pic>
      <p:pic>
        <p:nvPicPr>
          <p:cNvPr id="160" name="Graphic 159">
            <a:extLst>
              <a:ext uri="{FF2B5EF4-FFF2-40B4-BE49-F238E27FC236}">
                <a16:creationId xmlns:a16="http://schemas.microsoft.com/office/drawing/2014/main" id="{C83FE7DA-6671-47F1-BC03-20144FB4426D}"/>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1013199" y="4729138"/>
            <a:ext cx="500062" cy="500062"/>
          </a:xfrm>
          <a:prstGeom prst="rect">
            <a:avLst/>
          </a:prstGeom>
        </p:spPr>
      </p:pic>
      <p:pic>
        <p:nvPicPr>
          <p:cNvPr id="162" name="Graphic 161">
            <a:extLst>
              <a:ext uri="{FF2B5EF4-FFF2-40B4-BE49-F238E27FC236}">
                <a16:creationId xmlns:a16="http://schemas.microsoft.com/office/drawing/2014/main" id="{866E88A6-5BA3-4A93-AD54-BB8092FD57F5}"/>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331243" y="4729138"/>
            <a:ext cx="500062" cy="500062"/>
          </a:xfrm>
          <a:prstGeom prst="rect">
            <a:avLst/>
          </a:prstGeom>
        </p:spPr>
      </p:pic>
      <p:pic>
        <p:nvPicPr>
          <p:cNvPr id="164" name="Graphic 163">
            <a:extLst>
              <a:ext uri="{FF2B5EF4-FFF2-40B4-BE49-F238E27FC236}">
                <a16:creationId xmlns:a16="http://schemas.microsoft.com/office/drawing/2014/main" id="{CA50C950-502B-4E77-9946-05CA9EEBDE26}"/>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1233294" y="3937050"/>
            <a:ext cx="500062" cy="500062"/>
          </a:xfrm>
          <a:prstGeom prst="rect">
            <a:avLst/>
          </a:prstGeom>
        </p:spPr>
      </p:pic>
      <p:pic>
        <p:nvPicPr>
          <p:cNvPr id="166" name="Graphic 165">
            <a:extLst>
              <a:ext uri="{FF2B5EF4-FFF2-40B4-BE49-F238E27FC236}">
                <a16:creationId xmlns:a16="http://schemas.microsoft.com/office/drawing/2014/main" id="{44EDBDEF-DF3C-48DA-9B83-0816BE4F12EF}"/>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10613675" y="3937050"/>
            <a:ext cx="500062" cy="500062"/>
          </a:xfrm>
          <a:prstGeom prst="rect">
            <a:avLst/>
          </a:prstGeom>
        </p:spPr>
      </p:pic>
      <p:pic>
        <p:nvPicPr>
          <p:cNvPr id="168" name="Graphic 167">
            <a:extLst>
              <a:ext uri="{FF2B5EF4-FFF2-40B4-BE49-F238E27FC236}">
                <a16:creationId xmlns:a16="http://schemas.microsoft.com/office/drawing/2014/main" id="{DD068977-599E-47E2-8ABF-9ABC995762B5}"/>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9989121" y="3937050"/>
            <a:ext cx="500062" cy="500062"/>
          </a:xfrm>
          <a:prstGeom prst="rect">
            <a:avLst/>
          </a:prstGeom>
        </p:spPr>
      </p:pic>
      <p:pic>
        <p:nvPicPr>
          <p:cNvPr id="170" name="Graphic 169">
            <a:extLst>
              <a:ext uri="{FF2B5EF4-FFF2-40B4-BE49-F238E27FC236}">
                <a16:creationId xmlns:a16="http://schemas.microsoft.com/office/drawing/2014/main" id="{DA4CB71B-3719-46AF-973D-F2BBA15F794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9299947" y="3937050"/>
            <a:ext cx="500062" cy="500062"/>
          </a:xfrm>
          <a:prstGeom prst="rect">
            <a:avLst/>
          </a:prstGeom>
        </p:spPr>
      </p:pic>
      <p:pic>
        <p:nvPicPr>
          <p:cNvPr id="172" name="Graphic 171">
            <a:extLst>
              <a:ext uri="{FF2B5EF4-FFF2-40B4-BE49-F238E27FC236}">
                <a16:creationId xmlns:a16="http://schemas.microsoft.com/office/drawing/2014/main" id="{31C49127-1545-49EC-BE64-03BD6B5C6712}"/>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631888" y="3937050"/>
            <a:ext cx="500062" cy="500062"/>
          </a:xfrm>
          <a:prstGeom prst="rect">
            <a:avLst/>
          </a:prstGeom>
        </p:spPr>
      </p:pic>
      <p:pic>
        <p:nvPicPr>
          <p:cNvPr id="174" name="Graphic 173">
            <a:extLst>
              <a:ext uri="{FF2B5EF4-FFF2-40B4-BE49-F238E27FC236}">
                <a16:creationId xmlns:a16="http://schemas.microsoft.com/office/drawing/2014/main" id="{0588C688-60CC-451B-9122-E4E68D6C71CB}"/>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7935126" y="3937050"/>
            <a:ext cx="500062" cy="500062"/>
          </a:xfrm>
          <a:prstGeom prst="rect">
            <a:avLst/>
          </a:prstGeom>
        </p:spPr>
      </p:pic>
      <p:pic>
        <p:nvPicPr>
          <p:cNvPr id="176" name="Graphic 175">
            <a:extLst>
              <a:ext uri="{FF2B5EF4-FFF2-40B4-BE49-F238E27FC236}">
                <a16:creationId xmlns:a16="http://schemas.microsoft.com/office/drawing/2014/main" id="{14312098-74B7-4A19-85D5-732F0EB85CEC}"/>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7238364" y="3937050"/>
            <a:ext cx="500062" cy="500062"/>
          </a:xfrm>
          <a:prstGeom prst="rect">
            <a:avLst/>
          </a:prstGeom>
        </p:spPr>
      </p:pic>
      <p:pic>
        <p:nvPicPr>
          <p:cNvPr id="178" name="Graphic 177">
            <a:extLst>
              <a:ext uri="{FF2B5EF4-FFF2-40B4-BE49-F238E27FC236}">
                <a16:creationId xmlns:a16="http://schemas.microsoft.com/office/drawing/2014/main" id="{5284127E-9480-465B-AACC-EB0764473FAA}"/>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6541602" y="3937050"/>
            <a:ext cx="500062" cy="500062"/>
          </a:xfrm>
          <a:prstGeom prst="rect">
            <a:avLst/>
          </a:prstGeom>
        </p:spPr>
      </p:pic>
      <p:pic>
        <p:nvPicPr>
          <p:cNvPr id="180" name="Graphic 179">
            <a:extLst>
              <a:ext uri="{FF2B5EF4-FFF2-40B4-BE49-F238E27FC236}">
                <a16:creationId xmlns:a16="http://schemas.microsoft.com/office/drawing/2014/main" id="{37D65077-C932-4ABB-A700-54DC7C564DF4}"/>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5845969" y="3937050"/>
            <a:ext cx="500062" cy="500062"/>
          </a:xfrm>
          <a:prstGeom prst="rect">
            <a:avLst/>
          </a:prstGeom>
        </p:spPr>
      </p:pic>
      <p:pic>
        <p:nvPicPr>
          <p:cNvPr id="182" name="Graphic 181">
            <a:extLst>
              <a:ext uri="{FF2B5EF4-FFF2-40B4-BE49-F238E27FC236}">
                <a16:creationId xmlns:a16="http://schemas.microsoft.com/office/drawing/2014/main" id="{F1A9B930-43C6-42F7-8D67-81E7F00B80C6}"/>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5223723" y="3937050"/>
            <a:ext cx="500062" cy="500062"/>
          </a:xfrm>
          <a:prstGeom prst="rect">
            <a:avLst/>
          </a:prstGeom>
        </p:spPr>
      </p:pic>
      <p:pic>
        <p:nvPicPr>
          <p:cNvPr id="184" name="Graphic 183">
            <a:extLst>
              <a:ext uri="{FF2B5EF4-FFF2-40B4-BE49-F238E27FC236}">
                <a16:creationId xmlns:a16="http://schemas.microsoft.com/office/drawing/2014/main" id="{8628B2AB-BA6E-4AE9-AAF0-C871A6A30B40}"/>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4472065" y="3937050"/>
            <a:ext cx="500062" cy="500062"/>
          </a:xfrm>
          <a:prstGeom prst="rect">
            <a:avLst/>
          </a:prstGeom>
        </p:spPr>
      </p:pic>
      <p:pic>
        <p:nvPicPr>
          <p:cNvPr id="186" name="Graphic 185">
            <a:extLst>
              <a:ext uri="{FF2B5EF4-FFF2-40B4-BE49-F238E27FC236}">
                <a16:creationId xmlns:a16="http://schemas.microsoft.com/office/drawing/2014/main" id="{60637A77-1B4D-4E91-AED5-7E621CBAC406}"/>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3773117" y="3937050"/>
            <a:ext cx="500062" cy="500062"/>
          </a:xfrm>
          <a:prstGeom prst="rect">
            <a:avLst/>
          </a:prstGeom>
        </p:spPr>
      </p:pic>
      <p:pic>
        <p:nvPicPr>
          <p:cNvPr id="188" name="Graphic 187">
            <a:extLst>
              <a:ext uri="{FF2B5EF4-FFF2-40B4-BE49-F238E27FC236}">
                <a16:creationId xmlns:a16="http://schemas.microsoft.com/office/drawing/2014/main" id="{DB9A4143-F69A-42AF-9A68-C47A93F015CF}"/>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3082554" y="3937050"/>
            <a:ext cx="500062" cy="500062"/>
          </a:xfrm>
          <a:prstGeom prst="rect">
            <a:avLst/>
          </a:prstGeom>
        </p:spPr>
      </p:pic>
      <p:pic>
        <p:nvPicPr>
          <p:cNvPr id="190" name="Graphic 189">
            <a:extLst>
              <a:ext uri="{FF2B5EF4-FFF2-40B4-BE49-F238E27FC236}">
                <a16:creationId xmlns:a16="http://schemas.microsoft.com/office/drawing/2014/main" id="{C288FE39-AB30-48EC-8FE3-E8168CD1A77E}"/>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2398267" y="3937050"/>
            <a:ext cx="500062" cy="500062"/>
          </a:xfrm>
          <a:prstGeom prst="rect">
            <a:avLst/>
          </a:prstGeom>
        </p:spPr>
      </p:pic>
      <p:pic>
        <p:nvPicPr>
          <p:cNvPr id="192" name="Graphic 191">
            <a:extLst>
              <a:ext uri="{FF2B5EF4-FFF2-40B4-BE49-F238E27FC236}">
                <a16:creationId xmlns:a16="http://schemas.microsoft.com/office/drawing/2014/main" id="{02A461D4-C320-49B6-A4A9-64BEDEE46525}"/>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1706315" y="3937050"/>
            <a:ext cx="500062" cy="500062"/>
          </a:xfrm>
          <a:prstGeom prst="rect">
            <a:avLst/>
          </a:prstGeom>
        </p:spPr>
      </p:pic>
      <p:pic>
        <p:nvPicPr>
          <p:cNvPr id="194" name="Graphic 193">
            <a:extLst>
              <a:ext uri="{FF2B5EF4-FFF2-40B4-BE49-F238E27FC236}">
                <a16:creationId xmlns:a16="http://schemas.microsoft.com/office/drawing/2014/main" id="{70E362AD-0F86-40F2-AC99-5701C2AA71EE}"/>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1030413" y="3937050"/>
            <a:ext cx="500062" cy="500062"/>
          </a:xfrm>
          <a:prstGeom prst="rect">
            <a:avLst/>
          </a:prstGeom>
        </p:spPr>
      </p:pic>
      <p:pic>
        <p:nvPicPr>
          <p:cNvPr id="196" name="Graphic 195">
            <a:extLst>
              <a:ext uri="{FF2B5EF4-FFF2-40B4-BE49-F238E27FC236}">
                <a16:creationId xmlns:a16="http://schemas.microsoft.com/office/drawing/2014/main" id="{D62BA909-64F8-4DE0-A547-0B2BD5F14485}"/>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331243" y="3933056"/>
            <a:ext cx="500062" cy="500062"/>
          </a:xfrm>
          <a:prstGeom prst="rect">
            <a:avLst/>
          </a:prstGeom>
        </p:spPr>
      </p:pic>
      <p:pic>
        <p:nvPicPr>
          <p:cNvPr id="198" name="Graphic 197">
            <a:extLst>
              <a:ext uri="{FF2B5EF4-FFF2-40B4-BE49-F238E27FC236}">
                <a16:creationId xmlns:a16="http://schemas.microsoft.com/office/drawing/2014/main" id="{679CC164-8FDC-43EB-A209-27F046DB0773}"/>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11244941" y="3149154"/>
            <a:ext cx="500062" cy="500062"/>
          </a:xfrm>
          <a:prstGeom prst="rect">
            <a:avLst/>
          </a:prstGeom>
        </p:spPr>
      </p:pic>
      <p:pic>
        <p:nvPicPr>
          <p:cNvPr id="200" name="Graphic 199">
            <a:extLst>
              <a:ext uri="{FF2B5EF4-FFF2-40B4-BE49-F238E27FC236}">
                <a16:creationId xmlns:a16="http://schemas.microsoft.com/office/drawing/2014/main" id="{63A5B79E-B59A-4C12-A301-DAD2FF274C05}"/>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10612546" y="3149154"/>
            <a:ext cx="500062" cy="500062"/>
          </a:xfrm>
          <a:prstGeom prst="rect">
            <a:avLst/>
          </a:prstGeom>
        </p:spPr>
      </p:pic>
      <p:pic>
        <p:nvPicPr>
          <p:cNvPr id="202" name="Graphic 201">
            <a:extLst>
              <a:ext uri="{FF2B5EF4-FFF2-40B4-BE49-F238E27FC236}">
                <a16:creationId xmlns:a16="http://schemas.microsoft.com/office/drawing/2014/main" id="{40E5A8E5-1556-4C98-A715-2A5B1AAC2847}"/>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9979035" y="3149154"/>
            <a:ext cx="500062" cy="500062"/>
          </a:xfrm>
          <a:prstGeom prst="rect">
            <a:avLst/>
          </a:prstGeom>
        </p:spPr>
      </p:pic>
      <p:pic>
        <p:nvPicPr>
          <p:cNvPr id="204" name="Graphic 203">
            <a:extLst>
              <a:ext uri="{FF2B5EF4-FFF2-40B4-BE49-F238E27FC236}">
                <a16:creationId xmlns:a16="http://schemas.microsoft.com/office/drawing/2014/main" id="{4E2BB3B6-CFC5-4211-88CB-9924375FCCFC}"/>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9299947" y="3149154"/>
            <a:ext cx="500062" cy="500062"/>
          </a:xfrm>
          <a:prstGeom prst="rect">
            <a:avLst/>
          </a:prstGeom>
        </p:spPr>
      </p:pic>
      <p:pic>
        <p:nvPicPr>
          <p:cNvPr id="206" name="Graphic 205">
            <a:extLst>
              <a:ext uri="{FF2B5EF4-FFF2-40B4-BE49-F238E27FC236}">
                <a16:creationId xmlns:a16="http://schemas.microsoft.com/office/drawing/2014/main" id="{D3582E45-8B09-4756-92AF-4F7F129381B6}"/>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8614421" y="3149154"/>
            <a:ext cx="500062" cy="500062"/>
          </a:xfrm>
          <a:prstGeom prst="rect">
            <a:avLst/>
          </a:prstGeom>
        </p:spPr>
      </p:pic>
      <p:pic>
        <p:nvPicPr>
          <p:cNvPr id="208" name="Graphic 207">
            <a:extLst>
              <a:ext uri="{FF2B5EF4-FFF2-40B4-BE49-F238E27FC236}">
                <a16:creationId xmlns:a16="http://schemas.microsoft.com/office/drawing/2014/main" id="{96EC4B4D-0425-4F00-8FB6-8D99B73A93B5}"/>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7925024" y="3149154"/>
            <a:ext cx="500062" cy="500062"/>
          </a:xfrm>
          <a:prstGeom prst="rect">
            <a:avLst/>
          </a:prstGeom>
        </p:spPr>
      </p:pic>
      <p:pic>
        <p:nvPicPr>
          <p:cNvPr id="210" name="Graphic 209">
            <a:extLst>
              <a:ext uri="{FF2B5EF4-FFF2-40B4-BE49-F238E27FC236}">
                <a16:creationId xmlns:a16="http://schemas.microsoft.com/office/drawing/2014/main" id="{A4A8206F-6545-49F0-B851-B0310C77BFB8}"/>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7235627" y="3149154"/>
            <a:ext cx="500062" cy="500062"/>
          </a:xfrm>
          <a:prstGeom prst="rect">
            <a:avLst/>
          </a:prstGeom>
        </p:spPr>
      </p:pic>
      <p:pic>
        <p:nvPicPr>
          <p:cNvPr id="212" name="Graphic 211">
            <a:extLst>
              <a:ext uri="{FF2B5EF4-FFF2-40B4-BE49-F238E27FC236}">
                <a16:creationId xmlns:a16="http://schemas.microsoft.com/office/drawing/2014/main" id="{86A20B73-9DC7-4F92-9349-08EC0EA0770D}"/>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6535586" y="3149154"/>
            <a:ext cx="500062" cy="500062"/>
          </a:xfrm>
          <a:prstGeom prst="rect">
            <a:avLst/>
          </a:prstGeom>
        </p:spPr>
      </p:pic>
      <p:pic>
        <p:nvPicPr>
          <p:cNvPr id="214" name="Graphic 213">
            <a:extLst>
              <a:ext uri="{FF2B5EF4-FFF2-40B4-BE49-F238E27FC236}">
                <a16:creationId xmlns:a16="http://schemas.microsoft.com/office/drawing/2014/main" id="{81EBBFF8-60C8-413E-87F2-3788C1F44BCC}"/>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5845969" y="3149154"/>
            <a:ext cx="500062" cy="500062"/>
          </a:xfrm>
          <a:prstGeom prst="rect">
            <a:avLst/>
          </a:prstGeom>
        </p:spPr>
      </p:pic>
      <p:pic>
        <p:nvPicPr>
          <p:cNvPr id="216" name="Graphic 215">
            <a:extLst>
              <a:ext uri="{FF2B5EF4-FFF2-40B4-BE49-F238E27FC236}">
                <a16:creationId xmlns:a16="http://schemas.microsoft.com/office/drawing/2014/main" id="{C6F9E274-BD83-4457-A4A6-B2B18F233675}"/>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5161239" y="3149154"/>
            <a:ext cx="500062" cy="500062"/>
          </a:xfrm>
          <a:prstGeom prst="rect">
            <a:avLst/>
          </a:prstGeom>
        </p:spPr>
      </p:pic>
      <p:pic>
        <p:nvPicPr>
          <p:cNvPr id="218" name="Graphic 217">
            <a:extLst>
              <a:ext uri="{FF2B5EF4-FFF2-40B4-BE49-F238E27FC236}">
                <a16:creationId xmlns:a16="http://schemas.microsoft.com/office/drawing/2014/main" id="{A14EA815-EC7F-4EAC-9D4E-C68E4F4B01D9}"/>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4467178" y="3149154"/>
            <a:ext cx="500062" cy="500062"/>
          </a:xfrm>
          <a:prstGeom prst="rect">
            <a:avLst/>
          </a:prstGeom>
        </p:spPr>
      </p:pic>
      <p:pic>
        <p:nvPicPr>
          <p:cNvPr id="220" name="Graphic 219">
            <a:extLst>
              <a:ext uri="{FF2B5EF4-FFF2-40B4-BE49-F238E27FC236}">
                <a16:creationId xmlns:a16="http://schemas.microsoft.com/office/drawing/2014/main" id="{4A774AD2-CBE2-4111-A296-A30D697D688B}"/>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3773117" y="3149154"/>
            <a:ext cx="500062" cy="500062"/>
          </a:xfrm>
          <a:prstGeom prst="rect">
            <a:avLst/>
          </a:prstGeom>
        </p:spPr>
      </p:pic>
      <p:pic>
        <p:nvPicPr>
          <p:cNvPr id="222" name="Graphic 221">
            <a:extLst>
              <a:ext uri="{FF2B5EF4-FFF2-40B4-BE49-F238E27FC236}">
                <a16:creationId xmlns:a16="http://schemas.microsoft.com/office/drawing/2014/main" id="{26B27338-6F45-4BF4-86BC-7BBC8FFF3270}"/>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3082554" y="3149154"/>
            <a:ext cx="500062" cy="500062"/>
          </a:xfrm>
          <a:prstGeom prst="rect">
            <a:avLst/>
          </a:prstGeom>
        </p:spPr>
      </p:pic>
      <p:pic>
        <p:nvPicPr>
          <p:cNvPr id="224" name="Graphic 223">
            <a:extLst>
              <a:ext uri="{FF2B5EF4-FFF2-40B4-BE49-F238E27FC236}">
                <a16:creationId xmlns:a16="http://schemas.microsoft.com/office/drawing/2014/main" id="{E580DFF4-1D9D-4782-BFC9-F8DCB59CAF36}"/>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2398267" y="3149154"/>
            <a:ext cx="500062" cy="500062"/>
          </a:xfrm>
          <a:prstGeom prst="rect">
            <a:avLst/>
          </a:prstGeom>
        </p:spPr>
      </p:pic>
      <p:pic>
        <p:nvPicPr>
          <p:cNvPr id="226" name="Graphic 225">
            <a:extLst>
              <a:ext uri="{FF2B5EF4-FFF2-40B4-BE49-F238E27FC236}">
                <a16:creationId xmlns:a16="http://schemas.microsoft.com/office/drawing/2014/main" id="{56C30349-F9EA-47BE-BFAD-6A6A5D8A2302}"/>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1712591" y="3149154"/>
            <a:ext cx="500062" cy="500062"/>
          </a:xfrm>
          <a:prstGeom prst="rect">
            <a:avLst/>
          </a:prstGeom>
        </p:spPr>
      </p:pic>
      <p:pic>
        <p:nvPicPr>
          <p:cNvPr id="228" name="Graphic 227">
            <a:extLst>
              <a:ext uri="{FF2B5EF4-FFF2-40B4-BE49-F238E27FC236}">
                <a16:creationId xmlns:a16="http://schemas.microsoft.com/office/drawing/2014/main" id="{3AD32703-3D4A-4C10-ABA6-BBE6224CE514}"/>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1030413" y="3149154"/>
            <a:ext cx="500062" cy="500062"/>
          </a:xfrm>
          <a:prstGeom prst="rect">
            <a:avLst/>
          </a:prstGeom>
        </p:spPr>
      </p:pic>
      <p:pic>
        <p:nvPicPr>
          <p:cNvPr id="230" name="Graphic 229">
            <a:extLst>
              <a:ext uri="{FF2B5EF4-FFF2-40B4-BE49-F238E27FC236}">
                <a16:creationId xmlns:a16="http://schemas.microsoft.com/office/drawing/2014/main" id="{D93D2734-619A-4C2D-B154-52D778072B24}"/>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339850" y="3149154"/>
            <a:ext cx="500062" cy="500062"/>
          </a:xfrm>
          <a:prstGeom prst="rect">
            <a:avLst/>
          </a:prstGeom>
        </p:spPr>
      </p:pic>
      <p:pic>
        <p:nvPicPr>
          <p:cNvPr id="232" name="Graphic 231">
            <a:extLst>
              <a:ext uri="{FF2B5EF4-FFF2-40B4-BE49-F238E27FC236}">
                <a16:creationId xmlns:a16="http://schemas.microsoft.com/office/drawing/2014/main" id="{AF780713-C988-4085-B358-FD7301D00311}"/>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11242897" y="2420888"/>
            <a:ext cx="500062" cy="500062"/>
          </a:xfrm>
          <a:prstGeom prst="rect">
            <a:avLst/>
          </a:prstGeom>
        </p:spPr>
      </p:pic>
      <p:pic>
        <p:nvPicPr>
          <p:cNvPr id="234" name="Graphic 233">
            <a:extLst>
              <a:ext uri="{FF2B5EF4-FFF2-40B4-BE49-F238E27FC236}">
                <a16:creationId xmlns:a16="http://schemas.microsoft.com/office/drawing/2014/main" id="{A3454B52-DB30-4C32-BB51-CBD90CBEF5B3}"/>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10612546" y="2420888"/>
            <a:ext cx="500062" cy="500062"/>
          </a:xfrm>
          <a:prstGeom prst="rect">
            <a:avLst/>
          </a:prstGeom>
        </p:spPr>
      </p:pic>
      <p:pic>
        <p:nvPicPr>
          <p:cNvPr id="236" name="Graphic 235">
            <a:extLst>
              <a:ext uri="{FF2B5EF4-FFF2-40B4-BE49-F238E27FC236}">
                <a16:creationId xmlns:a16="http://schemas.microsoft.com/office/drawing/2014/main" id="{B1D579CC-7540-462F-B4AA-8581B09C0CEB}"/>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9979035" y="2420888"/>
            <a:ext cx="500062" cy="500062"/>
          </a:xfrm>
          <a:prstGeom prst="rect">
            <a:avLst/>
          </a:prstGeom>
        </p:spPr>
      </p:pic>
      <p:pic>
        <p:nvPicPr>
          <p:cNvPr id="238" name="Graphic 237">
            <a:extLst>
              <a:ext uri="{FF2B5EF4-FFF2-40B4-BE49-F238E27FC236}">
                <a16:creationId xmlns:a16="http://schemas.microsoft.com/office/drawing/2014/main" id="{9C1B2219-2071-4E10-A154-863F08363356}"/>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9299947" y="2420888"/>
            <a:ext cx="500062" cy="500062"/>
          </a:xfrm>
          <a:prstGeom prst="rect">
            <a:avLst/>
          </a:prstGeom>
        </p:spPr>
      </p:pic>
      <p:pic>
        <p:nvPicPr>
          <p:cNvPr id="240" name="Graphic 239">
            <a:extLst>
              <a:ext uri="{FF2B5EF4-FFF2-40B4-BE49-F238E27FC236}">
                <a16:creationId xmlns:a16="http://schemas.microsoft.com/office/drawing/2014/main" id="{5C91ABE1-5C14-49C5-B145-577443EAAAD8}"/>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8620859" y="2420888"/>
            <a:ext cx="500062" cy="500062"/>
          </a:xfrm>
          <a:prstGeom prst="rect">
            <a:avLst/>
          </a:prstGeom>
        </p:spPr>
      </p:pic>
      <p:pic>
        <p:nvPicPr>
          <p:cNvPr id="242" name="Graphic 241">
            <a:extLst>
              <a:ext uri="{FF2B5EF4-FFF2-40B4-BE49-F238E27FC236}">
                <a16:creationId xmlns:a16="http://schemas.microsoft.com/office/drawing/2014/main" id="{34EE064A-A497-456A-BE41-989F02F20217}"/>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7925024" y="2420888"/>
            <a:ext cx="500062" cy="500062"/>
          </a:xfrm>
          <a:prstGeom prst="rect">
            <a:avLst/>
          </a:prstGeom>
        </p:spPr>
      </p:pic>
      <p:pic>
        <p:nvPicPr>
          <p:cNvPr id="244" name="Graphic 243">
            <a:extLst>
              <a:ext uri="{FF2B5EF4-FFF2-40B4-BE49-F238E27FC236}">
                <a16:creationId xmlns:a16="http://schemas.microsoft.com/office/drawing/2014/main" id="{BD313CC4-C0C7-4AED-B0BC-6D72BC83B717}"/>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7235627" y="2420888"/>
            <a:ext cx="500062" cy="500062"/>
          </a:xfrm>
          <a:prstGeom prst="rect">
            <a:avLst/>
          </a:prstGeom>
        </p:spPr>
      </p:pic>
      <p:pic>
        <p:nvPicPr>
          <p:cNvPr id="246" name="Graphic 245">
            <a:extLst>
              <a:ext uri="{FF2B5EF4-FFF2-40B4-BE49-F238E27FC236}">
                <a16:creationId xmlns:a16="http://schemas.microsoft.com/office/drawing/2014/main" id="{90CF2841-00F8-4634-8D51-11F1713E1D4E}"/>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6540473" y="2420888"/>
            <a:ext cx="500062" cy="500062"/>
          </a:xfrm>
          <a:prstGeom prst="rect">
            <a:avLst/>
          </a:prstGeom>
        </p:spPr>
      </p:pic>
      <p:pic>
        <p:nvPicPr>
          <p:cNvPr id="248" name="Graphic 247">
            <a:extLst>
              <a:ext uri="{FF2B5EF4-FFF2-40B4-BE49-F238E27FC236}">
                <a16:creationId xmlns:a16="http://schemas.microsoft.com/office/drawing/2014/main" id="{F3CC9894-A1E9-4610-ACB3-FE7B0748598B}"/>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5845969" y="2420888"/>
            <a:ext cx="500062" cy="500062"/>
          </a:xfrm>
          <a:prstGeom prst="rect">
            <a:avLst/>
          </a:prstGeom>
        </p:spPr>
      </p:pic>
      <p:pic>
        <p:nvPicPr>
          <p:cNvPr id="250" name="Graphic 249">
            <a:extLst>
              <a:ext uri="{FF2B5EF4-FFF2-40B4-BE49-F238E27FC236}">
                <a16:creationId xmlns:a16="http://schemas.microsoft.com/office/drawing/2014/main" id="{7734DE92-8ADC-407E-B2BD-4D09E9C73C0B}"/>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5161239" y="2420888"/>
            <a:ext cx="500062" cy="500062"/>
          </a:xfrm>
          <a:prstGeom prst="rect">
            <a:avLst/>
          </a:prstGeom>
        </p:spPr>
      </p:pic>
      <p:pic>
        <p:nvPicPr>
          <p:cNvPr id="252" name="Graphic 251">
            <a:extLst>
              <a:ext uri="{FF2B5EF4-FFF2-40B4-BE49-F238E27FC236}">
                <a16:creationId xmlns:a16="http://schemas.microsoft.com/office/drawing/2014/main" id="{D5274243-D0D5-4640-8EDC-BE21F96FF1F0}"/>
              </a:ext>
            </a:extLst>
          </p:cNvPr>
          <p:cNvPicPr>
            <a:picLocks noChangeAspect="1"/>
          </p:cNvPicPr>
          <p:nvPr/>
        </p:nvPicPr>
        <p:blipFill>
          <a:blip>
            <a:extLst>
              <a:ext uri="{96DAC541-7B7A-43D3-8B79-37D633B846F1}">
                <asvg:svgBlip xmlns:asvg="http://schemas.microsoft.com/office/drawing/2016/SVG/main" r:embed="rId77"/>
              </a:ext>
            </a:extLst>
          </a:blip>
          <a:stretch>
            <a:fillRect/>
          </a:stretch>
        </p:blipFill>
        <p:spPr>
          <a:xfrm>
            <a:off x="4451128" y="2420888"/>
            <a:ext cx="500062" cy="500062"/>
          </a:xfrm>
          <a:prstGeom prst="rect">
            <a:avLst/>
          </a:prstGeom>
        </p:spPr>
      </p:pic>
      <p:pic>
        <p:nvPicPr>
          <p:cNvPr id="254" name="Graphic 253">
            <a:extLst>
              <a:ext uri="{FF2B5EF4-FFF2-40B4-BE49-F238E27FC236}">
                <a16:creationId xmlns:a16="http://schemas.microsoft.com/office/drawing/2014/main" id="{5092078C-B5F8-49BE-98F9-28DD2543130F}"/>
              </a:ext>
            </a:extLst>
          </p:cNvPr>
          <p:cNvPicPr>
            <a:picLocks noChangeAspect="1"/>
          </p:cNvPicPr>
          <p:nvPr/>
        </p:nvPicPr>
        <p:blipFill>
          <a:blip>
            <a:extLst>
              <a:ext uri="{96DAC541-7B7A-43D3-8B79-37D633B846F1}">
                <asvg:svgBlip xmlns:asvg="http://schemas.microsoft.com/office/drawing/2016/SVG/main" r:embed="rId78"/>
              </a:ext>
            </a:extLst>
          </a:blip>
          <a:stretch>
            <a:fillRect/>
          </a:stretch>
        </p:blipFill>
        <p:spPr>
          <a:xfrm>
            <a:off x="3766841" y="2420888"/>
            <a:ext cx="500062" cy="500062"/>
          </a:xfrm>
          <a:prstGeom prst="rect">
            <a:avLst/>
          </a:prstGeom>
        </p:spPr>
      </p:pic>
      <p:pic>
        <p:nvPicPr>
          <p:cNvPr id="256" name="Graphic 255">
            <a:extLst>
              <a:ext uri="{FF2B5EF4-FFF2-40B4-BE49-F238E27FC236}">
                <a16:creationId xmlns:a16="http://schemas.microsoft.com/office/drawing/2014/main" id="{612469ED-42EB-408D-A0B8-E5BC63AC5489}"/>
              </a:ext>
            </a:extLst>
          </p:cNvPr>
          <p:cNvPicPr>
            <a:picLocks noChangeAspect="1"/>
          </p:cNvPicPr>
          <p:nvPr/>
        </p:nvPicPr>
        <p:blipFill>
          <a:blip>
            <a:extLst>
              <a:ext uri="{96DAC541-7B7A-43D3-8B79-37D633B846F1}">
                <asvg:svgBlip xmlns:asvg="http://schemas.microsoft.com/office/drawing/2016/SVG/main" r:embed="rId79"/>
              </a:ext>
            </a:extLst>
          </a:blip>
          <a:stretch>
            <a:fillRect/>
          </a:stretch>
        </p:blipFill>
        <p:spPr>
          <a:xfrm>
            <a:off x="3082554" y="2420888"/>
            <a:ext cx="500062" cy="500062"/>
          </a:xfrm>
          <a:prstGeom prst="rect">
            <a:avLst/>
          </a:prstGeom>
        </p:spPr>
      </p:pic>
      <p:pic>
        <p:nvPicPr>
          <p:cNvPr id="258" name="Graphic 257">
            <a:extLst>
              <a:ext uri="{FF2B5EF4-FFF2-40B4-BE49-F238E27FC236}">
                <a16:creationId xmlns:a16="http://schemas.microsoft.com/office/drawing/2014/main" id="{3B593BDE-D62A-4EBB-989B-3BD6C69D66B2}"/>
              </a:ext>
            </a:extLst>
          </p:cNvPr>
          <p:cNvPicPr>
            <a:picLocks noChangeAspect="1"/>
          </p:cNvPicPr>
          <p:nvPr/>
        </p:nvPicPr>
        <p:blipFill>
          <a:blip>
            <a:extLst>
              <a:ext uri="{96DAC541-7B7A-43D3-8B79-37D633B846F1}">
                <asvg:svgBlip xmlns:asvg="http://schemas.microsoft.com/office/drawing/2016/SVG/main" r:embed="rId80"/>
              </a:ext>
            </a:extLst>
          </a:blip>
          <a:stretch>
            <a:fillRect/>
          </a:stretch>
        </p:blipFill>
        <p:spPr>
          <a:xfrm>
            <a:off x="2398267" y="2420888"/>
            <a:ext cx="500062" cy="500062"/>
          </a:xfrm>
          <a:prstGeom prst="rect">
            <a:avLst/>
          </a:prstGeom>
        </p:spPr>
      </p:pic>
      <p:pic>
        <p:nvPicPr>
          <p:cNvPr id="260" name="Graphic 259">
            <a:extLst>
              <a:ext uri="{FF2B5EF4-FFF2-40B4-BE49-F238E27FC236}">
                <a16:creationId xmlns:a16="http://schemas.microsoft.com/office/drawing/2014/main" id="{490D6412-2261-45EC-9BA7-33B751E9F990}"/>
              </a:ext>
            </a:extLst>
          </p:cNvPr>
          <p:cNvPicPr>
            <a:picLocks noChangeAspect="1"/>
          </p:cNvPicPr>
          <p:nvPr/>
        </p:nvPicPr>
        <p:blipFill>
          <a:blip>
            <a:extLst>
              <a:ext uri="{96DAC541-7B7A-43D3-8B79-37D633B846F1}">
                <asvg:svgBlip xmlns:asvg="http://schemas.microsoft.com/office/drawing/2016/SVG/main" r:embed="rId81"/>
              </a:ext>
            </a:extLst>
          </a:blip>
          <a:stretch>
            <a:fillRect/>
          </a:stretch>
        </p:blipFill>
        <p:spPr>
          <a:xfrm>
            <a:off x="1712591" y="2420888"/>
            <a:ext cx="500062" cy="500062"/>
          </a:xfrm>
          <a:prstGeom prst="rect">
            <a:avLst/>
          </a:prstGeom>
        </p:spPr>
      </p:pic>
      <p:pic>
        <p:nvPicPr>
          <p:cNvPr id="262" name="Graphic 261">
            <a:extLst>
              <a:ext uri="{FF2B5EF4-FFF2-40B4-BE49-F238E27FC236}">
                <a16:creationId xmlns:a16="http://schemas.microsoft.com/office/drawing/2014/main" id="{866ED3B3-DEAD-41BC-A9DE-E30BB02ECF48}"/>
              </a:ext>
            </a:extLst>
          </p:cNvPr>
          <p:cNvPicPr>
            <a:picLocks noChangeAspect="1"/>
          </p:cNvPicPr>
          <p:nvPr/>
        </p:nvPicPr>
        <p:blipFill>
          <a:blip>
            <a:extLst>
              <a:ext uri="{96DAC541-7B7A-43D3-8B79-37D633B846F1}">
                <asvg:svgBlip xmlns:asvg="http://schemas.microsoft.com/office/drawing/2016/SVG/main" r:embed="rId82"/>
              </a:ext>
            </a:extLst>
          </a:blip>
          <a:stretch>
            <a:fillRect/>
          </a:stretch>
        </p:blipFill>
        <p:spPr>
          <a:xfrm>
            <a:off x="949103" y="2420888"/>
            <a:ext cx="500062" cy="500062"/>
          </a:xfrm>
          <a:prstGeom prst="rect">
            <a:avLst/>
          </a:prstGeom>
        </p:spPr>
      </p:pic>
      <p:pic>
        <p:nvPicPr>
          <p:cNvPr id="264" name="Graphic 263">
            <a:extLst>
              <a:ext uri="{FF2B5EF4-FFF2-40B4-BE49-F238E27FC236}">
                <a16:creationId xmlns:a16="http://schemas.microsoft.com/office/drawing/2014/main" id="{425C3319-2AFD-46F9-8DD0-DED0A98928FB}"/>
              </a:ext>
            </a:extLst>
          </p:cNvPr>
          <p:cNvPicPr>
            <a:picLocks noChangeAspect="1"/>
          </p:cNvPicPr>
          <p:nvPr/>
        </p:nvPicPr>
        <p:blipFill>
          <a:blip>
            <a:extLst>
              <a:ext uri="{96DAC541-7B7A-43D3-8B79-37D633B846F1}">
                <asvg:svgBlip xmlns:asvg="http://schemas.microsoft.com/office/drawing/2016/SVG/main" r:embed="rId83"/>
              </a:ext>
            </a:extLst>
          </a:blip>
          <a:stretch>
            <a:fillRect/>
          </a:stretch>
        </p:blipFill>
        <p:spPr>
          <a:xfrm>
            <a:off x="331243" y="2420888"/>
            <a:ext cx="500062" cy="500062"/>
          </a:xfrm>
          <a:prstGeom prst="rect">
            <a:avLst/>
          </a:prstGeom>
        </p:spPr>
      </p:pic>
      <p:pic>
        <p:nvPicPr>
          <p:cNvPr id="266" name="Graphic 265">
            <a:extLst>
              <a:ext uri="{FF2B5EF4-FFF2-40B4-BE49-F238E27FC236}">
                <a16:creationId xmlns:a16="http://schemas.microsoft.com/office/drawing/2014/main" id="{E574740C-5D41-4E29-A319-5F943E6A8259}"/>
              </a:ext>
            </a:extLst>
          </p:cNvPr>
          <p:cNvPicPr>
            <a:picLocks noChangeAspect="1"/>
          </p:cNvPicPr>
          <p:nvPr/>
        </p:nvPicPr>
        <p:blipFill>
          <a:blip>
            <a:extLst>
              <a:ext uri="{96DAC541-7B7A-43D3-8B79-37D633B846F1}">
                <asvg:svgBlip xmlns:asvg="http://schemas.microsoft.com/office/drawing/2016/SVG/main" r:embed="rId84"/>
              </a:ext>
            </a:extLst>
          </a:blip>
          <a:stretch>
            <a:fillRect/>
          </a:stretch>
        </p:blipFill>
        <p:spPr>
          <a:xfrm>
            <a:off x="11244941" y="1700808"/>
            <a:ext cx="500062" cy="500062"/>
          </a:xfrm>
          <a:prstGeom prst="rect">
            <a:avLst/>
          </a:prstGeom>
        </p:spPr>
      </p:pic>
      <p:pic>
        <p:nvPicPr>
          <p:cNvPr id="268" name="Graphic 267">
            <a:extLst>
              <a:ext uri="{FF2B5EF4-FFF2-40B4-BE49-F238E27FC236}">
                <a16:creationId xmlns:a16="http://schemas.microsoft.com/office/drawing/2014/main" id="{9613BB4D-08AB-448A-BAB5-32044F573931}"/>
              </a:ext>
            </a:extLst>
          </p:cNvPr>
          <p:cNvPicPr>
            <a:picLocks noChangeAspect="1"/>
          </p:cNvPicPr>
          <p:nvPr/>
        </p:nvPicPr>
        <p:blipFill>
          <a:blip>
            <a:extLst>
              <a:ext uri="{96DAC541-7B7A-43D3-8B79-37D633B846F1}">
                <asvg:svgBlip xmlns:asvg="http://schemas.microsoft.com/office/drawing/2016/SVG/main" r:embed="rId85"/>
              </a:ext>
            </a:extLst>
          </a:blip>
          <a:stretch>
            <a:fillRect/>
          </a:stretch>
        </p:blipFill>
        <p:spPr>
          <a:xfrm>
            <a:off x="10612546" y="1700808"/>
            <a:ext cx="500062" cy="500062"/>
          </a:xfrm>
          <a:prstGeom prst="rect">
            <a:avLst/>
          </a:prstGeom>
        </p:spPr>
      </p:pic>
      <p:pic>
        <p:nvPicPr>
          <p:cNvPr id="270" name="Graphic 269">
            <a:extLst>
              <a:ext uri="{FF2B5EF4-FFF2-40B4-BE49-F238E27FC236}">
                <a16:creationId xmlns:a16="http://schemas.microsoft.com/office/drawing/2014/main" id="{C307B6BD-7D4C-4565-9895-1E8D10160BD0}"/>
              </a:ext>
            </a:extLst>
          </p:cNvPr>
          <p:cNvPicPr>
            <a:picLocks noChangeAspect="1"/>
          </p:cNvPicPr>
          <p:nvPr/>
        </p:nvPicPr>
        <p:blipFill>
          <a:blip>
            <a:extLst>
              <a:ext uri="{96DAC541-7B7A-43D3-8B79-37D633B846F1}">
                <asvg:svgBlip xmlns:asvg="http://schemas.microsoft.com/office/drawing/2016/SVG/main" r:embed="rId86"/>
              </a:ext>
            </a:extLst>
          </a:blip>
          <a:stretch>
            <a:fillRect/>
          </a:stretch>
        </p:blipFill>
        <p:spPr>
          <a:xfrm>
            <a:off x="9980151" y="1700808"/>
            <a:ext cx="500062" cy="500062"/>
          </a:xfrm>
          <a:prstGeom prst="rect">
            <a:avLst/>
          </a:prstGeom>
        </p:spPr>
      </p:pic>
      <p:pic>
        <p:nvPicPr>
          <p:cNvPr id="272" name="Graphic 271">
            <a:extLst>
              <a:ext uri="{FF2B5EF4-FFF2-40B4-BE49-F238E27FC236}">
                <a16:creationId xmlns:a16="http://schemas.microsoft.com/office/drawing/2014/main" id="{86A89EF5-5E68-43C5-BA51-A38CDD513E1D}"/>
              </a:ext>
            </a:extLst>
          </p:cNvPr>
          <p:cNvPicPr>
            <a:picLocks noChangeAspect="1"/>
          </p:cNvPicPr>
          <p:nvPr/>
        </p:nvPicPr>
        <p:blipFill>
          <a:blip>
            <a:extLst>
              <a:ext uri="{96DAC541-7B7A-43D3-8B79-37D633B846F1}">
                <asvg:svgBlip xmlns:asvg="http://schemas.microsoft.com/office/drawing/2016/SVG/main" r:embed="rId87"/>
              </a:ext>
            </a:extLst>
          </a:blip>
          <a:stretch>
            <a:fillRect/>
          </a:stretch>
        </p:blipFill>
        <p:spPr>
          <a:xfrm>
            <a:off x="9299947" y="1700808"/>
            <a:ext cx="500062" cy="500062"/>
          </a:xfrm>
          <a:prstGeom prst="rect">
            <a:avLst/>
          </a:prstGeom>
        </p:spPr>
      </p:pic>
      <p:pic>
        <p:nvPicPr>
          <p:cNvPr id="274" name="Graphic 273">
            <a:extLst>
              <a:ext uri="{FF2B5EF4-FFF2-40B4-BE49-F238E27FC236}">
                <a16:creationId xmlns:a16="http://schemas.microsoft.com/office/drawing/2014/main" id="{E0D933E7-FDCE-4CC2-BFED-08117877620C}"/>
              </a:ext>
            </a:extLst>
          </p:cNvPr>
          <p:cNvPicPr>
            <a:picLocks noChangeAspect="1"/>
          </p:cNvPicPr>
          <p:nvPr/>
        </p:nvPicPr>
        <p:blipFill>
          <a:blip>
            <a:extLst>
              <a:ext uri="{96DAC541-7B7A-43D3-8B79-37D633B846F1}">
                <asvg:svgBlip xmlns:asvg="http://schemas.microsoft.com/office/drawing/2016/SVG/main" r:embed="rId88"/>
              </a:ext>
            </a:extLst>
          </a:blip>
          <a:stretch>
            <a:fillRect/>
          </a:stretch>
        </p:blipFill>
        <p:spPr>
          <a:xfrm>
            <a:off x="8619743" y="1700808"/>
            <a:ext cx="500062" cy="500062"/>
          </a:xfrm>
          <a:prstGeom prst="rect">
            <a:avLst/>
          </a:prstGeom>
        </p:spPr>
      </p:pic>
      <p:pic>
        <p:nvPicPr>
          <p:cNvPr id="276" name="Graphic 275">
            <a:extLst>
              <a:ext uri="{FF2B5EF4-FFF2-40B4-BE49-F238E27FC236}">
                <a16:creationId xmlns:a16="http://schemas.microsoft.com/office/drawing/2014/main" id="{AAE711CB-D0B7-4026-98C1-0FFAF0C903D4}"/>
              </a:ext>
            </a:extLst>
          </p:cNvPr>
          <p:cNvPicPr>
            <a:picLocks noChangeAspect="1"/>
          </p:cNvPicPr>
          <p:nvPr/>
        </p:nvPicPr>
        <p:blipFill>
          <a:blip>
            <a:extLst>
              <a:ext uri="{96DAC541-7B7A-43D3-8B79-37D633B846F1}">
                <asvg:svgBlip xmlns:asvg="http://schemas.microsoft.com/office/drawing/2016/SVG/main" r:embed="rId89"/>
              </a:ext>
            </a:extLst>
          </a:blip>
          <a:stretch>
            <a:fillRect/>
          </a:stretch>
        </p:blipFill>
        <p:spPr>
          <a:xfrm>
            <a:off x="7925024" y="1700808"/>
            <a:ext cx="500062" cy="500062"/>
          </a:xfrm>
          <a:prstGeom prst="rect">
            <a:avLst/>
          </a:prstGeom>
        </p:spPr>
      </p:pic>
      <p:pic>
        <p:nvPicPr>
          <p:cNvPr id="278" name="Graphic 277">
            <a:extLst>
              <a:ext uri="{FF2B5EF4-FFF2-40B4-BE49-F238E27FC236}">
                <a16:creationId xmlns:a16="http://schemas.microsoft.com/office/drawing/2014/main" id="{19DD0E26-0DA2-4C3D-95E2-72218DE31E5C}"/>
              </a:ext>
            </a:extLst>
          </p:cNvPr>
          <p:cNvPicPr>
            <a:picLocks noChangeAspect="1"/>
          </p:cNvPicPr>
          <p:nvPr/>
        </p:nvPicPr>
        <p:blipFill>
          <a:blip>
            <a:extLst>
              <a:ext uri="{96DAC541-7B7A-43D3-8B79-37D633B846F1}">
                <asvg:svgBlip xmlns:asvg="http://schemas.microsoft.com/office/drawing/2016/SVG/main" r:embed="rId90"/>
              </a:ext>
            </a:extLst>
          </a:blip>
          <a:stretch>
            <a:fillRect/>
          </a:stretch>
        </p:blipFill>
        <p:spPr>
          <a:xfrm>
            <a:off x="7230305" y="1700808"/>
            <a:ext cx="500062" cy="500062"/>
          </a:xfrm>
          <a:prstGeom prst="rect">
            <a:avLst/>
          </a:prstGeom>
        </p:spPr>
      </p:pic>
      <p:pic>
        <p:nvPicPr>
          <p:cNvPr id="280" name="Graphic 279">
            <a:extLst>
              <a:ext uri="{FF2B5EF4-FFF2-40B4-BE49-F238E27FC236}">
                <a16:creationId xmlns:a16="http://schemas.microsoft.com/office/drawing/2014/main" id="{7F52819C-9635-487B-81E6-2E5C69646369}"/>
              </a:ext>
            </a:extLst>
          </p:cNvPr>
          <p:cNvPicPr>
            <a:picLocks noChangeAspect="1"/>
          </p:cNvPicPr>
          <p:nvPr/>
        </p:nvPicPr>
        <p:blipFill>
          <a:blip>
            <a:extLst>
              <a:ext uri="{96DAC541-7B7A-43D3-8B79-37D633B846F1}">
                <asvg:svgBlip xmlns:asvg="http://schemas.microsoft.com/office/drawing/2016/SVG/main" r:embed="rId91"/>
              </a:ext>
            </a:extLst>
          </a:blip>
          <a:stretch>
            <a:fillRect/>
          </a:stretch>
        </p:blipFill>
        <p:spPr>
          <a:xfrm>
            <a:off x="6535586" y="1700808"/>
            <a:ext cx="500062" cy="500062"/>
          </a:xfrm>
          <a:prstGeom prst="rect">
            <a:avLst/>
          </a:prstGeom>
        </p:spPr>
      </p:pic>
      <p:pic>
        <p:nvPicPr>
          <p:cNvPr id="282" name="Graphic 281">
            <a:extLst>
              <a:ext uri="{FF2B5EF4-FFF2-40B4-BE49-F238E27FC236}">
                <a16:creationId xmlns:a16="http://schemas.microsoft.com/office/drawing/2014/main" id="{CFDD30F6-6AA5-4310-BEA8-A3F1F0AB86DA}"/>
              </a:ext>
            </a:extLst>
          </p:cNvPr>
          <p:cNvPicPr>
            <a:picLocks noChangeAspect="1"/>
          </p:cNvPicPr>
          <p:nvPr/>
        </p:nvPicPr>
        <p:blipFill>
          <a:blip>
            <a:extLst>
              <a:ext uri="{96DAC541-7B7A-43D3-8B79-37D633B846F1}">
                <asvg:svgBlip xmlns:asvg="http://schemas.microsoft.com/office/drawing/2016/SVG/main" r:embed="rId92"/>
              </a:ext>
            </a:extLst>
          </a:blip>
          <a:stretch>
            <a:fillRect/>
          </a:stretch>
        </p:blipFill>
        <p:spPr>
          <a:xfrm>
            <a:off x="5845969" y="1700808"/>
            <a:ext cx="500062" cy="500062"/>
          </a:xfrm>
          <a:prstGeom prst="rect">
            <a:avLst/>
          </a:prstGeom>
        </p:spPr>
      </p:pic>
      <p:pic>
        <p:nvPicPr>
          <p:cNvPr id="284" name="Graphic 283">
            <a:extLst>
              <a:ext uri="{FF2B5EF4-FFF2-40B4-BE49-F238E27FC236}">
                <a16:creationId xmlns:a16="http://schemas.microsoft.com/office/drawing/2014/main" id="{C577108A-92A4-48E6-A090-1AA1A036DECA}"/>
              </a:ext>
            </a:extLst>
          </p:cNvPr>
          <p:cNvPicPr>
            <a:picLocks noChangeAspect="1"/>
          </p:cNvPicPr>
          <p:nvPr/>
        </p:nvPicPr>
        <p:blipFill>
          <a:blip>
            <a:extLst>
              <a:ext uri="{96DAC541-7B7A-43D3-8B79-37D633B846F1}">
                <asvg:svgBlip xmlns:asvg="http://schemas.microsoft.com/office/drawing/2016/SVG/main" r:embed="rId93"/>
              </a:ext>
            </a:extLst>
          </a:blip>
          <a:stretch>
            <a:fillRect/>
          </a:stretch>
        </p:blipFill>
        <p:spPr>
          <a:xfrm>
            <a:off x="5161239" y="1700808"/>
            <a:ext cx="500062" cy="500062"/>
          </a:xfrm>
          <a:prstGeom prst="rect">
            <a:avLst/>
          </a:prstGeom>
        </p:spPr>
      </p:pic>
      <p:pic>
        <p:nvPicPr>
          <p:cNvPr id="286" name="Graphic 285">
            <a:extLst>
              <a:ext uri="{FF2B5EF4-FFF2-40B4-BE49-F238E27FC236}">
                <a16:creationId xmlns:a16="http://schemas.microsoft.com/office/drawing/2014/main" id="{C5F12503-3006-410B-A9EF-61E506BB3246}"/>
              </a:ext>
            </a:extLst>
          </p:cNvPr>
          <p:cNvPicPr>
            <a:picLocks noChangeAspect="1"/>
          </p:cNvPicPr>
          <p:nvPr/>
        </p:nvPicPr>
        <p:blipFill>
          <a:blip>
            <a:extLst>
              <a:ext uri="{96DAC541-7B7A-43D3-8B79-37D633B846F1}">
                <asvg:svgBlip xmlns:asvg="http://schemas.microsoft.com/office/drawing/2016/SVG/main" r:embed="rId94"/>
              </a:ext>
            </a:extLst>
          </a:blip>
          <a:stretch>
            <a:fillRect/>
          </a:stretch>
        </p:blipFill>
        <p:spPr>
          <a:xfrm>
            <a:off x="4467178" y="1700808"/>
            <a:ext cx="500062" cy="500062"/>
          </a:xfrm>
          <a:prstGeom prst="rect">
            <a:avLst/>
          </a:prstGeom>
        </p:spPr>
      </p:pic>
      <p:pic>
        <p:nvPicPr>
          <p:cNvPr id="288" name="Graphic 287">
            <a:extLst>
              <a:ext uri="{FF2B5EF4-FFF2-40B4-BE49-F238E27FC236}">
                <a16:creationId xmlns:a16="http://schemas.microsoft.com/office/drawing/2014/main" id="{A655A6A4-605E-4879-BD61-253192469583}"/>
              </a:ext>
            </a:extLst>
          </p:cNvPr>
          <p:cNvPicPr>
            <a:picLocks noChangeAspect="1"/>
          </p:cNvPicPr>
          <p:nvPr/>
        </p:nvPicPr>
        <p:blipFill>
          <a:blip>
            <a:extLst>
              <a:ext uri="{96DAC541-7B7A-43D3-8B79-37D633B846F1}">
                <asvg:svgBlip xmlns:asvg="http://schemas.microsoft.com/office/drawing/2016/SVG/main" r:embed="rId95"/>
              </a:ext>
            </a:extLst>
          </a:blip>
          <a:stretch>
            <a:fillRect/>
          </a:stretch>
        </p:blipFill>
        <p:spPr>
          <a:xfrm>
            <a:off x="3773117" y="1700808"/>
            <a:ext cx="500062" cy="500062"/>
          </a:xfrm>
          <a:prstGeom prst="rect">
            <a:avLst/>
          </a:prstGeom>
        </p:spPr>
      </p:pic>
      <p:pic>
        <p:nvPicPr>
          <p:cNvPr id="290" name="Graphic 289">
            <a:extLst>
              <a:ext uri="{FF2B5EF4-FFF2-40B4-BE49-F238E27FC236}">
                <a16:creationId xmlns:a16="http://schemas.microsoft.com/office/drawing/2014/main" id="{AB6D091E-0505-4458-80F7-F3419A3244C8}"/>
              </a:ext>
            </a:extLst>
          </p:cNvPr>
          <p:cNvPicPr>
            <a:picLocks noChangeAspect="1"/>
          </p:cNvPicPr>
          <p:nvPr/>
        </p:nvPicPr>
        <p:blipFill>
          <a:blip>
            <a:extLst>
              <a:ext uri="{96DAC541-7B7A-43D3-8B79-37D633B846F1}">
                <asvg:svgBlip xmlns:asvg="http://schemas.microsoft.com/office/drawing/2016/SVG/main" r:embed="rId96"/>
              </a:ext>
            </a:extLst>
          </a:blip>
          <a:stretch>
            <a:fillRect/>
          </a:stretch>
        </p:blipFill>
        <p:spPr>
          <a:xfrm>
            <a:off x="3082554" y="1700808"/>
            <a:ext cx="500062" cy="500062"/>
          </a:xfrm>
          <a:prstGeom prst="rect">
            <a:avLst/>
          </a:prstGeom>
        </p:spPr>
      </p:pic>
      <p:pic>
        <p:nvPicPr>
          <p:cNvPr id="292" name="Graphic 291">
            <a:extLst>
              <a:ext uri="{FF2B5EF4-FFF2-40B4-BE49-F238E27FC236}">
                <a16:creationId xmlns:a16="http://schemas.microsoft.com/office/drawing/2014/main" id="{1C05E4B7-9A44-4551-ACB6-F7E834DBF78C}"/>
              </a:ext>
            </a:extLst>
          </p:cNvPr>
          <p:cNvPicPr>
            <a:picLocks noChangeAspect="1"/>
          </p:cNvPicPr>
          <p:nvPr/>
        </p:nvPicPr>
        <p:blipFill>
          <a:blip>
            <a:extLst>
              <a:ext uri="{96DAC541-7B7A-43D3-8B79-37D633B846F1}">
                <asvg:svgBlip xmlns:asvg="http://schemas.microsoft.com/office/drawing/2016/SVG/main" r:embed="rId97"/>
              </a:ext>
            </a:extLst>
          </a:blip>
          <a:stretch>
            <a:fillRect/>
          </a:stretch>
        </p:blipFill>
        <p:spPr>
          <a:xfrm>
            <a:off x="2391991" y="1700808"/>
            <a:ext cx="500062" cy="500062"/>
          </a:xfrm>
          <a:prstGeom prst="rect">
            <a:avLst/>
          </a:prstGeom>
        </p:spPr>
      </p:pic>
      <p:pic>
        <p:nvPicPr>
          <p:cNvPr id="294" name="Graphic 293">
            <a:extLst>
              <a:ext uri="{FF2B5EF4-FFF2-40B4-BE49-F238E27FC236}">
                <a16:creationId xmlns:a16="http://schemas.microsoft.com/office/drawing/2014/main" id="{7C4C2A79-D57D-4DC9-A7BA-58306AF98ADD}"/>
              </a:ext>
            </a:extLst>
          </p:cNvPr>
          <p:cNvPicPr>
            <a:picLocks noChangeAspect="1"/>
          </p:cNvPicPr>
          <p:nvPr/>
        </p:nvPicPr>
        <p:blipFill>
          <a:blip>
            <a:extLst>
              <a:ext uri="{96DAC541-7B7A-43D3-8B79-37D633B846F1}">
                <asvg:svgBlip xmlns:asvg="http://schemas.microsoft.com/office/drawing/2016/SVG/main" r:embed="rId98"/>
              </a:ext>
            </a:extLst>
          </a:blip>
          <a:stretch>
            <a:fillRect/>
          </a:stretch>
        </p:blipFill>
        <p:spPr>
          <a:xfrm>
            <a:off x="1706315" y="1700808"/>
            <a:ext cx="500062" cy="500062"/>
          </a:xfrm>
          <a:prstGeom prst="rect">
            <a:avLst/>
          </a:prstGeom>
        </p:spPr>
      </p:pic>
      <p:pic>
        <p:nvPicPr>
          <p:cNvPr id="296" name="Graphic 295">
            <a:extLst>
              <a:ext uri="{FF2B5EF4-FFF2-40B4-BE49-F238E27FC236}">
                <a16:creationId xmlns:a16="http://schemas.microsoft.com/office/drawing/2014/main" id="{A4964451-B1C7-48C8-9A7A-E726130E3E5E}"/>
              </a:ext>
            </a:extLst>
          </p:cNvPr>
          <p:cNvPicPr>
            <a:picLocks noChangeAspect="1"/>
          </p:cNvPicPr>
          <p:nvPr/>
        </p:nvPicPr>
        <p:blipFill>
          <a:blip>
            <a:extLst>
              <a:ext uri="{96DAC541-7B7A-43D3-8B79-37D633B846F1}">
                <asvg:svgBlip xmlns:asvg="http://schemas.microsoft.com/office/drawing/2016/SVG/main" r:embed="rId99"/>
              </a:ext>
            </a:extLst>
          </a:blip>
          <a:stretch>
            <a:fillRect/>
          </a:stretch>
        </p:blipFill>
        <p:spPr>
          <a:xfrm>
            <a:off x="1020639" y="1700808"/>
            <a:ext cx="500062" cy="500062"/>
          </a:xfrm>
          <a:prstGeom prst="rect">
            <a:avLst/>
          </a:prstGeom>
        </p:spPr>
      </p:pic>
      <p:pic>
        <p:nvPicPr>
          <p:cNvPr id="298" name="Graphic 297">
            <a:extLst>
              <a:ext uri="{FF2B5EF4-FFF2-40B4-BE49-F238E27FC236}">
                <a16:creationId xmlns:a16="http://schemas.microsoft.com/office/drawing/2014/main" id="{85D99F46-CA00-4649-9CD6-333DCC08CE36}"/>
              </a:ext>
            </a:extLst>
          </p:cNvPr>
          <p:cNvPicPr>
            <a:picLocks noChangeAspect="1"/>
          </p:cNvPicPr>
          <p:nvPr/>
        </p:nvPicPr>
        <p:blipFill>
          <a:blip>
            <a:extLst>
              <a:ext uri="{96DAC541-7B7A-43D3-8B79-37D633B846F1}">
                <asvg:svgBlip xmlns:asvg="http://schemas.microsoft.com/office/drawing/2016/SVG/main" r:embed="rId100"/>
              </a:ext>
            </a:extLst>
          </a:blip>
          <a:stretch>
            <a:fillRect/>
          </a:stretch>
        </p:blipFill>
        <p:spPr>
          <a:xfrm>
            <a:off x="334963" y="1700808"/>
            <a:ext cx="500062" cy="500062"/>
          </a:xfrm>
          <a:prstGeom prst="rect">
            <a:avLst/>
          </a:prstGeom>
        </p:spPr>
      </p:pic>
    </p:spTree>
    <p:extLst>
      <p:ext uri="{BB962C8B-B14F-4D97-AF65-F5344CB8AC3E}">
        <p14:creationId xmlns:p14="http://schemas.microsoft.com/office/powerpoint/2010/main" val="4189199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98" name="Title 97">
            <a:extLst>
              <a:ext uri="{FF2B5EF4-FFF2-40B4-BE49-F238E27FC236}">
                <a16:creationId xmlns:a16="http://schemas.microsoft.com/office/drawing/2014/main" id="{CB1964DD-20D0-495F-8D17-13B947E2CDE7}"/>
              </a:ext>
            </a:extLst>
          </p:cNvPr>
          <p:cNvSpPr>
            <a:spLocks noGrp="1"/>
          </p:cNvSpPr>
          <p:nvPr>
            <p:ph type="title"/>
          </p:nvPr>
        </p:nvSpPr>
        <p:spPr/>
        <p:txBody>
          <a:bodyPr/>
          <a:lstStyle/>
          <a:p>
            <a:r>
              <a:rPr lang="fr-FR"/>
              <a:t>Fonction icons</a:t>
            </a:r>
          </a:p>
        </p:txBody>
      </p:sp>
      <p:pic>
        <p:nvPicPr>
          <p:cNvPr id="251" name="Graphic 250">
            <a:extLst>
              <a:ext uri="{FF2B5EF4-FFF2-40B4-BE49-F238E27FC236}">
                <a16:creationId xmlns:a16="http://schemas.microsoft.com/office/drawing/2014/main" id="{616270A1-F8A7-4718-9452-B52C34F957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9029" y="2325219"/>
            <a:ext cx="423705" cy="423705"/>
          </a:xfrm>
          <a:prstGeom prst="rect">
            <a:avLst/>
          </a:prstGeom>
        </p:spPr>
      </p:pic>
      <p:pic>
        <p:nvPicPr>
          <p:cNvPr id="255" name="Graphic 254">
            <a:extLst>
              <a:ext uri="{FF2B5EF4-FFF2-40B4-BE49-F238E27FC236}">
                <a16:creationId xmlns:a16="http://schemas.microsoft.com/office/drawing/2014/main" id="{43506DC4-0353-4B65-8EED-319A0FF8F0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18871" y="4229431"/>
            <a:ext cx="423705" cy="423705"/>
          </a:xfrm>
          <a:prstGeom prst="rect">
            <a:avLst/>
          </a:prstGeom>
        </p:spPr>
      </p:pic>
      <p:pic>
        <p:nvPicPr>
          <p:cNvPr id="259" name="Graphic 258">
            <a:extLst>
              <a:ext uri="{FF2B5EF4-FFF2-40B4-BE49-F238E27FC236}">
                <a16:creationId xmlns:a16="http://schemas.microsoft.com/office/drawing/2014/main" id="{22C849F7-1195-47FF-AEF6-0F9835E5DB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127290" y="4229431"/>
            <a:ext cx="423705" cy="423705"/>
          </a:xfrm>
          <a:prstGeom prst="rect">
            <a:avLst/>
          </a:prstGeom>
        </p:spPr>
      </p:pic>
      <p:pic>
        <p:nvPicPr>
          <p:cNvPr id="263" name="Graphic 262">
            <a:extLst>
              <a:ext uri="{FF2B5EF4-FFF2-40B4-BE49-F238E27FC236}">
                <a16:creationId xmlns:a16="http://schemas.microsoft.com/office/drawing/2014/main" id="{CD9228C3-A49E-4618-9F7B-5F25250EB66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76325" y="4229431"/>
            <a:ext cx="423705" cy="423705"/>
          </a:xfrm>
          <a:prstGeom prst="rect">
            <a:avLst/>
          </a:prstGeom>
        </p:spPr>
      </p:pic>
      <p:pic>
        <p:nvPicPr>
          <p:cNvPr id="267" name="Graphic 266">
            <a:extLst>
              <a:ext uri="{FF2B5EF4-FFF2-40B4-BE49-F238E27FC236}">
                <a16:creationId xmlns:a16="http://schemas.microsoft.com/office/drawing/2014/main" id="{4CB175D8-B6F6-4616-B567-01CA6A15999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51560" y="4229431"/>
            <a:ext cx="423705" cy="423705"/>
          </a:xfrm>
          <a:prstGeom prst="rect">
            <a:avLst/>
          </a:prstGeom>
        </p:spPr>
      </p:pic>
      <p:pic>
        <p:nvPicPr>
          <p:cNvPr id="271" name="Graphic 270">
            <a:extLst>
              <a:ext uri="{FF2B5EF4-FFF2-40B4-BE49-F238E27FC236}">
                <a16:creationId xmlns:a16="http://schemas.microsoft.com/office/drawing/2014/main" id="{19709D72-FE9E-485D-8B2D-878B53A8449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18650" y="4229431"/>
            <a:ext cx="423705" cy="423705"/>
          </a:xfrm>
          <a:prstGeom prst="rect">
            <a:avLst/>
          </a:prstGeom>
        </p:spPr>
      </p:pic>
      <p:pic>
        <p:nvPicPr>
          <p:cNvPr id="275" name="Graphic 274">
            <a:extLst>
              <a:ext uri="{FF2B5EF4-FFF2-40B4-BE49-F238E27FC236}">
                <a16:creationId xmlns:a16="http://schemas.microsoft.com/office/drawing/2014/main" id="{F3A2E807-C215-4297-9B9B-5F30ABCE95E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585740" y="4229431"/>
            <a:ext cx="423705" cy="423705"/>
          </a:xfrm>
          <a:prstGeom prst="rect">
            <a:avLst/>
          </a:prstGeom>
        </p:spPr>
      </p:pic>
      <p:pic>
        <p:nvPicPr>
          <p:cNvPr id="279" name="Graphic 278">
            <a:extLst>
              <a:ext uri="{FF2B5EF4-FFF2-40B4-BE49-F238E27FC236}">
                <a16:creationId xmlns:a16="http://schemas.microsoft.com/office/drawing/2014/main" id="{CF3FF907-4CF5-49EC-B0F8-D99146C0FAA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9105" y="4229431"/>
            <a:ext cx="423705" cy="423705"/>
          </a:xfrm>
          <a:prstGeom prst="rect">
            <a:avLst/>
          </a:prstGeom>
        </p:spPr>
      </p:pic>
      <p:pic>
        <p:nvPicPr>
          <p:cNvPr id="283" name="Graphic 282">
            <a:extLst>
              <a:ext uri="{FF2B5EF4-FFF2-40B4-BE49-F238E27FC236}">
                <a16:creationId xmlns:a16="http://schemas.microsoft.com/office/drawing/2014/main" id="{2F2AF696-92DE-47E2-B9B9-7D50995C06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34960" y="4229431"/>
            <a:ext cx="423705" cy="423705"/>
          </a:xfrm>
          <a:prstGeom prst="rect">
            <a:avLst/>
          </a:prstGeom>
        </p:spPr>
      </p:pic>
      <p:pic>
        <p:nvPicPr>
          <p:cNvPr id="287" name="Graphic 286">
            <a:extLst>
              <a:ext uri="{FF2B5EF4-FFF2-40B4-BE49-F238E27FC236}">
                <a16:creationId xmlns:a16="http://schemas.microsoft.com/office/drawing/2014/main" id="{35C0BC0A-53D3-46EA-818B-5F5EA3BBAE3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980082" y="3581359"/>
            <a:ext cx="423705" cy="423705"/>
          </a:xfrm>
          <a:prstGeom prst="rect">
            <a:avLst/>
          </a:prstGeom>
        </p:spPr>
      </p:pic>
      <p:pic>
        <p:nvPicPr>
          <p:cNvPr id="291" name="Graphic 290">
            <a:extLst>
              <a:ext uri="{FF2B5EF4-FFF2-40B4-BE49-F238E27FC236}">
                <a16:creationId xmlns:a16="http://schemas.microsoft.com/office/drawing/2014/main" id="{DF597DAB-D2EC-42F7-9FD2-B9CF20A9698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68894" y="3581359"/>
            <a:ext cx="423705" cy="423705"/>
          </a:xfrm>
          <a:prstGeom prst="rect">
            <a:avLst/>
          </a:prstGeom>
        </p:spPr>
      </p:pic>
      <p:pic>
        <p:nvPicPr>
          <p:cNvPr id="295" name="Graphic 294">
            <a:extLst>
              <a:ext uri="{FF2B5EF4-FFF2-40B4-BE49-F238E27FC236}">
                <a16:creationId xmlns:a16="http://schemas.microsoft.com/office/drawing/2014/main" id="{1E6EA3D8-114F-462A-8D31-F1A6F9766D7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739550" y="3581359"/>
            <a:ext cx="423705" cy="423705"/>
          </a:xfrm>
          <a:prstGeom prst="rect">
            <a:avLst/>
          </a:prstGeom>
        </p:spPr>
      </p:pic>
      <p:pic>
        <p:nvPicPr>
          <p:cNvPr id="299" name="Graphic 298">
            <a:extLst>
              <a:ext uri="{FF2B5EF4-FFF2-40B4-BE49-F238E27FC236}">
                <a16:creationId xmlns:a16="http://schemas.microsoft.com/office/drawing/2014/main" id="{E56B9748-0917-43A7-90F3-3CD29286E37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108952" y="3581359"/>
            <a:ext cx="423705" cy="423705"/>
          </a:xfrm>
          <a:prstGeom prst="rect">
            <a:avLst/>
          </a:prstGeom>
        </p:spPr>
      </p:pic>
      <p:pic>
        <p:nvPicPr>
          <p:cNvPr id="301" name="Graphic 300">
            <a:extLst>
              <a:ext uri="{FF2B5EF4-FFF2-40B4-BE49-F238E27FC236}">
                <a16:creationId xmlns:a16="http://schemas.microsoft.com/office/drawing/2014/main" id="{1C3B1EC6-9C36-467C-B32A-8B0D20EB9BC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478354" y="3581359"/>
            <a:ext cx="423705" cy="423705"/>
          </a:xfrm>
          <a:prstGeom prst="rect">
            <a:avLst/>
          </a:prstGeom>
        </p:spPr>
      </p:pic>
      <p:pic>
        <p:nvPicPr>
          <p:cNvPr id="303" name="Graphic 302">
            <a:extLst>
              <a:ext uri="{FF2B5EF4-FFF2-40B4-BE49-F238E27FC236}">
                <a16:creationId xmlns:a16="http://schemas.microsoft.com/office/drawing/2014/main" id="{8E9B96F9-6C21-4E50-A2A3-BAADB5C664D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873504" y="3581359"/>
            <a:ext cx="423705" cy="423705"/>
          </a:xfrm>
          <a:prstGeom prst="rect">
            <a:avLst/>
          </a:prstGeom>
        </p:spPr>
      </p:pic>
      <p:pic>
        <p:nvPicPr>
          <p:cNvPr id="305" name="Graphic 304">
            <a:extLst>
              <a:ext uri="{FF2B5EF4-FFF2-40B4-BE49-F238E27FC236}">
                <a16:creationId xmlns:a16="http://schemas.microsoft.com/office/drawing/2014/main" id="{2FE86316-A17B-4E59-A214-EE3A6BE0C21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236983" y="3581359"/>
            <a:ext cx="423705" cy="423705"/>
          </a:xfrm>
          <a:prstGeom prst="rect">
            <a:avLst/>
          </a:prstGeom>
        </p:spPr>
      </p:pic>
      <p:pic>
        <p:nvPicPr>
          <p:cNvPr id="307" name="Graphic 306">
            <a:extLst>
              <a:ext uri="{FF2B5EF4-FFF2-40B4-BE49-F238E27FC236}">
                <a16:creationId xmlns:a16="http://schemas.microsoft.com/office/drawing/2014/main" id="{C4DC84C8-F0C0-4953-8115-BF4940F4DA13}"/>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631510" y="3581359"/>
            <a:ext cx="423705" cy="423705"/>
          </a:xfrm>
          <a:prstGeom prst="rect">
            <a:avLst/>
          </a:prstGeom>
        </p:spPr>
      </p:pic>
      <p:pic>
        <p:nvPicPr>
          <p:cNvPr id="309" name="Graphic 308">
            <a:extLst>
              <a:ext uri="{FF2B5EF4-FFF2-40B4-BE49-F238E27FC236}">
                <a16:creationId xmlns:a16="http://schemas.microsoft.com/office/drawing/2014/main" id="{58AA6531-2037-4EB2-BFB0-79FDAE7A92E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977283" y="3581359"/>
            <a:ext cx="423705" cy="423705"/>
          </a:xfrm>
          <a:prstGeom prst="rect">
            <a:avLst/>
          </a:prstGeom>
        </p:spPr>
      </p:pic>
      <p:pic>
        <p:nvPicPr>
          <p:cNvPr id="313" name="Graphic 312">
            <a:extLst>
              <a:ext uri="{FF2B5EF4-FFF2-40B4-BE49-F238E27FC236}">
                <a16:creationId xmlns:a16="http://schemas.microsoft.com/office/drawing/2014/main" id="{214C9C6B-6BC9-42E5-AB57-2EB5960C7B4D}"/>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366491" y="3581359"/>
            <a:ext cx="423705" cy="423705"/>
          </a:xfrm>
          <a:prstGeom prst="rect">
            <a:avLst/>
          </a:prstGeom>
        </p:spPr>
      </p:pic>
      <p:pic>
        <p:nvPicPr>
          <p:cNvPr id="315" name="Graphic 314">
            <a:extLst>
              <a:ext uri="{FF2B5EF4-FFF2-40B4-BE49-F238E27FC236}">
                <a16:creationId xmlns:a16="http://schemas.microsoft.com/office/drawing/2014/main" id="{FFC480F2-127D-41E8-A6B3-9D8A04D82C70}"/>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739587" y="3581359"/>
            <a:ext cx="423705" cy="423705"/>
          </a:xfrm>
          <a:prstGeom prst="rect">
            <a:avLst/>
          </a:prstGeom>
        </p:spPr>
      </p:pic>
      <p:pic>
        <p:nvPicPr>
          <p:cNvPr id="317" name="Graphic 316">
            <a:extLst>
              <a:ext uri="{FF2B5EF4-FFF2-40B4-BE49-F238E27FC236}">
                <a16:creationId xmlns:a16="http://schemas.microsoft.com/office/drawing/2014/main" id="{B472D658-3288-4D16-B62D-E9BAF7BD37FD}"/>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4110028" y="3581359"/>
            <a:ext cx="423705" cy="423705"/>
          </a:xfrm>
          <a:prstGeom prst="rect">
            <a:avLst/>
          </a:prstGeom>
        </p:spPr>
      </p:pic>
      <p:pic>
        <p:nvPicPr>
          <p:cNvPr id="319" name="Graphic 318">
            <a:extLst>
              <a:ext uri="{FF2B5EF4-FFF2-40B4-BE49-F238E27FC236}">
                <a16:creationId xmlns:a16="http://schemas.microsoft.com/office/drawing/2014/main" id="{DF209B36-DB1D-482D-A7AA-1C38DE74D1FF}"/>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3476326" y="3581359"/>
            <a:ext cx="423705" cy="423705"/>
          </a:xfrm>
          <a:prstGeom prst="rect">
            <a:avLst/>
          </a:prstGeom>
        </p:spPr>
      </p:pic>
      <p:pic>
        <p:nvPicPr>
          <p:cNvPr id="321" name="Graphic 320">
            <a:extLst>
              <a:ext uri="{FF2B5EF4-FFF2-40B4-BE49-F238E27FC236}">
                <a16:creationId xmlns:a16="http://schemas.microsoft.com/office/drawing/2014/main" id="{50911BC7-A996-48A4-AAA6-7DBF6BE2C09E}"/>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2852795" y="3581359"/>
            <a:ext cx="423705" cy="423705"/>
          </a:xfrm>
          <a:prstGeom prst="rect">
            <a:avLst/>
          </a:prstGeom>
        </p:spPr>
      </p:pic>
      <p:pic>
        <p:nvPicPr>
          <p:cNvPr id="323" name="Graphic 322">
            <a:extLst>
              <a:ext uri="{FF2B5EF4-FFF2-40B4-BE49-F238E27FC236}">
                <a16:creationId xmlns:a16="http://schemas.microsoft.com/office/drawing/2014/main" id="{0F32C660-9317-42FD-AE3A-530A0E7E54AD}"/>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2223337" y="3581359"/>
            <a:ext cx="423705" cy="423705"/>
          </a:xfrm>
          <a:prstGeom prst="rect">
            <a:avLst/>
          </a:prstGeom>
        </p:spPr>
      </p:pic>
      <p:pic>
        <p:nvPicPr>
          <p:cNvPr id="325" name="Graphic 324">
            <a:extLst>
              <a:ext uri="{FF2B5EF4-FFF2-40B4-BE49-F238E27FC236}">
                <a16:creationId xmlns:a16="http://schemas.microsoft.com/office/drawing/2014/main" id="{1FA4485B-46C7-4689-8271-280C28D0ABB4}"/>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593756" y="3581359"/>
            <a:ext cx="423705" cy="423705"/>
          </a:xfrm>
          <a:prstGeom prst="rect">
            <a:avLst/>
          </a:prstGeom>
        </p:spPr>
      </p:pic>
      <p:pic>
        <p:nvPicPr>
          <p:cNvPr id="327" name="Graphic 326">
            <a:extLst>
              <a:ext uri="{FF2B5EF4-FFF2-40B4-BE49-F238E27FC236}">
                <a16:creationId xmlns:a16="http://schemas.microsoft.com/office/drawing/2014/main" id="{4DB5FE7C-57C9-4DA9-8C7D-2BE63FAF21F0}"/>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69105" y="3581359"/>
            <a:ext cx="423705" cy="423705"/>
          </a:xfrm>
          <a:prstGeom prst="rect">
            <a:avLst/>
          </a:prstGeom>
        </p:spPr>
      </p:pic>
      <p:pic>
        <p:nvPicPr>
          <p:cNvPr id="329" name="Graphic 328">
            <a:extLst>
              <a:ext uri="{FF2B5EF4-FFF2-40B4-BE49-F238E27FC236}">
                <a16:creationId xmlns:a16="http://schemas.microsoft.com/office/drawing/2014/main" id="{EC4AC387-67C5-45B5-9A86-B2322F0C596B}"/>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334961" y="3581359"/>
            <a:ext cx="423705" cy="423705"/>
          </a:xfrm>
          <a:prstGeom prst="rect">
            <a:avLst/>
          </a:prstGeom>
        </p:spPr>
      </p:pic>
      <p:pic>
        <p:nvPicPr>
          <p:cNvPr id="331" name="Graphic 330">
            <a:extLst>
              <a:ext uri="{FF2B5EF4-FFF2-40B4-BE49-F238E27FC236}">
                <a16:creationId xmlns:a16="http://schemas.microsoft.com/office/drawing/2014/main" id="{CAA43CF5-912E-46C8-92E6-4DA0A0679596}"/>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0980083" y="2933287"/>
            <a:ext cx="423705" cy="423705"/>
          </a:xfrm>
          <a:prstGeom prst="rect">
            <a:avLst/>
          </a:prstGeom>
        </p:spPr>
      </p:pic>
      <p:pic>
        <p:nvPicPr>
          <p:cNvPr id="333" name="Graphic 332">
            <a:extLst>
              <a:ext uri="{FF2B5EF4-FFF2-40B4-BE49-F238E27FC236}">
                <a16:creationId xmlns:a16="http://schemas.microsoft.com/office/drawing/2014/main" id="{7592033E-0123-4116-A1C5-65E9B0A125EE}"/>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0368895" y="2933287"/>
            <a:ext cx="423705" cy="423705"/>
          </a:xfrm>
          <a:prstGeom prst="rect">
            <a:avLst/>
          </a:prstGeom>
        </p:spPr>
      </p:pic>
      <p:pic>
        <p:nvPicPr>
          <p:cNvPr id="335" name="Graphic 334">
            <a:extLst>
              <a:ext uri="{FF2B5EF4-FFF2-40B4-BE49-F238E27FC236}">
                <a16:creationId xmlns:a16="http://schemas.microsoft.com/office/drawing/2014/main" id="{985DB692-06AD-4EE4-9AA7-11E23C32345E}"/>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9752379" y="2933287"/>
            <a:ext cx="423705" cy="423705"/>
          </a:xfrm>
          <a:prstGeom prst="rect">
            <a:avLst/>
          </a:prstGeom>
        </p:spPr>
      </p:pic>
      <p:pic>
        <p:nvPicPr>
          <p:cNvPr id="337" name="Graphic 336">
            <a:extLst>
              <a:ext uri="{FF2B5EF4-FFF2-40B4-BE49-F238E27FC236}">
                <a16:creationId xmlns:a16="http://schemas.microsoft.com/office/drawing/2014/main" id="{0ADD3BAC-A323-4757-BA0B-7379336CFAA4}"/>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9127351" y="2933287"/>
            <a:ext cx="423705" cy="423705"/>
          </a:xfrm>
          <a:prstGeom prst="rect">
            <a:avLst/>
          </a:prstGeom>
        </p:spPr>
      </p:pic>
      <p:pic>
        <p:nvPicPr>
          <p:cNvPr id="339" name="Graphic 338">
            <a:extLst>
              <a:ext uri="{FF2B5EF4-FFF2-40B4-BE49-F238E27FC236}">
                <a16:creationId xmlns:a16="http://schemas.microsoft.com/office/drawing/2014/main" id="{0B4A3EF9-31C5-4B25-9FFB-8EB962D12839}"/>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8502323" y="2933287"/>
            <a:ext cx="423705" cy="423705"/>
          </a:xfrm>
          <a:prstGeom prst="rect">
            <a:avLst/>
          </a:prstGeom>
        </p:spPr>
      </p:pic>
      <p:pic>
        <p:nvPicPr>
          <p:cNvPr id="341" name="Graphic 340">
            <a:extLst>
              <a:ext uri="{FF2B5EF4-FFF2-40B4-BE49-F238E27FC236}">
                <a16:creationId xmlns:a16="http://schemas.microsoft.com/office/drawing/2014/main" id="{A7B2406C-8696-45C6-83C2-2862C319B258}"/>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7873504" y="2933287"/>
            <a:ext cx="423705" cy="423705"/>
          </a:xfrm>
          <a:prstGeom prst="rect">
            <a:avLst/>
          </a:prstGeom>
        </p:spPr>
      </p:pic>
      <p:pic>
        <p:nvPicPr>
          <p:cNvPr id="343" name="Graphic 342">
            <a:extLst>
              <a:ext uri="{FF2B5EF4-FFF2-40B4-BE49-F238E27FC236}">
                <a16:creationId xmlns:a16="http://schemas.microsoft.com/office/drawing/2014/main" id="{7CD2B5DA-963A-4093-B8DD-CE83400D2E51}"/>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244999" y="2933287"/>
            <a:ext cx="423705" cy="423705"/>
          </a:xfrm>
          <a:prstGeom prst="rect">
            <a:avLst/>
          </a:prstGeom>
        </p:spPr>
      </p:pic>
      <p:pic>
        <p:nvPicPr>
          <p:cNvPr id="345" name="Graphic 344">
            <a:extLst>
              <a:ext uri="{FF2B5EF4-FFF2-40B4-BE49-F238E27FC236}">
                <a16:creationId xmlns:a16="http://schemas.microsoft.com/office/drawing/2014/main" id="{1E7AE4AA-C0D3-4996-A132-F001B3C74214}"/>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6631511" y="2933287"/>
            <a:ext cx="423705" cy="423705"/>
          </a:xfrm>
          <a:prstGeom prst="rect">
            <a:avLst/>
          </a:prstGeom>
        </p:spPr>
      </p:pic>
      <p:pic>
        <p:nvPicPr>
          <p:cNvPr id="347" name="Graphic 346">
            <a:extLst>
              <a:ext uri="{FF2B5EF4-FFF2-40B4-BE49-F238E27FC236}">
                <a16:creationId xmlns:a16="http://schemas.microsoft.com/office/drawing/2014/main" id="{841C9426-1CF5-4D02-934D-E8E31D211981}"/>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5977284" y="2933287"/>
            <a:ext cx="423705" cy="423705"/>
          </a:xfrm>
          <a:prstGeom prst="rect">
            <a:avLst/>
          </a:prstGeom>
        </p:spPr>
      </p:pic>
      <p:pic>
        <p:nvPicPr>
          <p:cNvPr id="349" name="Graphic 348">
            <a:extLst>
              <a:ext uri="{FF2B5EF4-FFF2-40B4-BE49-F238E27FC236}">
                <a16:creationId xmlns:a16="http://schemas.microsoft.com/office/drawing/2014/main" id="{EEB9AA5D-6858-4EDE-92D3-C667F82DF395}"/>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363895" y="2933287"/>
            <a:ext cx="423705" cy="423705"/>
          </a:xfrm>
          <a:prstGeom prst="rect">
            <a:avLst/>
          </a:prstGeom>
        </p:spPr>
      </p:pic>
      <p:pic>
        <p:nvPicPr>
          <p:cNvPr id="351" name="Graphic 350">
            <a:extLst>
              <a:ext uri="{FF2B5EF4-FFF2-40B4-BE49-F238E27FC236}">
                <a16:creationId xmlns:a16="http://schemas.microsoft.com/office/drawing/2014/main" id="{55BC3498-73DC-4CB9-8117-1F98D8F41EBC}"/>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4739587" y="2933287"/>
            <a:ext cx="423705" cy="423705"/>
          </a:xfrm>
          <a:prstGeom prst="rect">
            <a:avLst/>
          </a:prstGeom>
        </p:spPr>
      </p:pic>
      <p:pic>
        <p:nvPicPr>
          <p:cNvPr id="353" name="Graphic 352">
            <a:extLst>
              <a:ext uri="{FF2B5EF4-FFF2-40B4-BE49-F238E27FC236}">
                <a16:creationId xmlns:a16="http://schemas.microsoft.com/office/drawing/2014/main" id="{168D561E-7BD1-42DE-BEB2-AC01AF56DBDB}"/>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4109906" y="2933287"/>
            <a:ext cx="423705" cy="423705"/>
          </a:xfrm>
          <a:prstGeom prst="rect">
            <a:avLst/>
          </a:prstGeom>
        </p:spPr>
      </p:pic>
      <p:pic>
        <p:nvPicPr>
          <p:cNvPr id="355" name="Graphic 354">
            <a:extLst>
              <a:ext uri="{FF2B5EF4-FFF2-40B4-BE49-F238E27FC236}">
                <a16:creationId xmlns:a16="http://schemas.microsoft.com/office/drawing/2014/main" id="{FB20FC5D-B823-46B8-8261-9171E1F3CABD}"/>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3482253" y="2933287"/>
            <a:ext cx="423705" cy="423705"/>
          </a:xfrm>
          <a:prstGeom prst="rect">
            <a:avLst/>
          </a:prstGeom>
        </p:spPr>
      </p:pic>
      <p:pic>
        <p:nvPicPr>
          <p:cNvPr id="357" name="Graphic 356">
            <a:extLst>
              <a:ext uri="{FF2B5EF4-FFF2-40B4-BE49-F238E27FC236}">
                <a16:creationId xmlns:a16="http://schemas.microsoft.com/office/drawing/2014/main" id="{A8614C0D-DF62-4520-B594-F3DD1364198E}"/>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2852795" y="2933287"/>
            <a:ext cx="423705" cy="423705"/>
          </a:xfrm>
          <a:prstGeom prst="rect">
            <a:avLst/>
          </a:prstGeom>
        </p:spPr>
      </p:pic>
      <p:pic>
        <p:nvPicPr>
          <p:cNvPr id="359" name="Graphic 358">
            <a:extLst>
              <a:ext uri="{FF2B5EF4-FFF2-40B4-BE49-F238E27FC236}">
                <a16:creationId xmlns:a16="http://schemas.microsoft.com/office/drawing/2014/main" id="{5E464EAB-9DA2-4AC9-82A5-98986CE24B66}"/>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218651" y="2933287"/>
            <a:ext cx="423705" cy="423705"/>
          </a:xfrm>
          <a:prstGeom prst="rect">
            <a:avLst/>
          </a:prstGeom>
        </p:spPr>
      </p:pic>
      <p:pic>
        <p:nvPicPr>
          <p:cNvPr id="361" name="Graphic 360">
            <a:extLst>
              <a:ext uri="{FF2B5EF4-FFF2-40B4-BE49-F238E27FC236}">
                <a16:creationId xmlns:a16="http://schemas.microsoft.com/office/drawing/2014/main" id="{265F8020-43BC-47A6-905C-A209EF1E53F0}"/>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1593878" y="2933287"/>
            <a:ext cx="423705" cy="423705"/>
          </a:xfrm>
          <a:prstGeom prst="rect">
            <a:avLst/>
          </a:prstGeom>
        </p:spPr>
      </p:pic>
      <p:pic>
        <p:nvPicPr>
          <p:cNvPr id="363" name="Graphic 362">
            <a:extLst>
              <a:ext uri="{FF2B5EF4-FFF2-40B4-BE49-F238E27FC236}">
                <a16:creationId xmlns:a16="http://schemas.microsoft.com/office/drawing/2014/main" id="{3AE38951-1A17-4E51-9E80-AC60DFFCA279}"/>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969105" y="2933287"/>
            <a:ext cx="423705" cy="423705"/>
          </a:xfrm>
          <a:prstGeom prst="rect">
            <a:avLst/>
          </a:prstGeom>
        </p:spPr>
      </p:pic>
      <p:pic>
        <p:nvPicPr>
          <p:cNvPr id="365" name="Graphic 364">
            <a:extLst>
              <a:ext uri="{FF2B5EF4-FFF2-40B4-BE49-F238E27FC236}">
                <a16:creationId xmlns:a16="http://schemas.microsoft.com/office/drawing/2014/main" id="{B33F674F-584E-49C7-B83B-946556E7A358}"/>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334963" y="2933287"/>
            <a:ext cx="423705" cy="423705"/>
          </a:xfrm>
          <a:prstGeom prst="rect">
            <a:avLst/>
          </a:prstGeom>
        </p:spPr>
      </p:pic>
      <p:pic>
        <p:nvPicPr>
          <p:cNvPr id="367" name="Graphic 366">
            <a:extLst>
              <a:ext uri="{FF2B5EF4-FFF2-40B4-BE49-F238E27FC236}">
                <a16:creationId xmlns:a16="http://schemas.microsoft.com/office/drawing/2014/main" id="{2A948282-7E82-4635-807E-4C227216F08F}"/>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10982156" y="2326549"/>
            <a:ext cx="423705" cy="423705"/>
          </a:xfrm>
          <a:prstGeom prst="rect">
            <a:avLst/>
          </a:prstGeom>
        </p:spPr>
      </p:pic>
      <p:pic>
        <p:nvPicPr>
          <p:cNvPr id="369" name="Graphic 368">
            <a:extLst>
              <a:ext uri="{FF2B5EF4-FFF2-40B4-BE49-F238E27FC236}">
                <a16:creationId xmlns:a16="http://schemas.microsoft.com/office/drawing/2014/main" id="{1FF1FBB8-BF02-432C-9D24-5A021E6BC007}"/>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10368895" y="2326549"/>
            <a:ext cx="423705" cy="423705"/>
          </a:xfrm>
          <a:prstGeom prst="rect">
            <a:avLst/>
          </a:prstGeom>
        </p:spPr>
      </p:pic>
      <p:pic>
        <p:nvPicPr>
          <p:cNvPr id="371" name="Graphic 370">
            <a:extLst>
              <a:ext uri="{FF2B5EF4-FFF2-40B4-BE49-F238E27FC236}">
                <a16:creationId xmlns:a16="http://schemas.microsoft.com/office/drawing/2014/main" id="{4E4FD98D-766C-4C1F-996D-3C717D04B03E}"/>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9755634" y="2326549"/>
            <a:ext cx="423705" cy="423705"/>
          </a:xfrm>
          <a:prstGeom prst="rect">
            <a:avLst/>
          </a:prstGeom>
        </p:spPr>
      </p:pic>
      <p:pic>
        <p:nvPicPr>
          <p:cNvPr id="373" name="Graphic 372">
            <a:extLst>
              <a:ext uri="{FF2B5EF4-FFF2-40B4-BE49-F238E27FC236}">
                <a16:creationId xmlns:a16="http://schemas.microsoft.com/office/drawing/2014/main" id="{00C9CE54-9448-49E5-B223-360420987988}"/>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9142373" y="2326549"/>
            <a:ext cx="423705" cy="423705"/>
          </a:xfrm>
          <a:prstGeom prst="rect">
            <a:avLst/>
          </a:prstGeom>
        </p:spPr>
      </p:pic>
      <p:pic>
        <p:nvPicPr>
          <p:cNvPr id="375" name="Graphic 374">
            <a:extLst>
              <a:ext uri="{FF2B5EF4-FFF2-40B4-BE49-F238E27FC236}">
                <a16:creationId xmlns:a16="http://schemas.microsoft.com/office/drawing/2014/main" id="{834E53FB-5727-4FDA-BE78-2A639D91AE57}"/>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8500854" y="2326549"/>
            <a:ext cx="423705" cy="423705"/>
          </a:xfrm>
          <a:prstGeom prst="rect">
            <a:avLst/>
          </a:prstGeom>
        </p:spPr>
      </p:pic>
      <p:pic>
        <p:nvPicPr>
          <p:cNvPr id="377" name="Graphic 376">
            <a:extLst>
              <a:ext uri="{FF2B5EF4-FFF2-40B4-BE49-F238E27FC236}">
                <a16:creationId xmlns:a16="http://schemas.microsoft.com/office/drawing/2014/main" id="{4265F80D-D8FC-4760-BB5E-D065EB1E3FA7}"/>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7861119" y="2326549"/>
            <a:ext cx="423705" cy="423705"/>
          </a:xfrm>
          <a:prstGeom prst="rect">
            <a:avLst/>
          </a:prstGeom>
        </p:spPr>
      </p:pic>
      <p:pic>
        <p:nvPicPr>
          <p:cNvPr id="379" name="Graphic 378">
            <a:extLst>
              <a:ext uri="{FF2B5EF4-FFF2-40B4-BE49-F238E27FC236}">
                <a16:creationId xmlns:a16="http://schemas.microsoft.com/office/drawing/2014/main" id="{1E1AA990-CDC5-4EDA-A3BE-9398DC82EBBF}"/>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7245000" y="2326549"/>
            <a:ext cx="423705" cy="423705"/>
          </a:xfrm>
          <a:prstGeom prst="rect">
            <a:avLst/>
          </a:prstGeom>
        </p:spPr>
      </p:pic>
      <p:pic>
        <p:nvPicPr>
          <p:cNvPr id="381" name="Graphic 380">
            <a:extLst>
              <a:ext uri="{FF2B5EF4-FFF2-40B4-BE49-F238E27FC236}">
                <a16:creationId xmlns:a16="http://schemas.microsoft.com/office/drawing/2014/main" id="{395DA80A-7BB1-4040-9A24-66F61E8C5EE7}"/>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6612038" y="2326549"/>
            <a:ext cx="423705" cy="423705"/>
          </a:xfrm>
          <a:prstGeom prst="rect">
            <a:avLst/>
          </a:prstGeom>
        </p:spPr>
      </p:pic>
      <p:pic>
        <p:nvPicPr>
          <p:cNvPr id="383" name="Graphic 382">
            <a:extLst>
              <a:ext uri="{FF2B5EF4-FFF2-40B4-BE49-F238E27FC236}">
                <a16:creationId xmlns:a16="http://schemas.microsoft.com/office/drawing/2014/main" id="{078E7AF7-390F-45A3-BBE2-B91537AA5704}"/>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5977285" y="2326549"/>
            <a:ext cx="423705" cy="423705"/>
          </a:xfrm>
          <a:prstGeom prst="rect">
            <a:avLst/>
          </a:prstGeom>
        </p:spPr>
      </p:pic>
      <p:pic>
        <p:nvPicPr>
          <p:cNvPr id="385" name="Graphic 384">
            <a:extLst>
              <a:ext uri="{FF2B5EF4-FFF2-40B4-BE49-F238E27FC236}">
                <a16:creationId xmlns:a16="http://schemas.microsoft.com/office/drawing/2014/main" id="{AE6C88E1-8094-4B33-AA0D-F417D4748C17}"/>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5363894" y="2326549"/>
            <a:ext cx="423705" cy="423705"/>
          </a:xfrm>
          <a:prstGeom prst="rect">
            <a:avLst/>
          </a:prstGeom>
        </p:spPr>
      </p:pic>
      <p:pic>
        <p:nvPicPr>
          <p:cNvPr id="387" name="Graphic 386">
            <a:extLst>
              <a:ext uri="{FF2B5EF4-FFF2-40B4-BE49-F238E27FC236}">
                <a16:creationId xmlns:a16="http://schemas.microsoft.com/office/drawing/2014/main" id="{9CDA48D8-216F-43C0-876F-632E7BBC9DC7}"/>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4739587" y="2326549"/>
            <a:ext cx="423705" cy="423705"/>
          </a:xfrm>
          <a:prstGeom prst="rect">
            <a:avLst/>
          </a:prstGeom>
        </p:spPr>
      </p:pic>
      <p:pic>
        <p:nvPicPr>
          <p:cNvPr id="389" name="Graphic 388">
            <a:extLst>
              <a:ext uri="{FF2B5EF4-FFF2-40B4-BE49-F238E27FC236}">
                <a16:creationId xmlns:a16="http://schemas.microsoft.com/office/drawing/2014/main" id="{C1E24989-52BD-4729-A10F-EC740D03B0FA}"/>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4110028" y="2326549"/>
            <a:ext cx="423705" cy="423705"/>
          </a:xfrm>
          <a:prstGeom prst="rect">
            <a:avLst/>
          </a:prstGeom>
        </p:spPr>
      </p:pic>
      <p:pic>
        <p:nvPicPr>
          <p:cNvPr id="391" name="Graphic 390">
            <a:extLst>
              <a:ext uri="{FF2B5EF4-FFF2-40B4-BE49-F238E27FC236}">
                <a16:creationId xmlns:a16="http://schemas.microsoft.com/office/drawing/2014/main" id="{8F0367EA-C057-4E1F-8BBB-8ED8908FE45D}"/>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3419405" y="2303536"/>
            <a:ext cx="549400" cy="549400"/>
          </a:xfrm>
          <a:prstGeom prst="rect">
            <a:avLst/>
          </a:prstGeom>
        </p:spPr>
      </p:pic>
      <p:pic>
        <p:nvPicPr>
          <p:cNvPr id="393" name="Graphic 392">
            <a:extLst>
              <a:ext uri="{FF2B5EF4-FFF2-40B4-BE49-F238E27FC236}">
                <a16:creationId xmlns:a16="http://schemas.microsoft.com/office/drawing/2014/main" id="{9145DD4E-0736-44C5-9E5F-7B6A54D3B081}"/>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2852795" y="2326549"/>
            <a:ext cx="423705" cy="423705"/>
          </a:xfrm>
          <a:prstGeom prst="rect">
            <a:avLst/>
          </a:prstGeom>
        </p:spPr>
      </p:pic>
      <p:pic>
        <p:nvPicPr>
          <p:cNvPr id="397" name="Graphic 396">
            <a:extLst>
              <a:ext uri="{FF2B5EF4-FFF2-40B4-BE49-F238E27FC236}">
                <a16:creationId xmlns:a16="http://schemas.microsoft.com/office/drawing/2014/main" id="{9D602E41-F5C0-4771-AD73-F3207DB335D9}"/>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2223336" y="2326549"/>
            <a:ext cx="423705" cy="423705"/>
          </a:xfrm>
          <a:prstGeom prst="rect">
            <a:avLst/>
          </a:prstGeom>
        </p:spPr>
      </p:pic>
      <p:pic>
        <p:nvPicPr>
          <p:cNvPr id="401" name="Graphic 400">
            <a:extLst>
              <a:ext uri="{FF2B5EF4-FFF2-40B4-BE49-F238E27FC236}">
                <a16:creationId xmlns:a16="http://schemas.microsoft.com/office/drawing/2014/main" id="{1638559A-7090-4BAB-85B2-1B0C0E7E5099}"/>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964421" y="2326549"/>
            <a:ext cx="423705" cy="423705"/>
          </a:xfrm>
          <a:prstGeom prst="rect">
            <a:avLst/>
          </a:prstGeom>
        </p:spPr>
      </p:pic>
      <p:pic>
        <p:nvPicPr>
          <p:cNvPr id="403" name="Graphic 402">
            <a:extLst>
              <a:ext uri="{FF2B5EF4-FFF2-40B4-BE49-F238E27FC236}">
                <a16:creationId xmlns:a16="http://schemas.microsoft.com/office/drawing/2014/main" id="{FBB9B73F-40CB-43CD-8524-7E95C43165AD}"/>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334962" y="2326549"/>
            <a:ext cx="423705" cy="423705"/>
          </a:xfrm>
          <a:prstGeom prst="rect">
            <a:avLst/>
          </a:prstGeom>
        </p:spPr>
      </p:pic>
      <p:pic>
        <p:nvPicPr>
          <p:cNvPr id="405" name="Graphic 404">
            <a:extLst>
              <a:ext uri="{FF2B5EF4-FFF2-40B4-BE49-F238E27FC236}">
                <a16:creationId xmlns:a16="http://schemas.microsoft.com/office/drawing/2014/main" id="{76B1F39C-D1C4-4DC4-A977-D88A146B8884}"/>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11004082" y="1732369"/>
            <a:ext cx="423705" cy="423705"/>
          </a:xfrm>
          <a:prstGeom prst="rect">
            <a:avLst/>
          </a:prstGeom>
        </p:spPr>
      </p:pic>
      <p:pic>
        <p:nvPicPr>
          <p:cNvPr id="407" name="Graphic 406">
            <a:extLst>
              <a:ext uri="{FF2B5EF4-FFF2-40B4-BE49-F238E27FC236}">
                <a16:creationId xmlns:a16="http://schemas.microsoft.com/office/drawing/2014/main" id="{EBA3D9D1-F82D-42F6-B3EC-041B628C2C1C}"/>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10379858" y="1732369"/>
            <a:ext cx="423705" cy="423705"/>
          </a:xfrm>
          <a:prstGeom prst="rect">
            <a:avLst/>
          </a:prstGeom>
        </p:spPr>
      </p:pic>
      <p:pic>
        <p:nvPicPr>
          <p:cNvPr id="409" name="Graphic 408">
            <a:extLst>
              <a:ext uri="{FF2B5EF4-FFF2-40B4-BE49-F238E27FC236}">
                <a16:creationId xmlns:a16="http://schemas.microsoft.com/office/drawing/2014/main" id="{150DF995-1EC3-4C5C-AEBC-EB7BE1B6511F}"/>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9755634" y="1732369"/>
            <a:ext cx="423705" cy="423705"/>
          </a:xfrm>
          <a:prstGeom prst="rect">
            <a:avLst/>
          </a:prstGeom>
        </p:spPr>
      </p:pic>
      <p:pic>
        <p:nvPicPr>
          <p:cNvPr id="413" name="Graphic 412">
            <a:extLst>
              <a:ext uri="{FF2B5EF4-FFF2-40B4-BE49-F238E27FC236}">
                <a16:creationId xmlns:a16="http://schemas.microsoft.com/office/drawing/2014/main" id="{DC31E050-0819-4A67-8752-73D6560919AB}"/>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9127352" y="1732369"/>
            <a:ext cx="423705" cy="423705"/>
          </a:xfrm>
          <a:prstGeom prst="rect">
            <a:avLst/>
          </a:prstGeom>
        </p:spPr>
      </p:pic>
      <p:pic>
        <p:nvPicPr>
          <p:cNvPr id="415" name="Graphic 414">
            <a:extLst>
              <a:ext uri="{FF2B5EF4-FFF2-40B4-BE49-F238E27FC236}">
                <a16:creationId xmlns:a16="http://schemas.microsoft.com/office/drawing/2014/main" id="{799B277B-2383-4897-ABEA-7FC51CE39770}"/>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8499070" y="1732369"/>
            <a:ext cx="423705" cy="423705"/>
          </a:xfrm>
          <a:prstGeom prst="rect">
            <a:avLst/>
          </a:prstGeom>
        </p:spPr>
      </p:pic>
      <p:pic>
        <p:nvPicPr>
          <p:cNvPr id="417" name="Graphic 416">
            <a:extLst>
              <a:ext uri="{FF2B5EF4-FFF2-40B4-BE49-F238E27FC236}">
                <a16:creationId xmlns:a16="http://schemas.microsoft.com/office/drawing/2014/main" id="{86E8E74D-886C-4061-933B-8FDA3EDDC8C1}"/>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7872035" y="1732369"/>
            <a:ext cx="423705" cy="423705"/>
          </a:xfrm>
          <a:prstGeom prst="rect">
            <a:avLst/>
          </a:prstGeom>
        </p:spPr>
      </p:pic>
      <p:pic>
        <p:nvPicPr>
          <p:cNvPr id="419" name="Graphic 418">
            <a:extLst>
              <a:ext uri="{FF2B5EF4-FFF2-40B4-BE49-F238E27FC236}">
                <a16:creationId xmlns:a16="http://schemas.microsoft.com/office/drawing/2014/main" id="{56A2A725-4F40-490D-87D1-2D6C0C13F4E4}"/>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7245000" y="1732369"/>
            <a:ext cx="423705" cy="423705"/>
          </a:xfrm>
          <a:prstGeom prst="rect">
            <a:avLst/>
          </a:prstGeom>
        </p:spPr>
      </p:pic>
      <p:pic>
        <p:nvPicPr>
          <p:cNvPr id="421" name="Graphic 420">
            <a:extLst>
              <a:ext uri="{FF2B5EF4-FFF2-40B4-BE49-F238E27FC236}">
                <a16:creationId xmlns:a16="http://schemas.microsoft.com/office/drawing/2014/main" id="{3400A5B2-7BEC-456E-AA27-D7065C0A57F7}"/>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6617965" y="1732369"/>
            <a:ext cx="423705" cy="423705"/>
          </a:xfrm>
          <a:prstGeom prst="rect">
            <a:avLst/>
          </a:prstGeom>
        </p:spPr>
      </p:pic>
      <p:pic>
        <p:nvPicPr>
          <p:cNvPr id="423" name="Graphic 422">
            <a:extLst>
              <a:ext uri="{FF2B5EF4-FFF2-40B4-BE49-F238E27FC236}">
                <a16:creationId xmlns:a16="http://schemas.microsoft.com/office/drawing/2014/main" id="{75892CBA-8546-4BB9-A93F-1BC98AB4BA09}"/>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5990930" y="1732369"/>
            <a:ext cx="423705" cy="423705"/>
          </a:xfrm>
          <a:prstGeom prst="rect">
            <a:avLst/>
          </a:prstGeom>
        </p:spPr>
      </p:pic>
      <p:pic>
        <p:nvPicPr>
          <p:cNvPr id="425" name="Graphic 424">
            <a:extLst>
              <a:ext uri="{FF2B5EF4-FFF2-40B4-BE49-F238E27FC236}">
                <a16:creationId xmlns:a16="http://schemas.microsoft.com/office/drawing/2014/main" id="{9762E799-F03D-4860-B5F6-4ABC4B5A5FC5}"/>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5363895" y="1732369"/>
            <a:ext cx="423705" cy="423705"/>
          </a:xfrm>
          <a:prstGeom prst="rect">
            <a:avLst/>
          </a:prstGeom>
        </p:spPr>
      </p:pic>
      <p:pic>
        <p:nvPicPr>
          <p:cNvPr id="427" name="Graphic 426">
            <a:extLst>
              <a:ext uri="{FF2B5EF4-FFF2-40B4-BE49-F238E27FC236}">
                <a16:creationId xmlns:a16="http://schemas.microsoft.com/office/drawing/2014/main" id="{D81B01AC-6317-4FFA-B4EB-2D252638DC85}"/>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4737803" y="1732369"/>
            <a:ext cx="423705" cy="423705"/>
          </a:xfrm>
          <a:prstGeom prst="rect">
            <a:avLst/>
          </a:prstGeom>
        </p:spPr>
      </p:pic>
      <p:pic>
        <p:nvPicPr>
          <p:cNvPr id="429" name="Graphic 428">
            <a:extLst>
              <a:ext uri="{FF2B5EF4-FFF2-40B4-BE49-F238E27FC236}">
                <a16:creationId xmlns:a16="http://schemas.microsoft.com/office/drawing/2014/main" id="{A4DD6F37-15BC-43C7-BAEB-E4784DBA226C}"/>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4110028" y="1732369"/>
            <a:ext cx="423705" cy="423705"/>
          </a:xfrm>
          <a:prstGeom prst="rect">
            <a:avLst/>
          </a:prstGeom>
        </p:spPr>
      </p:pic>
      <p:pic>
        <p:nvPicPr>
          <p:cNvPr id="431" name="Graphic 430">
            <a:extLst>
              <a:ext uri="{FF2B5EF4-FFF2-40B4-BE49-F238E27FC236}">
                <a16:creationId xmlns:a16="http://schemas.microsoft.com/office/drawing/2014/main" id="{134E5302-BDB0-40AE-BF15-50C63C1DBBCA}"/>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3482253" y="1732369"/>
            <a:ext cx="423705" cy="423705"/>
          </a:xfrm>
          <a:prstGeom prst="rect">
            <a:avLst/>
          </a:prstGeom>
        </p:spPr>
      </p:pic>
      <p:pic>
        <p:nvPicPr>
          <p:cNvPr id="433" name="Graphic 432">
            <a:extLst>
              <a:ext uri="{FF2B5EF4-FFF2-40B4-BE49-F238E27FC236}">
                <a16:creationId xmlns:a16="http://schemas.microsoft.com/office/drawing/2014/main" id="{62960A37-F7F1-40A1-803F-48A7C88A5A35}"/>
              </a:ext>
            </a:extLst>
          </p:cNvPr>
          <p:cNvPicPr>
            <a:picLocks noChangeAspect="1"/>
          </p:cNvPicPr>
          <p:nvPr/>
        </p:nvPicPr>
        <p:blipFill>
          <a:blip>
            <a:extLst>
              <a:ext uri="{96DAC541-7B7A-43D3-8B79-37D633B846F1}">
                <asvg:svgBlip xmlns:asvg="http://schemas.microsoft.com/office/drawing/2016/SVG/main" r:embed="rId77"/>
              </a:ext>
            </a:extLst>
          </a:blip>
          <a:stretch>
            <a:fillRect/>
          </a:stretch>
        </p:blipFill>
        <p:spPr>
          <a:xfrm>
            <a:off x="2852795" y="1732369"/>
            <a:ext cx="423705" cy="423705"/>
          </a:xfrm>
          <a:prstGeom prst="rect">
            <a:avLst/>
          </a:prstGeom>
        </p:spPr>
      </p:pic>
      <p:pic>
        <p:nvPicPr>
          <p:cNvPr id="435" name="Graphic 434">
            <a:extLst>
              <a:ext uri="{FF2B5EF4-FFF2-40B4-BE49-F238E27FC236}">
                <a16:creationId xmlns:a16="http://schemas.microsoft.com/office/drawing/2014/main" id="{82F9EE58-8BD6-4F27-A439-F1A8F7FCE343}"/>
              </a:ext>
            </a:extLst>
          </p:cNvPr>
          <p:cNvPicPr>
            <a:picLocks noChangeAspect="1"/>
          </p:cNvPicPr>
          <p:nvPr/>
        </p:nvPicPr>
        <p:blipFill>
          <a:blip>
            <a:extLst>
              <a:ext uri="{96DAC541-7B7A-43D3-8B79-37D633B846F1}">
                <asvg:svgBlip xmlns:asvg="http://schemas.microsoft.com/office/drawing/2016/SVG/main" r:embed="rId78"/>
              </a:ext>
            </a:extLst>
          </a:blip>
          <a:stretch>
            <a:fillRect/>
          </a:stretch>
        </p:blipFill>
        <p:spPr>
          <a:xfrm>
            <a:off x="2223337" y="1732369"/>
            <a:ext cx="423705" cy="423705"/>
          </a:xfrm>
          <a:prstGeom prst="rect">
            <a:avLst/>
          </a:prstGeom>
        </p:spPr>
      </p:pic>
      <p:pic>
        <p:nvPicPr>
          <p:cNvPr id="437" name="Graphic 436">
            <a:extLst>
              <a:ext uri="{FF2B5EF4-FFF2-40B4-BE49-F238E27FC236}">
                <a16:creationId xmlns:a16="http://schemas.microsoft.com/office/drawing/2014/main" id="{A584A3CF-3613-4A7F-AFA3-CE92CCF59B09}"/>
              </a:ext>
            </a:extLst>
          </p:cNvPr>
          <p:cNvPicPr>
            <a:picLocks noChangeAspect="1"/>
          </p:cNvPicPr>
          <p:nvPr/>
        </p:nvPicPr>
        <p:blipFill>
          <a:blip>
            <a:extLst>
              <a:ext uri="{96DAC541-7B7A-43D3-8B79-37D633B846F1}">
                <asvg:svgBlip xmlns:asvg="http://schemas.microsoft.com/office/drawing/2016/SVG/main" r:embed="rId79"/>
              </a:ext>
            </a:extLst>
          </a:blip>
          <a:stretch>
            <a:fillRect/>
          </a:stretch>
        </p:blipFill>
        <p:spPr>
          <a:xfrm>
            <a:off x="1593879" y="1732369"/>
            <a:ext cx="423705" cy="423705"/>
          </a:xfrm>
          <a:prstGeom prst="rect">
            <a:avLst/>
          </a:prstGeom>
        </p:spPr>
      </p:pic>
      <p:pic>
        <p:nvPicPr>
          <p:cNvPr id="439" name="Graphic 438">
            <a:extLst>
              <a:ext uri="{FF2B5EF4-FFF2-40B4-BE49-F238E27FC236}">
                <a16:creationId xmlns:a16="http://schemas.microsoft.com/office/drawing/2014/main" id="{271FC5F4-DB1B-415E-B26A-13A36A1F5C22}"/>
              </a:ext>
            </a:extLst>
          </p:cNvPr>
          <p:cNvPicPr>
            <a:picLocks noChangeAspect="1"/>
          </p:cNvPicPr>
          <p:nvPr/>
        </p:nvPicPr>
        <p:blipFill>
          <a:blip>
            <a:extLst>
              <a:ext uri="{96DAC541-7B7A-43D3-8B79-37D633B846F1}">
                <asvg:svgBlip xmlns:asvg="http://schemas.microsoft.com/office/drawing/2016/SVG/main" r:embed="rId80"/>
              </a:ext>
            </a:extLst>
          </a:blip>
          <a:stretch>
            <a:fillRect/>
          </a:stretch>
        </p:blipFill>
        <p:spPr>
          <a:xfrm>
            <a:off x="964421" y="1732369"/>
            <a:ext cx="423705" cy="423705"/>
          </a:xfrm>
          <a:prstGeom prst="rect">
            <a:avLst/>
          </a:prstGeom>
        </p:spPr>
      </p:pic>
      <p:pic>
        <p:nvPicPr>
          <p:cNvPr id="441" name="Graphic 440">
            <a:extLst>
              <a:ext uri="{FF2B5EF4-FFF2-40B4-BE49-F238E27FC236}">
                <a16:creationId xmlns:a16="http://schemas.microsoft.com/office/drawing/2014/main" id="{C6ACC257-34FB-48EE-824B-FCA056C4DDE5}"/>
              </a:ext>
            </a:extLst>
          </p:cNvPr>
          <p:cNvPicPr>
            <a:picLocks noChangeAspect="1"/>
          </p:cNvPicPr>
          <p:nvPr/>
        </p:nvPicPr>
        <p:blipFill>
          <a:blip>
            <a:extLst>
              <a:ext uri="{96DAC541-7B7A-43D3-8B79-37D633B846F1}">
                <asvg:svgBlip xmlns:asvg="http://schemas.microsoft.com/office/drawing/2016/SVG/main" r:embed="rId81"/>
              </a:ext>
            </a:extLst>
          </a:blip>
          <a:stretch>
            <a:fillRect/>
          </a:stretch>
        </p:blipFill>
        <p:spPr>
          <a:xfrm>
            <a:off x="334963" y="1732369"/>
            <a:ext cx="423705" cy="423705"/>
          </a:xfrm>
          <a:prstGeom prst="rect">
            <a:avLst/>
          </a:prstGeom>
        </p:spPr>
      </p:pic>
    </p:spTree>
    <p:extLst>
      <p:ext uri="{BB962C8B-B14F-4D97-AF65-F5344CB8AC3E}">
        <p14:creationId xmlns:p14="http://schemas.microsoft.com/office/powerpoint/2010/main" val="2747305497"/>
      </p:ext>
    </p:extLst>
  </p:cSld>
  <p:clrMapOvr>
    <a:masterClrMapping/>
  </p:clrMapOvr>
</p:sld>
</file>

<file path=ppt/theme/theme1.xml><?xml version="1.0" encoding="utf-8"?>
<a:theme xmlns:a="http://schemas.openxmlformats.org/drawingml/2006/main" name="Thème Office">
  <a:themeElements>
    <a:clrScheme name="Custom 2">
      <a:dk1>
        <a:srgbClr val="045E51"/>
      </a:dk1>
      <a:lt1>
        <a:srgbClr val="F8F8F8"/>
      </a:lt1>
      <a:dk2>
        <a:srgbClr val="700606"/>
      </a:dk2>
      <a:lt2>
        <a:srgbClr val="FF699B"/>
      </a:lt2>
      <a:accent1>
        <a:srgbClr val="045E51"/>
      </a:accent1>
      <a:accent2>
        <a:srgbClr val="B1EDA6"/>
      </a:accent2>
      <a:accent3>
        <a:srgbClr val="7A5226"/>
      </a:accent3>
      <a:accent4>
        <a:srgbClr val="FFCA55"/>
      </a:accent4>
      <a:accent5>
        <a:srgbClr val="00192F"/>
      </a:accent5>
      <a:accent6>
        <a:srgbClr val="9DB4F6"/>
      </a:accent6>
      <a:hlink>
        <a:srgbClr val="045E51"/>
      </a:hlink>
      <a:folHlink>
        <a:srgbClr val="045E51"/>
      </a:folHlink>
    </a:clrScheme>
    <a:fontScheme name="tahoma">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B2EDA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DB79605CB7E24A8D9C3177E08680B5" ma:contentTypeVersion="17" ma:contentTypeDescription="Crée un document." ma:contentTypeScope="" ma:versionID="c3f458fdc6d4cf9a3d5382ac4692b959">
  <xsd:schema xmlns:xsd="http://www.w3.org/2001/XMLSchema" xmlns:xs="http://www.w3.org/2001/XMLSchema" xmlns:p="http://schemas.microsoft.com/office/2006/metadata/properties" xmlns:ns2="5b18695d-d5cb-44a2-bf6c-ebd04d7a096d" xmlns:ns3="4e140f55-387c-49b3-879f-b65053764a47" targetNamespace="http://schemas.microsoft.com/office/2006/metadata/properties" ma:root="true" ma:fieldsID="9db00581251e9a0aaea77c09b7824669" ns2:_="" ns3:_="">
    <xsd:import namespace="5b18695d-d5cb-44a2-bf6c-ebd04d7a096d"/>
    <xsd:import namespace="4e140f55-387c-49b3-879f-b65053764a4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LengthInSeconds" minOccurs="0"/>
                <xsd:element ref="ns3:MediaServiceLocation" minOccurs="0"/>
                <xsd:element ref="ns3:MediaServiceGenerationTime" minOccurs="0"/>
                <xsd:element ref="ns3:MediaServiceEventHashCode" minOccurs="0"/>
                <xsd:element ref="ns3:lcf76f155ced4ddcb4097134ff3c332f" minOccurs="0"/>
                <xsd:element ref="ns2:TaxCatchAll" minOccurs="0"/>
                <xsd:element ref="ns3:MediaServiceOCR"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18695d-d5cb-44a2-bf6c-ebd04d7a096d"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19" nillable="true" ma:displayName="Taxonomy Catch All Column" ma:hidden="true" ma:list="{774b1031-c98b-4dee-b650-0cb19b3375d6}" ma:internalName="TaxCatchAll" ma:showField="CatchAllData" ma:web="5b18695d-d5cb-44a2-bf6c-ebd04d7a096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e140f55-387c-49b3-879f-b65053764a4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Location" ma:index="14" nillable="true" ma:displayName="Location" ma:indexed="true"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Balises d’images" ma:readOnly="false" ma:fieldId="{5cf76f15-5ced-4ddc-b409-7134ff3c332f}" ma:taxonomyMulti="true" ma:sspId="6f8f2df6-6f26-40d6-a6ac-43fac95f3bc6"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e140f55-387c-49b3-879f-b65053764a47">
      <Terms xmlns="http://schemas.microsoft.com/office/infopath/2007/PartnerControls"/>
    </lcf76f155ced4ddcb4097134ff3c332f>
    <TaxCatchAll xmlns="5b18695d-d5cb-44a2-bf6c-ebd04d7a096d" xsi:nil="true"/>
  </documentManagement>
</p:properties>
</file>

<file path=customXml/itemProps1.xml><?xml version="1.0" encoding="utf-8"?>
<ds:datastoreItem xmlns:ds="http://schemas.openxmlformats.org/officeDocument/2006/customXml" ds:itemID="{E56B1959-B771-45D9-B545-2E1E8B153919}"/>
</file>

<file path=customXml/itemProps2.xml><?xml version="1.0" encoding="utf-8"?>
<ds:datastoreItem xmlns:ds="http://schemas.openxmlformats.org/officeDocument/2006/customXml" ds:itemID="{B4061716-4142-4D1F-8131-77BB3A21F435}">
  <ds:schemaRefs>
    <ds:schemaRef ds:uri="http://schemas.microsoft.com/sharepoint/v3/contenttype/forms"/>
  </ds:schemaRefs>
</ds:datastoreItem>
</file>

<file path=customXml/itemProps3.xml><?xml version="1.0" encoding="utf-8"?>
<ds:datastoreItem xmlns:ds="http://schemas.openxmlformats.org/officeDocument/2006/customXml" ds:itemID="{6A231479-F316-4E6A-AE0B-7CDBE21844BC}">
  <ds:schemaRefs>
    <ds:schemaRef ds:uri="http://purl.org/dc/terms/"/>
    <ds:schemaRef ds:uri="http://schemas.microsoft.com/office/2006/documentManagement/types"/>
    <ds:schemaRef ds:uri="http://schemas.openxmlformats.org/package/2006/metadata/core-properties"/>
    <ds:schemaRef ds:uri="http://purl.org/dc/dcmitype/"/>
    <ds:schemaRef ds:uri="db57ed8e-c51e-4407-98fc-310ca9a5d9c4"/>
    <ds:schemaRef ds:uri="b10b318a-6f7b-477f-9f86-a46fa817e2bb"/>
    <ds:schemaRef ds:uri="http://purl.org/dc/elements/1.1/"/>
    <ds:schemaRef ds:uri="http://schemas.microsoft.com/office/2006/metadata/properties"/>
    <ds:schemaRef ds:uri="http://schemas.microsoft.com/office/infopath/2007/PartnerControls"/>
    <ds:schemaRef ds:uri="f659858d-8def-4e3c-ba6d-31a3a0ac639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Menus De Eemhof</Template>
  <TotalTime>0</TotalTime>
  <Words>3713</Words>
  <Application>Microsoft Office PowerPoint</Application>
  <PresentationFormat>Grand écran</PresentationFormat>
  <Paragraphs>1010</Paragraphs>
  <Slides>22</Slides>
  <Notes>0</Notes>
  <HiddenSlides>2</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22</vt:i4>
      </vt:variant>
    </vt:vector>
  </HeadingPairs>
  <TitlesOfParts>
    <vt:vector size="31" baseType="lpstr">
      <vt:lpstr>Wingdings</vt:lpstr>
      <vt:lpstr>Tahoma</vt:lpstr>
      <vt:lpstr>Arial</vt:lpstr>
      <vt:lpstr>Bagoss Standard</vt:lpstr>
      <vt:lpstr>Aptos Narrow</vt:lpstr>
      <vt:lpstr>Bagoss Standard Medium</vt:lpstr>
      <vt:lpstr>Segoe UI</vt:lpstr>
      <vt:lpstr>Calibri</vt:lpstr>
      <vt:lpstr>Thème Office</vt:lpstr>
      <vt:lpstr>Aqua Mundo Behaviours</vt:lpstr>
      <vt:lpstr>Objectives, scope and methodology of the survey</vt:lpstr>
      <vt:lpstr>Survey Questions </vt:lpstr>
      <vt:lpstr>General Observations </vt:lpstr>
      <vt:lpstr>Frequency of visits and central role of the Aqua Mundo</vt:lpstr>
      <vt:lpstr>Frequency of visits (Country analysis)</vt:lpstr>
      <vt:lpstr>Frequency of visits (Parcs Analysis)</vt:lpstr>
      <vt:lpstr>Frequency of visits (Household Structure (01/03/2026 – 30/04/2026))</vt:lpstr>
      <vt:lpstr>Frequency of visits (Trialist / Repeater)</vt:lpstr>
      <vt:lpstr>Household Structure / Trialist-Repeater (Germany)</vt:lpstr>
      <vt:lpstr>Household Structure / Trialist-Repeater (Belgium)</vt:lpstr>
      <vt:lpstr>Household Structure / Trialist-Repeater (France)</vt:lpstr>
      <vt:lpstr>Household Structure / Trialist-Repeater (Netherlands)</vt:lpstr>
      <vt:lpstr>Household Structure / Trialist-Repeater (Denmark)</vt:lpstr>
      <vt:lpstr>Why some guests don't visit Aqua Mundo</vt:lpstr>
      <vt:lpstr>Why some guests don't visit the Aqua Mundo at Parc Sandur</vt:lpstr>
      <vt:lpstr>What customers love</vt:lpstr>
      <vt:lpstr>Main irritants impacting the customer experience</vt:lpstr>
      <vt:lpstr>Strengths and Weaknesses</vt:lpstr>
      <vt:lpstr>Thank you</vt:lpstr>
      <vt:lpstr>Présentation PowerPoint</vt:lpstr>
      <vt:lpstr>Fonction icons</vt:lpstr>
    </vt:vector>
  </TitlesOfParts>
  <Company>Pierre &amp; Vacances - CenterParcs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Ngoufo Tchoupeua, Stael</dc:creator>
  <cp:lastModifiedBy>Chevallier, Erwan</cp:lastModifiedBy>
  <cp:revision>71</cp:revision>
  <dcterms:created xsi:type="dcterms:W3CDTF">2026-04-22T09:48:44Z</dcterms:created>
  <dcterms:modified xsi:type="dcterms:W3CDTF">2026-07-24T08:31:40Z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0x010100A9DB79605CB7E24A8D9C3177E08680B5</vt:lpwstr>
  </property>
  <property fmtid="{D5CDD505-2E9C-101B-9397-08002B2CF9AE}" pid="3" name="MediaServiceImageTags">
    <vt:lpwstr/>
  </property>
  <property fmtid="{D5CDD505-2E9C-101B-9397-08002B2CF9AE}" pid="4" name="MSIP_Label_438e4b19-bcac-4d82-82bb-fedb91714ca0_Enabled">
    <vt:lpwstr>true</vt:lpwstr>
  </property>
  <property fmtid="{D5CDD505-2E9C-101B-9397-08002B2CF9AE}" pid="5" name="MSIP_Label_438e4b19-bcac-4d82-82bb-fedb91714ca0_SetDate">
    <vt:lpwstr>2026-06-09T05:29:57Z</vt:lpwstr>
  </property>
  <property fmtid="{D5CDD505-2E9C-101B-9397-08002B2CF9AE}" pid="6" name="MSIP_Label_438e4b19-bcac-4d82-82bb-fedb91714ca0_Method">
    <vt:lpwstr>Standard</vt:lpwstr>
  </property>
  <property fmtid="{D5CDD505-2E9C-101B-9397-08002B2CF9AE}" pid="7" name="MSIP_Label_438e4b19-bcac-4d82-82bb-fedb91714ca0_Name">
    <vt:lpwstr>Accès libre</vt:lpwstr>
  </property>
  <property fmtid="{D5CDD505-2E9C-101B-9397-08002B2CF9AE}" pid="8" name="MSIP_Label_438e4b19-bcac-4d82-82bb-fedb91714ca0_SiteId">
    <vt:lpwstr>32d48878-81e3-4a5a-8e18-888be6802ae0</vt:lpwstr>
  </property>
  <property fmtid="{D5CDD505-2E9C-101B-9397-08002B2CF9AE}" pid="9" name="MSIP_Label_438e4b19-bcac-4d82-82bb-fedb91714ca0_ActionId">
    <vt:lpwstr>c5c5eec0-d4ae-45dd-a3e4-6485d8c138a1</vt:lpwstr>
  </property>
  <property fmtid="{D5CDD505-2E9C-101B-9397-08002B2CF9AE}" pid="10" name="MSIP_Label_438e4b19-bcac-4d82-82bb-fedb91714ca0_ContentBits">
    <vt:lpwstr>0</vt:lpwstr>
  </property>
  <property fmtid="{D5CDD505-2E9C-101B-9397-08002B2CF9AE}" pid="11" name="MSIP_Label_438e4b19-bcac-4d82-82bb-fedb91714ca0_Tag">
    <vt:lpwstr>10, 3, 0, 2</vt:lpwstr>
  </property>
</Properties>
</file>